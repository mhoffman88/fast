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ink/ink1.xml" ContentType="application/inkml+xml"/>
  <Override PartName="/ppt/ink/ink2.xml" ContentType="application/inkml+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ink/ink3.xml" ContentType="application/inkml+xml"/>
  <Override PartName="/ppt/ink/ink4.xml" ContentType="application/inkml+xml"/>
  <Override PartName="/ppt/diagrams/data5.xml" ContentType="application/vnd.openxmlformats-officedocument.drawingml.diagramData+xml"/>
  <Override PartName="/ppt/diagrams/layout5.xml" ContentType="application/vnd.openxmlformats-officedocument.drawingml.diagramLayout+xml"/>
  <Override PartName="/ppt/diagrams/quickStyle5.xml" ContentType="application/vnd.openxmlformats-officedocument.drawingml.diagramStyle+xml"/>
  <Override PartName="/ppt/diagrams/colors5.xml" ContentType="application/vnd.openxmlformats-officedocument.drawingml.diagramColors+xml"/>
  <Override PartName="/ppt/diagrams/drawing5.xml" ContentType="application/vnd.ms-office.drawingml.diagramDrawing+xml"/>
  <Override PartName="/ppt/ink/ink5.xml" ContentType="application/inkml+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69" r:id="rId1"/>
  </p:sldMasterIdLst>
  <p:sldIdLst>
    <p:sldId id="256" r:id="rId2"/>
    <p:sldId id="257" r:id="rId3"/>
    <p:sldId id="265" r:id="rId4"/>
    <p:sldId id="258" r:id="rId5"/>
    <p:sldId id="266" r:id="rId6"/>
    <p:sldId id="259" r:id="rId7"/>
    <p:sldId id="260" r:id="rId8"/>
    <p:sldId id="261" r:id="rId9"/>
    <p:sldId id="263" r:id="rId10"/>
    <p:sldId id="262" r:id="rId11"/>
    <p:sldId id="267" r:id="rId12"/>
    <p:sldId id="268" r:id="rId13"/>
    <p:sldId id="269" r:id="rId14"/>
    <p:sldId id="270" r:id="rId15"/>
    <p:sldId id="271" r:id="rId16"/>
    <p:sldId id="272" r:id="rId17"/>
    <p:sldId id="275" r:id="rId18"/>
    <p:sldId id="273" r:id="rId19"/>
    <p:sldId id="274" r:id="rId20"/>
    <p:sldId id="276" r:id="rId21"/>
    <p:sldId id="277" r:id="rId22"/>
    <p:sldId id="278" r:id="rId23"/>
    <p:sldId id="279" r:id="rId24"/>
    <p:sldId id="280" r:id="rId25"/>
    <p:sldId id="282" r:id="rId26"/>
    <p:sldId id="283" r:id="rId27"/>
    <p:sldId id="284" r:id="rId28"/>
    <p:sldId id="285" r:id="rId2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601E3CC7-2463-350B-2CAC-B039A44C8267}" v="2" dt="2025-12-09T18:28:41.628"/>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9972" autoAdjust="0"/>
    <p:restoredTop sz="94660"/>
  </p:normalViewPr>
  <p:slideViewPr>
    <p:cSldViewPr snapToGrid="0">
      <p:cViewPr varScale="1">
        <p:scale>
          <a:sx n="86" d="100"/>
          <a:sy n="86" d="100"/>
        </p:scale>
        <p:origin x="96" y="88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microsoft.com/office/2016/11/relationships/changesInfo" Target="changesInfos/changesInfo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presProps" Target="presProps.xml"/><Relationship Id="rId35" Type="http://schemas.microsoft.com/office/2015/10/relationships/revisionInfo" Target="revisionInfo.xml"/><Relationship Id="rId8" Type="http://schemas.openxmlformats.org/officeDocument/2006/relationships/slide" Target="slides/slide7.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Matthew Hoffman" userId="S::matthew.hoffman@nteuchapter66.org::2437c4dc-0b29-4997-9ac2-b5ce5fac96bc" providerId="AD" clId="Web-{601E3CC7-2463-350B-2CAC-B039A44C8267}"/>
    <pc:docChg chg="modSld">
      <pc:chgData name="Matthew Hoffman" userId="S::matthew.hoffman@nteuchapter66.org::2437c4dc-0b29-4997-9ac2-b5ce5fac96bc" providerId="AD" clId="Web-{601E3CC7-2463-350B-2CAC-B039A44C8267}" dt="2025-12-09T18:28:40.503" v="0" actId="20577"/>
      <pc:docMkLst>
        <pc:docMk/>
      </pc:docMkLst>
      <pc:sldChg chg="modSp">
        <pc:chgData name="Matthew Hoffman" userId="S::matthew.hoffman@nteuchapter66.org::2437c4dc-0b29-4997-9ac2-b5ce5fac96bc" providerId="AD" clId="Web-{601E3CC7-2463-350B-2CAC-B039A44C8267}" dt="2025-12-09T18:28:40.503" v="0" actId="20577"/>
        <pc:sldMkLst>
          <pc:docMk/>
          <pc:sldMk cId="1959094585" sldId="285"/>
        </pc:sldMkLst>
        <pc:spChg chg="mod">
          <ac:chgData name="Matthew Hoffman" userId="S::matthew.hoffman@nteuchapter66.org::2437c4dc-0b29-4997-9ac2-b5ce5fac96bc" providerId="AD" clId="Web-{601E3CC7-2463-350B-2CAC-B039A44C8267}" dt="2025-12-09T18:28:40.503" v="0" actId="20577"/>
          <ac:spMkLst>
            <pc:docMk/>
            <pc:sldMk cId="1959094585" sldId="285"/>
            <ac:spMk id="3" creationId="{82825231-6267-9F3D-6D3C-9120BDA9D8EA}"/>
          </ac:spMkLst>
        </pc:spChg>
      </pc:sldChg>
    </pc:docChg>
  </pc:docChgLst>
</pc:chgInfo>
</file>

<file path=ppt/diagrams/_rels/data2.xml.rels><?xml version="1.0" encoding="UTF-8" standalone="yes"?>
<Relationships xmlns="http://schemas.openxmlformats.org/package/2006/relationships"><Relationship Id="rId8" Type="http://schemas.openxmlformats.org/officeDocument/2006/relationships/image" Target="../media/image15.svg"/><Relationship Id="rId3" Type="http://schemas.openxmlformats.org/officeDocument/2006/relationships/image" Target="../media/image10.png"/><Relationship Id="rId7" Type="http://schemas.openxmlformats.org/officeDocument/2006/relationships/image" Target="../media/image14.png"/><Relationship Id="rId2" Type="http://schemas.openxmlformats.org/officeDocument/2006/relationships/image" Target="../media/image9.svg"/><Relationship Id="rId1" Type="http://schemas.openxmlformats.org/officeDocument/2006/relationships/image" Target="../media/image8.png"/><Relationship Id="rId6" Type="http://schemas.openxmlformats.org/officeDocument/2006/relationships/image" Target="../media/image13.svg"/><Relationship Id="rId5" Type="http://schemas.openxmlformats.org/officeDocument/2006/relationships/image" Target="../media/image12.png"/><Relationship Id="rId4" Type="http://schemas.openxmlformats.org/officeDocument/2006/relationships/image" Target="../media/image11.svg"/></Relationships>
</file>

<file path=ppt/diagrams/_rels/data5.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image" Target="../media/image24.svg"/><Relationship Id="rId1" Type="http://schemas.openxmlformats.org/officeDocument/2006/relationships/image" Target="../media/image23.png"/><Relationship Id="rId6" Type="http://schemas.openxmlformats.org/officeDocument/2006/relationships/image" Target="../media/image28.svg"/><Relationship Id="rId5" Type="http://schemas.openxmlformats.org/officeDocument/2006/relationships/image" Target="../media/image27.png"/><Relationship Id="rId4" Type="http://schemas.openxmlformats.org/officeDocument/2006/relationships/image" Target="../media/image26.svg"/></Relationships>
</file>

<file path=ppt/diagrams/_rels/drawing2.xml.rels><?xml version="1.0" encoding="UTF-8" standalone="yes"?>
<Relationships xmlns="http://schemas.openxmlformats.org/package/2006/relationships"><Relationship Id="rId8" Type="http://schemas.openxmlformats.org/officeDocument/2006/relationships/image" Target="../media/image15.svg"/><Relationship Id="rId3" Type="http://schemas.openxmlformats.org/officeDocument/2006/relationships/image" Target="../media/image10.png"/><Relationship Id="rId7" Type="http://schemas.openxmlformats.org/officeDocument/2006/relationships/image" Target="../media/image14.png"/><Relationship Id="rId2" Type="http://schemas.openxmlformats.org/officeDocument/2006/relationships/image" Target="../media/image9.svg"/><Relationship Id="rId1" Type="http://schemas.openxmlformats.org/officeDocument/2006/relationships/image" Target="../media/image8.png"/><Relationship Id="rId6" Type="http://schemas.openxmlformats.org/officeDocument/2006/relationships/image" Target="../media/image13.svg"/><Relationship Id="rId5" Type="http://schemas.openxmlformats.org/officeDocument/2006/relationships/image" Target="../media/image12.png"/><Relationship Id="rId4" Type="http://schemas.openxmlformats.org/officeDocument/2006/relationships/image" Target="../media/image11.svg"/></Relationships>
</file>

<file path=ppt/diagrams/_rels/drawing5.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image" Target="../media/image24.svg"/><Relationship Id="rId1" Type="http://schemas.openxmlformats.org/officeDocument/2006/relationships/image" Target="../media/image23.png"/><Relationship Id="rId6" Type="http://schemas.openxmlformats.org/officeDocument/2006/relationships/image" Target="../media/image28.svg"/><Relationship Id="rId5" Type="http://schemas.openxmlformats.org/officeDocument/2006/relationships/image" Target="../media/image27.png"/><Relationship Id="rId4" Type="http://schemas.openxmlformats.org/officeDocument/2006/relationships/image" Target="../media/image26.svg"/></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18/5/colors/Iconchunking_neutralicontext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bg1"/>
    </dgm:fillClrLst>
    <dgm:linClrLst meth="repeat">
      <a:schemeClr val="lt1">
        <a:alpha val="0"/>
      </a:schemeClr>
    </dgm:linClrLst>
    <dgm:effectClrLst/>
    <dgm:txLinClrLst/>
    <dgm:txFillClrLst meth="repeat">
      <a:schemeClr val="dk1"/>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bg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xml><?xml version="1.0" encoding="utf-8"?>
<dgm:colorsDef xmlns:dgm="http://schemas.openxmlformats.org/drawingml/2006/diagram" xmlns:a="http://schemas.openxmlformats.org/drawingml/2006/main" uniqueId="urn:microsoft.com/office/officeart/2018/5/colors/Iconchunking_neutralicontext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bg1"/>
    </dgm:fillClrLst>
    <dgm:linClrLst meth="repeat">
      <a:schemeClr val="lt1">
        <a:alpha val="0"/>
      </a:schemeClr>
    </dgm:linClrLst>
    <dgm:effectClrLst/>
    <dgm:txLinClrLst/>
    <dgm:txFillClrLst meth="repeat">
      <a:schemeClr val="dk1"/>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bg1"/>
    </dgm:txFillClrLst>
    <dgm:txEffectClrLst/>
  </dgm:styleLbl>
</dgm:colorsDef>
</file>

<file path=ppt/diagrams/data1.xml><?xml version="1.0" encoding="utf-8"?>
<dgm:dataModel xmlns:dgm="http://schemas.openxmlformats.org/drawingml/2006/diagram" xmlns:a="http://schemas.openxmlformats.org/drawingml/2006/main">
  <dgm:ptLst>
    <dgm:pt modelId="{006766FC-3AB1-43F8-A619-41A68CD4C86B}" type="doc">
      <dgm:prSet loTypeId="urn:microsoft.com/office/officeart/2005/8/layout/vList2" loCatId="list" qsTypeId="urn:microsoft.com/office/officeart/2005/8/quickstyle/simple1" qsCatId="simple" csTypeId="urn:microsoft.com/office/officeart/2005/8/colors/accent1_2" csCatId="accent1"/>
      <dgm:spPr/>
      <dgm:t>
        <a:bodyPr/>
        <a:lstStyle/>
        <a:p>
          <a:endParaRPr lang="en-US"/>
        </a:p>
      </dgm:t>
    </dgm:pt>
    <dgm:pt modelId="{52FEFB5F-93AA-4AB7-BD25-B9BEA835CAEE}">
      <dgm:prSet/>
      <dgm:spPr/>
      <dgm:t>
        <a:bodyPr/>
        <a:lstStyle/>
        <a:p>
          <a:r>
            <a:rPr lang="en-US"/>
            <a:t>The goals for today - </a:t>
          </a:r>
        </a:p>
      </dgm:t>
    </dgm:pt>
    <dgm:pt modelId="{C98B8F30-7A2A-46D3-B005-F14C05BEC9E8}" type="parTrans" cxnId="{E9814984-8CDA-4F18-B08D-37FDB0EC34D2}">
      <dgm:prSet/>
      <dgm:spPr/>
      <dgm:t>
        <a:bodyPr/>
        <a:lstStyle/>
        <a:p>
          <a:endParaRPr lang="en-US"/>
        </a:p>
      </dgm:t>
    </dgm:pt>
    <dgm:pt modelId="{1951F609-E454-4D46-B51D-E1DF8AE4037E}" type="sibTrans" cxnId="{E9814984-8CDA-4F18-B08D-37FDB0EC34D2}">
      <dgm:prSet/>
      <dgm:spPr/>
      <dgm:t>
        <a:bodyPr/>
        <a:lstStyle/>
        <a:p>
          <a:endParaRPr lang="en-US"/>
        </a:p>
      </dgm:t>
    </dgm:pt>
    <dgm:pt modelId="{6767CF42-2FF4-4A86-965F-0567631DF7BD}">
      <dgm:prSet/>
      <dgm:spPr/>
      <dgm:t>
        <a:bodyPr/>
        <a:lstStyle/>
        <a:p>
          <a:r>
            <a:rPr lang="en-US"/>
            <a:t>Work through a case example to see the proper steps needed to take to resolve a case.</a:t>
          </a:r>
        </a:p>
      </dgm:t>
    </dgm:pt>
    <dgm:pt modelId="{DCF36432-2471-4B2B-9231-F514A8C527FE}" type="parTrans" cxnId="{5A86CAA2-6BC8-4351-B892-149A15343E9D}">
      <dgm:prSet/>
      <dgm:spPr/>
      <dgm:t>
        <a:bodyPr/>
        <a:lstStyle/>
        <a:p>
          <a:endParaRPr lang="en-US"/>
        </a:p>
      </dgm:t>
    </dgm:pt>
    <dgm:pt modelId="{C720383B-5D2E-46AF-B4CC-F08D14AFB131}" type="sibTrans" cxnId="{5A86CAA2-6BC8-4351-B892-149A15343E9D}">
      <dgm:prSet/>
      <dgm:spPr/>
      <dgm:t>
        <a:bodyPr/>
        <a:lstStyle/>
        <a:p>
          <a:endParaRPr lang="en-US"/>
        </a:p>
      </dgm:t>
    </dgm:pt>
    <dgm:pt modelId="{799FC086-EDDA-42F0-9DD6-DC6934A71110}">
      <dgm:prSet/>
      <dgm:spPr/>
      <dgm:t>
        <a:bodyPr/>
        <a:lstStyle/>
        <a:p>
          <a:r>
            <a:rPr lang="en-US"/>
            <a:t>Learn the process of a grievance.</a:t>
          </a:r>
        </a:p>
      </dgm:t>
    </dgm:pt>
    <dgm:pt modelId="{2F825517-3A5F-428E-83D0-5E53DC772FD0}" type="parTrans" cxnId="{01F72789-98E6-4166-AA0D-2071CAF6B713}">
      <dgm:prSet/>
      <dgm:spPr/>
      <dgm:t>
        <a:bodyPr/>
        <a:lstStyle/>
        <a:p>
          <a:endParaRPr lang="en-US"/>
        </a:p>
      </dgm:t>
    </dgm:pt>
    <dgm:pt modelId="{292E8BA3-117E-4FA0-A98C-6E0854095F5E}" type="sibTrans" cxnId="{01F72789-98E6-4166-AA0D-2071CAF6B713}">
      <dgm:prSet/>
      <dgm:spPr/>
      <dgm:t>
        <a:bodyPr/>
        <a:lstStyle/>
        <a:p>
          <a:endParaRPr lang="en-US"/>
        </a:p>
      </dgm:t>
    </dgm:pt>
    <dgm:pt modelId="{2B512607-8CDF-492B-8BA2-2C92399C813D}">
      <dgm:prSet/>
      <dgm:spPr/>
      <dgm:t>
        <a:bodyPr/>
        <a:lstStyle/>
        <a:p>
          <a:r>
            <a:rPr lang="en-US"/>
            <a:t>Gain knowledge on ways to research the violations.</a:t>
          </a:r>
        </a:p>
      </dgm:t>
    </dgm:pt>
    <dgm:pt modelId="{9793E324-9E0A-4969-8CC6-390E7ED49019}" type="parTrans" cxnId="{FC5A197B-E293-4A29-8B00-6AFAF60C7C3C}">
      <dgm:prSet/>
      <dgm:spPr/>
      <dgm:t>
        <a:bodyPr/>
        <a:lstStyle/>
        <a:p>
          <a:endParaRPr lang="en-US"/>
        </a:p>
      </dgm:t>
    </dgm:pt>
    <dgm:pt modelId="{D05B05E3-B6CF-40D3-BD03-A2838761EB12}" type="sibTrans" cxnId="{FC5A197B-E293-4A29-8B00-6AFAF60C7C3C}">
      <dgm:prSet/>
      <dgm:spPr/>
      <dgm:t>
        <a:bodyPr/>
        <a:lstStyle/>
        <a:p>
          <a:endParaRPr lang="en-US"/>
        </a:p>
      </dgm:t>
    </dgm:pt>
    <dgm:pt modelId="{7A3F29CC-941B-4F71-965F-6A919766BED0}">
      <dgm:prSet/>
      <dgm:spPr/>
      <dgm:t>
        <a:bodyPr/>
        <a:lstStyle/>
        <a:p>
          <a:r>
            <a:rPr lang="en-US"/>
            <a:t>Processing the violations into an argument to show management the actions taken were incorrect.</a:t>
          </a:r>
        </a:p>
      </dgm:t>
    </dgm:pt>
    <dgm:pt modelId="{DC9CF893-6F51-4517-968A-D2B19A05BA6A}" type="parTrans" cxnId="{2F54889C-C5C9-40F6-8154-212E9D3338E5}">
      <dgm:prSet/>
      <dgm:spPr/>
      <dgm:t>
        <a:bodyPr/>
        <a:lstStyle/>
        <a:p>
          <a:endParaRPr lang="en-US"/>
        </a:p>
      </dgm:t>
    </dgm:pt>
    <dgm:pt modelId="{E16BC74D-3A34-4777-ABA1-8BED6FC52861}" type="sibTrans" cxnId="{2F54889C-C5C9-40F6-8154-212E9D3338E5}">
      <dgm:prSet/>
      <dgm:spPr/>
      <dgm:t>
        <a:bodyPr/>
        <a:lstStyle/>
        <a:p>
          <a:endParaRPr lang="en-US"/>
        </a:p>
      </dgm:t>
    </dgm:pt>
    <dgm:pt modelId="{9B30E1F3-E514-4191-80EC-B4B8E034D0F1}" type="pres">
      <dgm:prSet presAssocID="{006766FC-3AB1-43F8-A619-41A68CD4C86B}" presName="linear" presStyleCnt="0">
        <dgm:presLayoutVars>
          <dgm:animLvl val="lvl"/>
          <dgm:resizeHandles val="exact"/>
        </dgm:presLayoutVars>
      </dgm:prSet>
      <dgm:spPr/>
    </dgm:pt>
    <dgm:pt modelId="{27E26C2F-5B6B-48D8-AE8F-899C19542706}" type="pres">
      <dgm:prSet presAssocID="{52FEFB5F-93AA-4AB7-BD25-B9BEA835CAEE}" presName="parentText" presStyleLbl="node1" presStyleIdx="0" presStyleCnt="1">
        <dgm:presLayoutVars>
          <dgm:chMax val="0"/>
          <dgm:bulletEnabled val="1"/>
        </dgm:presLayoutVars>
      </dgm:prSet>
      <dgm:spPr/>
    </dgm:pt>
    <dgm:pt modelId="{7F51AC84-D52C-4D43-B265-9B48CC8A22EA}" type="pres">
      <dgm:prSet presAssocID="{52FEFB5F-93AA-4AB7-BD25-B9BEA835CAEE}" presName="childText" presStyleLbl="revTx" presStyleIdx="0" presStyleCnt="1">
        <dgm:presLayoutVars>
          <dgm:bulletEnabled val="1"/>
        </dgm:presLayoutVars>
      </dgm:prSet>
      <dgm:spPr/>
    </dgm:pt>
  </dgm:ptLst>
  <dgm:cxnLst>
    <dgm:cxn modelId="{EDCF2107-9969-4FD8-9787-531F1FF18F98}" type="presOf" srcId="{006766FC-3AB1-43F8-A619-41A68CD4C86B}" destId="{9B30E1F3-E514-4191-80EC-B4B8E034D0F1}" srcOrd="0" destOrd="0" presId="urn:microsoft.com/office/officeart/2005/8/layout/vList2"/>
    <dgm:cxn modelId="{13F1C207-4F14-4369-A1E6-69B50CC83B7C}" type="presOf" srcId="{799FC086-EDDA-42F0-9DD6-DC6934A71110}" destId="{7F51AC84-D52C-4D43-B265-9B48CC8A22EA}" srcOrd="0" destOrd="1" presId="urn:microsoft.com/office/officeart/2005/8/layout/vList2"/>
    <dgm:cxn modelId="{33F59965-2529-4320-AFD8-9383B978AA63}" type="presOf" srcId="{52FEFB5F-93AA-4AB7-BD25-B9BEA835CAEE}" destId="{27E26C2F-5B6B-48D8-AE8F-899C19542706}" srcOrd="0" destOrd="0" presId="urn:microsoft.com/office/officeart/2005/8/layout/vList2"/>
    <dgm:cxn modelId="{FCD9FE58-87E9-47FE-866D-B35D9D0F5899}" type="presOf" srcId="{2B512607-8CDF-492B-8BA2-2C92399C813D}" destId="{7F51AC84-D52C-4D43-B265-9B48CC8A22EA}" srcOrd="0" destOrd="2" presId="urn:microsoft.com/office/officeart/2005/8/layout/vList2"/>
    <dgm:cxn modelId="{FC5A197B-E293-4A29-8B00-6AFAF60C7C3C}" srcId="{52FEFB5F-93AA-4AB7-BD25-B9BEA835CAEE}" destId="{2B512607-8CDF-492B-8BA2-2C92399C813D}" srcOrd="2" destOrd="0" parTransId="{9793E324-9E0A-4969-8CC6-390E7ED49019}" sibTransId="{D05B05E3-B6CF-40D3-BD03-A2838761EB12}"/>
    <dgm:cxn modelId="{A820E283-562D-4215-BE33-C808C861942D}" type="presOf" srcId="{7A3F29CC-941B-4F71-965F-6A919766BED0}" destId="{7F51AC84-D52C-4D43-B265-9B48CC8A22EA}" srcOrd="0" destOrd="3" presId="urn:microsoft.com/office/officeart/2005/8/layout/vList2"/>
    <dgm:cxn modelId="{E9814984-8CDA-4F18-B08D-37FDB0EC34D2}" srcId="{006766FC-3AB1-43F8-A619-41A68CD4C86B}" destId="{52FEFB5F-93AA-4AB7-BD25-B9BEA835CAEE}" srcOrd="0" destOrd="0" parTransId="{C98B8F30-7A2A-46D3-B005-F14C05BEC9E8}" sibTransId="{1951F609-E454-4D46-B51D-E1DF8AE4037E}"/>
    <dgm:cxn modelId="{01F72789-98E6-4166-AA0D-2071CAF6B713}" srcId="{52FEFB5F-93AA-4AB7-BD25-B9BEA835CAEE}" destId="{799FC086-EDDA-42F0-9DD6-DC6934A71110}" srcOrd="1" destOrd="0" parTransId="{2F825517-3A5F-428E-83D0-5E53DC772FD0}" sibTransId="{292E8BA3-117E-4FA0-A98C-6E0854095F5E}"/>
    <dgm:cxn modelId="{235CDE90-D448-44DF-BCA2-4DBFA1B870BB}" type="presOf" srcId="{6767CF42-2FF4-4A86-965F-0567631DF7BD}" destId="{7F51AC84-D52C-4D43-B265-9B48CC8A22EA}" srcOrd="0" destOrd="0" presId="urn:microsoft.com/office/officeart/2005/8/layout/vList2"/>
    <dgm:cxn modelId="{2F54889C-C5C9-40F6-8154-212E9D3338E5}" srcId="{52FEFB5F-93AA-4AB7-BD25-B9BEA835CAEE}" destId="{7A3F29CC-941B-4F71-965F-6A919766BED0}" srcOrd="3" destOrd="0" parTransId="{DC9CF893-6F51-4517-968A-D2B19A05BA6A}" sibTransId="{E16BC74D-3A34-4777-ABA1-8BED6FC52861}"/>
    <dgm:cxn modelId="{5A86CAA2-6BC8-4351-B892-149A15343E9D}" srcId="{52FEFB5F-93AA-4AB7-BD25-B9BEA835CAEE}" destId="{6767CF42-2FF4-4A86-965F-0567631DF7BD}" srcOrd="0" destOrd="0" parTransId="{DCF36432-2471-4B2B-9231-F514A8C527FE}" sibTransId="{C720383B-5D2E-46AF-B4CC-F08D14AFB131}"/>
    <dgm:cxn modelId="{9E515BEB-0BC5-4AF1-8444-EA92E0762403}" type="presParOf" srcId="{9B30E1F3-E514-4191-80EC-B4B8E034D0F1}" destId="{27E26C2F-5B6B-48D8-AE8F-899C19542706}" srcOrd="0" destOrd="0" presId="urn:microsoft.com/office/officeart/2005/8/layout/vList2"/>
    <dgm:cxn modelId="{DAB75256-5575-4625-B365-D33205FB209F}" type="presParOf" srcId="{9B30E1F3-E514-4191-80EC-B4B8E034D0F1}" destId="{7F51AC84-D52C-4D43-B265-9B48CC8A22EA}" srcOrd="1"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C1702A0F-7777-4CA4-AF71-B3375DF7388F}" type="doc">
      <dgm:prSet loTypeId="urn:microsoft.com/office/officeart/2018/2/layout/IconVerticalSolidList" loCatId="icon" qsTypeId="urn:microsoft.com/office/officeart/2005/8/quickstyle/simple1" qsCatId="simple" csTypeId="urn:microsoft.com/office/officeart/2018/5/colors/Iconchunking_neutralicontext_colorful1" csCatId="colorful" phldr="1"/>
      <dgm:spPr/>
      <dgm:t>
        <a:bodyPr/>
        <a:lstStyle/>
        <a:p>
          <a:endParaRPr lang="en-US"/>
        </a:p>
      </dgm:t>
    </dgm:pt>
    <dgm:pt modelId="{5DAF5D63-D0D7-417C-9DB9-60B5E12BE2B6}">
      <dgm:prSet/>
      <dgm:spPr/>
      <dgm:t>
        <a:bodyPr/>
        <a:lstStyle/>
        <a:p>
          <a:r>
            <a:rPr lang="en-US"/>
            <a:t>IRM 6.630.1.13 (2) - To address the AWOL issuance.</a:t>
          </a:r>
        </a:p>
      </dgm:t>
    </dgm:pt>
    <dgm:pt modelId="{E9CAA993-20F7-45C2-8547-3DC6C0827CC6}" type="parTrans" cxnId="{93E9C2F4-950C-46E6-BBD1-1709E43C3D14}">
      <dgm:prSet/>
      <dgm:spPr/>
      <dgm:t>
        <a:bodyPr/>
        <a:lstStyle/>
        <a:p>
          <a:endParaRPr lang="en-US"/>
        </a:p>
      </dgm:t>
    </dgm:pt>
    <dgm:pt modelId="{ECB7B864-5699-4B84-B70C-B49464F7CE44}" type="sibTrans" cxnId="{93E9C2F4-950C-46E6-BBD1-1709E43C3D14}">
      <dgm:prSet/>
      <dgm:spPr/>
      <dgm:t>
        <a:bodyPr/>
        <a:lstStyle/>
        <a:p>
          <a:endParaRPr lang="en-US"/>
        </a:p>
      </dgm:t>
    </dgm:pt>
    <dgm:pt modelId="{6F12FCBC-C7A4-4203-B785-2A1F8DF51814}">
      <dgm:prSet/>
      <dgm:spPr/>
      <dgm:t>
        <a:bodyPr/>
        <a:lstStyle/>
        <a:p>
          <a:r>
            <a:rPr lang="en-US"/>
            <a:t>Article 32 Section 9 – Addressing the late AWOL given.</a:t>
          </a:r>
        </a:p>
      </dgm:t>
    </dgm:pt>
    <dgm:pt modelId="{49AA21F3-746A-48C4-8DDF-EB095348C5CC}" type="parTrans" cxnId="{CB191AA5-82A6-4141-BC00-26315B46EDAC}">
      <dgm:prSet/>
      <dgm:spPr/>
      <dgm:t>
        <a:bodyPr/>
        <a:lstStyle/>
        <a:p>
          <a:endParaRPr lang="en-US"/>
        </a:p>
      </dgm:t>
    </dgm:pt>
    <dgm:pt modelId="{EF87CEC5-0AF0-44B5-8DE0-7C1914AE3290}" type="sibTrans" cxnId="{CB191AA5-82A6-4141-BC00-26315B46EDAC}">
      <dgm:prSet/>
      <dgm:spPr/>
      <dgm:t>
        <a:bodyPr/>
        <a:lstStyle/>
        <a:p>
          <a:endParaRPr lang="en-US"/>
        </a:p>
      </dgm:t>
    </dgm:pt>
    <dgm:pt modelId="{B95C4D79-39A1-48D4-8A04-C815CAD0A479}">
      <dgm:prSet/>
      <dgm:spPr/>
      <dgm:t>
        <a:bodyPr/>
        <a:lstStyle/>
        <a:p>
          <a:r>
            <a:rPr lang="en-US"/>
            <a:t>Article 34 Section 2 – Addressing the fact the employee called in and followed proper procedures.</a:t>
          </a:r>
        </a:p>
      </dgm:t>
    </dgm:pt>
    <dgm:pt modelId="{DBCC83D1-A59E-4414-A780-9D49079FFF5B}" type="parTrans" cxnId="{5C4ED7B5-795E-4D02-B170-CB66AD2B29E5}">
      <dgm:prSet/>
      <dgm:spPr/>
      <dgm:t>
        <a:bodyPr/>
        <a:lstStyle/>
        <a:p>
          <a:endParaRPr lang="en-US"/>
        </a:p>
      </dgm:t>
    </dgm:pt>
    <dgm:pt modelId="{D681537B-D392-4010-AAC2-7463ADF171A5}" type="sibTrans" cxnId="{5C4ED7B5-795E-4D02-B170-CB66AD2B29E5}">
      <dgm:prSet/>
      <dgm:spPr/>
      <dgm:t>
        <a:bodyPr/>
        <a:lstStyle/>
        <a:p>
          <a:endParaRPr lang="en-US"/>
        </a:p>
      </dgm:t>
    </dgm:pt>
    <dgm:pt modelId="{3FA30F2B-182B-41F8-9768-51066FAD2133}">
      <dgm:prSet/>
      <dgm:spPr/>
      <dgm:t>
        <a:bodyPr/>
        <a:lstStyle/>
        <a:p>
          <a:r>
            <a:rPr lang="en-US"/>
            <a:t>Article 34 Section 3 – Addressing that medical documentation was provided correctly.</a:t>
          </a:r>
        </a:p>
      </dgm:t>
    </dgm:pt>
    <dgm:pt modelId="{50527E60-AABB-46F1-8EC0-2F379F12C124}" type="parTrans" cxnId="{372AE0DB-BF12-4DF9-A1F3-8CD2EEAADFAC}">
      <dgm:prSet/>
      <dgm:spPr/>
      <dgm:t>
        <a:bodyPr/>
        <a:lstStyle/>
        <a:p>
          <a:endParaRPr lang="en-US"/>
        </a:p>
      </dgm:t>
    </dgm:pt>
    <dgm:pt modelId="{6113FC57-3422-4A56-A1B4-98090FCEAD51}" type="sibTrans" cxnId="{372AE0DB-BF12-4DF9-A1F3-8CD2EEAADFAC}">
      <dgm:prSet/>
      <dgm:spPr/>
      <dgm:t>
        <a:bodyPr/>
        <a:lstStyle/>
        <a:p>
          <a:endParaRPr lang="en-US"/>
        </a:p>
      </dgm:t>
    </dgm:pt>
    <dgm:pt modelId="{6FA35ADA-ADB5-431C-B0BE-7708BB6A2944}" type="pres">
      <dgm:prSet presAssocID="{C1702A0F-7777-4CA4-AF71-B3375DF7388F}" presName="root" presStyleCnt="0">
        <dgm:presLayoutVars>
          <dgm:dir/>
          <dgm:resizeHandles val="exact"/>
        </dgm:presLayoutVars>
      </dgm:prSet>
      <dgm:spPr/>
    </dgm:pt>
    <dgm:pt modelId="{5D4B1552-55D4-4386-B9F2-C0FAEA8F9CF3}" type="pres">
      <dgm:prSet presAssocID="{5DAF5D63-D0D7-417C-9DB9-60B5E12BE2B6}" presName="compNode" presStyleCnt="0"/>
      <dgm:spPr/>
    </dgm:pt>
    <dgm:pt modelId="{7F8C1C52-18CE-4958-A5E3-B3A4E953D5D7}" type="pres">
      <dgm:prSet presAssocID="{5DAF5D63-D0D7-417C-9DB9-60B5E12BE2B6}" presName="bgRect" presStyleLbl="bgShp" presStyleIdx="0" presStyleCnt="4"/>
      <dgm:spPr/>
    </dgm:pt>
    <dgm:pt modelId="{A470ED37-22E5-4D17-8D8D-731D84D3128D}" type="pres">
      <dgm:prSet presAssocID="{5DAF5D63-D0D7-417C-9DB9-60B5E12BE2B6}" presName="iconRect" presStyleLbl="node1" presStyleIdx="0" presStyleCnt="4"/>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Cloud"/>
        </a:ext>
      </dgm:extLst>
    </dgm:pt>
    <dgm:pt modelId="{D397EF6A-7811-40ED-B264-F7E4DC779043}" type="pres">
      <dgm:prSet presAssocID="{5DAF5D63-D0D7-417C-9DB9-60B5E12BE2B6}" presName="spaceRect" presStyleCnt="0"/>
      <dgm:spPr/>
    </dgm:pt>
    <dgm:pt modelId="{53F7E3CB-608D-4629-8D4A-7ADEE5819179}" type="pres">
      <dgm:prSet presAssocID="{5DAF5D63-D0D7-417C-9DB9-60B5E12BE2B6}" presName="parTx" presStyleLbl="revTx" presStyleIdx="0" presStyleCnt="4">
        <dgm:presLayoutVars>
          <dgm:chMax val="0"/>
          <dgm:chPref val="0"/>
        </dgm:presLayoutVars>
      </dgm:prSet>
      <dgm:spPr/>
    </dgm:pt>
    <dgm:pt modelId="{5435859F-CC31-4CE3-9146-71BF99CE1B62}" type="pres">
      <dgm:prSet presAssocID="{ECB7B864-5699-4B84-B70C-B49464F7CE44}" presName="sibTrans" presStyleCnt="0"/>
      <dgm:spPr/>
    </dgm:pt>
    <dgm:pt modelId="{2292B03F-C94E-4CCC-A7B6-92B47EFDA570}" type="pres">
      <dgm:prSet presAssocID="{6F12FCBC-C7A4-4203-B785-2A1F8DF51814}" presName="compNode" presStyleCnt="0"/>
      <dgm:spPr/>
    </dgm:pt>
    <dgm:pt modelId="{BC4246DF-A826-4E4E-9EBB-CC29FD14E007}" type="pres">
      <dgm:prSet presAssocID="{6F12FCBC-C7A4-4203-B785-2A1F8DF51814}" presName="bgRect" presStyleLbl="bgShp" presStyleIdx="1" presStyleCnt="4"/>
      <dgm:spPr/>
    </dgm:pt>
    <dgm:pt modelId="{FE6898E2-FDAA-4378-A505-CBA9B658DBBD}" type="pres">
      <dgm:prSet presAssocID="{6F12FCBC-C7A4-4203-B785-2A1F8DF51814}" presName="iconRect" presStyleLbl="node1" presStyleIdx="1" presStyleCnt="4"/>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Checkmark"/>
        </a:ext>
      </dgm:extLst>
    </dgm:pt>
    <dgm:pt modelId="{7322DFC8-BABF-4EE6-9950-98D9FD87E22E}" type="pres">
      <dgm:prSet presAssocID="{6F12FCBC-C7A4-4203-B785-2A1F8DF51814}" presName="spaceRect" presStyleCnt="0"/>
      <dgm:spPr/>
    </dgm:pt>
    <dgm:pt modelId="{90E44700-11DC-4659-AEF3-683D3D934106}" type="pres">
      <dgm:prSet presAssocID="{6F12FCBC-C7A4-4203-B785-2A1F8DF51814}" presName="parTx" presStyleLbl="revTx" presStyleIdx="1" presStyleCnt="4">
        <dgm:presLayoutVars>
          <dgm:chMax val="0"/>
          <dgm:chPref val="0"/>
        </dgm:presLayoutVars>
      </dgm:prSet>
      <dgm:spPr/>
    </dgm:pt>
    <dgm:pt modelId="{A6B3E642-4347-4FB3-B9C8-73CCD15D2A25}" type="pres">
      <dgm:prSet presAssocID="{EF87CEC5-0AF0-44B5-8DE0-7C1914AE3290}" presName="sibTrans" presStyleCnt="0"/>
      <dgm:spPr/>
    </dgm:pt>
    <dgm:pt modelId="{2421519A-B793-4CF6-B8B8-BF84EA3B23FE}" type="pres">
      <dgm:prSet presAssocID="{B95C4D79-39A1-48D4-8A04-C815CAD0A479}" presName="compNode" presStyleCnt="0"/>
      <dgm:spPr/>
    </dgm:pt>
    <dgm:pt modelId="{ED7FEC77-D8CB-4CA6-BD57-23E957CA1ED4}" type="pres">
      <dgm:prSet presAssocID="{B95C4D79-39A1-48D4-8A04-C815CAD0A479}" presName="bgRect" presStyleLbl="bgShp" presStyleIdx="2" presStyleCnt="4"/>
      <dgm:spPr/>
    </dgm:pt>
    <dgm:pt modelId="{B4A77E2A-1E3C-4D0A-A814-1DCE11F39714}" type="pres">
      <dgm:prSet presAssocID="{B95C4D79-39A1-48D4-8A04-C815CAD0A479}" presName="iconRect" presStyleLbl="node1" presStyleIdx="2" presStyleCnt="4"/>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a:noFill/>
        </a:ln>
      </dgm:spPr>
      <dgm:extLst>
        <a:ext uri="{E40237B7-FDA0-4F09-8148-C483321AD2D9}">
          <dgm14:cNvPr xmlns:dgm14="http://schemas.microsoft.com/office/drawing/2010/diagram" id="0" name="" descr="Document"/>
        </a:ext>
      </dgm:extLst>
    </dgm:pt>
    <dgm:pt modelId="{AA877DEC-C650-4E0A-8734-E8EA5718BF69}" type="pres">
      <dgm:prSet presAssocID="{B95C4D79-39A1-48D4-8A04-C815CAD0A479}" presName="spaceRect" presStyleCnt="0"/>
      <dgm:spPr/>
    </dgm:pt>
    <dgm:pt modelId="{F030DB6B-DF5F-452C-A018-088034483520}" type="pres">
      <dgm:prSet presAssocID="{B95C4D79-39A1-48D4-8A04-C815CAD0A479}" presName="parTx" presStyleLbl="revTx" presStyleIdx="2" presStyleCnt="4">
        <dgm:presLayoutVars>
          <dgm:chMax val="0"/>
          <dgm:chPref val="0"/>
        </dgm:presLayoutVars>
      </dgm:prSet>
      <dgm:spPr/>
    </dgm:pt>
    <dgm:pt modelId="{A3F4A0AC-8B86-4A44-A8A8-B7CC7EE821C2}" type="pres">
      <dgm:prSet presAssocID="{D681537B-D392-4010-AAC2-7463ADF171A5}" presName="sibTrans" presStyleCnt="0"/>
      <dgm:spPr/>
    </dgm:pt>
    <dgm:pt modelId="{A6D2899A-AD4A-4034-9F6E-FA39E40AC0C9}" type="pres">
      <dgm:prSet presAssocID="{3FA30F2B-182B-41F8-9768-51066FAD2133}" presName="compNode" presStyleCnt="0"/>
      <dgm:spPr/>
    </dgm:pt>
    <dgm:pt modelId="{EAFE52B1-CE70-4CD4-AD3C-4B7340E4FB65}" type="pres">
      <dgm:prSet presAssocID="{3FA30F2B-182B-41F8-9768-51066FAD2133}" presName="bgRect" presStyleLbl="bgShp" presStyleIdx="3" presStyleCnt="4"/>
      <dgm:spPr/>
    </dgm:pt>
    <dgm:pt modelId="{2A86BF48-9C39-4962-A6A1-A5155256DC46}" type="pres">
      <dgm:prSet presAssocID="{3FA30F2B-182B-41F8-9768-51066FAD2133}" presName="iconRect" presStyleLbl="node1" presStyleIdx="3" presStyleCnt="4"/>
      <dgm:spPr>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a:noFill/>
        </a:ln>
      </dgm:spPr>
      <dgm:extLst>
        <a:ext uri="{E40237B7-FDA0-4F09-8148-C483321AD2D9}">
          <dgm14:cNvPr xmlns:dgm14="http://schemas.microsoft.com/office/drawing/2010/diagram" id="0" name="" descr="Stethoscope"/>
        </a:ext>
      </dgm:extLst>
    </dgm:pt>
    <dgm:pt modelId="{7200BBAB-02D4-4A58-8759-941415415B5A}" type="pres">
      <dgm:prSet presAssocID="{3FA30F2B-182B-41F8-9768-51066FAD2133}" presName="spaceRect" presStyleCnt="0"/>
      <dgm:spPr/>
    </dgm:pt>
    <dgm:pt modelId="{4EAC6105-A8BC-47FB-9DA3-3DA609877AFA}" type="pres">
      <dgm:prSet presAssocID="{3FA30F2B-182B-41F8-9768-51066FAD2133}" presName="parTx" presStyleLbl="revTx" presStyleIdx="3" presStyleCnt="4">
        <dgm:presLayoutVars>
          <dgm:chMax val="0"/>
          <dgm:chPref val="0"/>
        </dgm:presLayoutVars>
      </dgm:prSet>
      <dgm:spPr/>
    </dgm:pt>
  </dgm:ptLst>
  <dgm:cxnLst>
    <dgm:cxn modelId="{7F6D2632-F8DF-4102-9AF8-6FB64E244649}" type="presOf" srcId="{3FA30F2B-182B-41F8-9768-51066FAD2133}" destId="{4EAC6105-A8BC-47FB-9DA3-3DA609877AFA}" srcOrd="0" destOrd="0" presId="urn:microsoft.com/office/officeart/2018/2/layout/IconVerticalSolidList"/>
    <dgm:cxn modelId="{E046155C-400D-4575-A947-854440CC851A}" type="presOf" srcId="{C1702A0F-7777-4CA4-AF71-B3375DF7388F}" destId="{6FA35ADA-ADB5-431C-B0BE-7708BB6A2944}" srcOrd="0" destOrd="0" presId="urn:microsoft.com/office/officeart/2018/2/layout/IconVerticalSolidList"/>
    <dgm:cxn modelId="{CB191AA5-82A6-4141-BC00-26315B46EDAC}" srcId="{C1702A0F-7777-4CA4-AF71-B3375DF7388F}" destId="{6F12FCBC-C7A4-4203-B785-2A1F8DF51814}" srcOrd="1" destOrd="0" parTransId="{49AA21F3-746A-48C4-8DDF-EB095348C5CC}" sibTransId="{EF87CEC5-0AF0-44B5-8DE0-7C1914AE3290}"/>
    <dgm:cxn modelId="{5C4ED7B5-795E-4D02-B170-CB66AD2B29E5}" srcId="{C1702A0F-7777-4CA4-AF71-B3375DF7388F}" destId="{B95C4D79-39A1-48D4-8A04-C815CAD0A479}" srcOrd="2" destOrd="0" parTransId="{DBCC83D1-A59E-4414-A780-9D49079FFF5B}" sibTransId="{D681537B-D392-4010-AAC2-7463ADF171A5}"/>
    <dgm:cxn modelId="{8005BBD7-4A8C-4867-B908-E0090BDE2D7F}" type="presOf" srcId="{5DAF5D63-D0D7-417C-9DB9-60B5E12BE2B6}" destId="{53F7E3CB-608D-4629-8D4A-7ADEE5819179}" srcOrd="0" destOrd="0" presId="urn:microsoft.com/office/officeart/2018/2/layout/IconVerticalSolidList"/>
    <dgm:cxn modelId="{372AE0DB-BF12-4DF9-A1F3-8CD2EEAADFAC}" srcId="{C1702A0F-7777-4CA4-AF71-B3375DF7388F}" destId="{3FA30F2B-182B-41F8-9768-51066FAD2133}" srcOrd="3" destOrd="0" parTransId="{50527E60-AABB-46F1-8EC0-2F379F12C124}" sibTransId="{6113FC57-3422-4A56-A1B4-98090FCEAD51}"/>
    <dgm:cxn modelId="{91F76DEF-8336-4639-A487-1CFF6F1A037D}" type="presOf" srcId="{6F12FCBC-C7A4-4203-B785-2A1F8DF51814}" destId="{90E44700-11DC-4659-AEF3-683D3D934106}" srcOrd="0" destOrd="0" presId="urn:microsoft.com/office/officeart/2018/2/layout/IconVerticalSolidList"/>
    <dgm:cxn modelId="{93E9C2F4-950C-46E6-BBD1-1709E43C3D14}" srcId="{C1702A0F-7777-4CA4-AF71-B3375DF7388F}" destId="{5DAF5D63-D0D7-417C-9DB9-60B5E12BE2B6}" srcOrd="0" destOrd="0" parTransId="{E9CAA993-20F7-45C2-8547-3DC6C0827CC6}" sibTransId="{ECB7B864-5699-4B84-B70C-B49464F7CE44}"/>
    <dgm:cxn modelId="{025EEBFF-1D80-4C44-A8D8-AB6F8C262CBC}" type="presOf" srcId="{B95C4D79-39A1-48D4-8A04-C815CAD0A479}" destId="{F030DB6B-DF5F-452C-A018-088034483520}" srcOrd="0" destOrd="0" presId="urn:microsoft.com/office/officeart/2018/2/layout/IconVerticalSolidList"/>
    <dgm:cxn modelId="{96BAEBC1-BB99-4E1F-ACEB-62A8F44772EA}" type="presParOf" srcId="{6FA35ADA-ADB5-431C-B0BE-7708BB6A2944}" destId="{5D4B1552-55D4-4386-B9F2-C0FAEA8F9CF3}" srcOrd="0" destOrd="0" presId="urn:microsoft.com/office/officeart/2018/2/layout/IconVerticalSolidList"/>
    <dgm:cxn modelId="{48207BFB-657B-47A1-8C44-D5775429CF4C}" type="presParOf" srcId="{5D4B1552-55D4-4386-B9F2-C0FAEA8F9CF3}" destId="{7F8C1C52-18CE-4958-A5E3-B3A4E953D5D7}" srcOrd="0" destOrd="0" presId="urn:microsoft.com/office/officeart/2018/2/layout/IconVerticalSolidList"/>
    <dgm:cxn modelId="{1BD5447B-EFC3-4796-A8BA-92E5ED5EF9DD}" type="presParOf" srcId="{5D4B1552-55D4-4386-B9F2-C0FAEA8F9CF3}" destId="{A470ED37-22E5-4D17-8D8D-731D84D3128D}" srcOrd="1" destOrd="0" presId="urn:microsoft.com/office/officeart/2018/2/layout/IconVerticalSolidList"/>
    <dgm:cxn modelId="{6750916D-10E6-4F95-86B3-7CCA78C729D8}" type="presParOf" srcId="{5D4B1552-55D4-4386-B9F2-C0FAEA8F9CF3}" destId="{D397EF6A-7811-40ED-B264-F7E4DC779043}" srcOrd="2" destOrd="0" presId="urn:microsoft.com/office/officeart/2018/2/layout/IconVerticalSolidList"/>
    <dgm:cxn modelId="{211D3089-D0E7-4D81-A14E-F3063EC1AD07}" type="presParOf" srcId="{5D4B1552-55D4-4386-B9F2-C0FAEA8F9CF3}" destId="{53F7E3CB-608D-4629-8D4A-7ADEE5819179}" srcOrd="3" destOrd="0" presId="urn:microsoft.com/office/officeart/2018/2/layout/IconVerticalSolidList"/>
    <dgm:cxn modelId="{95263536-1966-4A12-BBAF-A4C23E5EB815}" type="presParOf" srcId="{6FA35ADA-ADB5-431C-B0BE-7708BB6A2944}" destId="{5435859F-CC31-4CE3-9146-71BF99CE1B62}" srcOrd="1" destOrd="0" presId="urn:microsoft.com/office/officeart/2018/2/layout/IconVerticalSolidList"/>
    <dgm:cxn modelId="{3699BAE8-9AE2-4CA8-866F-B775CA249296}" type="presParOf" srcId="{6FA35ADA-ADB5-431C-B0BE-7708BB6A2944}" destId="{2292B03F-C94E-4CCC-A7B6-92B47EFDA570}" srcOrd="2" destOrd="0" presId="urn:microsoft.com/office/officeart/2018/2/layout/IconVerticalSolidList"/>
    <dgm:cxn modelId="{6A591B3A-4E6B-4A33-8A78-DA2BFBAC6D8A}" type="presParOf" srcId="{2292B03F-C94E-4CCC-A7B6-92B47EFDA570}" destId="{BC4246DF-A826-4E4E-9EBB-CC29FD14E007}" srcOrd="0" destOrd="0" presId="urn:microsoft.com/office/officeart/2018/2/layout/IconVerticalSolidList"/>
    <dgm:cxn modelId="{F30EB7CA-A1E7-49C0-92E0-31F0D86826A9}" type="presParOf" srcId="{2292B03F-C94E-4CCC-A7B6-92B47EFDA570}" destId="{FE6898E2-FDAA-4378-A505-CBA9B658DBBD}" srcOrd="1" destOrd="0" presId="urn:microsoft.com/office/officeart/2018/2/layout/IconVerticalSolidList"/>
    <dgm:cxn modelId="{766A1E15-A9EB-4639-A2F6-82DF65DBE461}" type="presParOf" srcId="{2292B03F-C94E-4CCC-A7B6-92B47EFDA570}" destId="{7322DFC8-BABF-4EE6-9950-98D9FD87E22E}" srcOrd="2" destOrd="0" presId="urn:microsoft.com/office/officeart/2018/2/layout/IconVerticalSolidList"/>
    <dgm:cxn modelId="{926F76CD-0F61-4E90-B3DB-C1AEEDF5B2D7}" type="presParOf" srcId="{2292B03F-C94E-4CCC-A7B6-92B47EFDA570}" destId="{90E44700-11DC-4659-AEF3-683D3D934106}" srcOrd="3" destOrd="0" presId="urn:microsoft.com/office/officeart/2018/2/layout/IconVerticalSolidList"/>
    <dgm:cxn modelId="{629F3B6B-9216-489E-8E96-F86D0B555886}" type="presParOf" srcId="{6FA35ADA-ADB5-431C-B0BE-7708BB6A2944}" destId="{A6B3E642-4347-4FB3-B9C8-73CCD15D2A25}" srcOrd="3" destOrd="0" presId="urn:microsoft.com/office/officeart/2018/2/layout/IconVerticalSolidList"/>
    <dgm:cxn modelId="{F3F2FD5B-0C28-4AFA-95AC-14BE64A6F740}" type="presParOf" srcId="{6FA35ADA-ADB5-431C-B0BE-7708BB6A2944}" destId="{2421519A-B793-4CF6-B8B8-BF84EA3B23FE}" srcOrd="4" destOrd="0" presId="urn:microsoft.com/office/officeart/2018/2/layout/IconVerticalSolidList"/>
    <dgm:cxn modelId="{8FD4A7E2-06C8-4B2B-BA25-34922B1200F3}" type="presParOf" srcId="{2421519A-B793-4CF6-B8B8-BF84EA3B23FE}" destId="{ED7FEC77-D8CB-4CA6-BD57-23E957CA1ED4}" srcOrd="0" destOrd="0" presId="urn:microsoft.com/office/officeart/2018/2/layout/IconVerticalSolidList"/>
    <dgm:cxn modelId="{D15A6A4B-40E0-4584-852F-48551FE66E87}" type="presParOf" srcId="{2421519A-B793-4CF6-B8B8-BF84EA3B23FE}" destId="{B4A77E2A-1E3C-4D0A-A814-1DCE11F39714}" srcOrd="1" destOrd="0" presId="urn:microsoft.com/office/officeart/2018/2/layout/IconVerticalSolidList"/>
    <dgm:cxn modelId="{726078E3-F06A-4559-93F4-74A2BDA5584F}" type="presParOf" srcId="{2421519A-B793-4CF6-B8B8-BF84EA3B23FE}" destId="{AA877DEC-C650-4E0A-8734-E8EA5718BF69}" srcOrd="2" destOrd="0" presId="urn:microsoft.com/office/officeart/2018/2/layout/IconVerticalSolidList"/>
    <dgm:cxn modelId="{B912322F-7F3F-42AC-B1F8-834A334FA4F0}" type="presParOf" srcId="{2421519A-B793-4CF6-B8B8-BF84EA3B23FE}" destId="{F030DB6B-DF5F-452C-A018-088034483520}" srcOrd="3" destOrd="0" presId="urn:microsoft.com/office/officeart/2018/2/layout/IconVerticalSolidList"/>
    <dgm:cxn modelId="{83D3B26B-D7C0-4C9D-BDEF-C23DD5DF7D27}" type="presParOf" srcId="{6FA35ADA-ADB5-431C-B0BE-7708BB6A2944}" destId="{A3F4A0AC-8B86-4A44-A8A8-B7CC7EE821C2}" srcOrd="5" destOrd="0" presId="urn:microsoft.com/office/officeart/2018/2/layout/IconVerticalSolidList"/>
    <dgm:cxn modelId="{070F8629-008F-43C0-8183-D91AD65002FF}" type="presParOf" srcId="{6FA35ADA-ADB5-431C-B0BE-7708BB6A2944}" destId="{A6D2899A-AD4A-4034-9F6E-FA39E40AC0C9}" srcOrd="6" destOrd="0" presId="urn:microsoft.com/office/officeart/2018/2/layout/IconVerticalSolidList"/>
    <dgm:cxn modelId="{38E081FF-7A3B-4411-84B8-57BD1346F8B5}" type="presParOf" srcId="{A6D2899A-AD4A-4034-9F6E-FA39E40AC0C9}" destId="{EAFE52B1-CE70-4CD4-AD3C-4B7340E4FB65}" srcOrd="0" destOrd="0" presId="urn:microsoft.com/office/officeart/2018/2/layout/IconVerticalSolidList"/>
    <dgm:cxn modelId="{8C9E96A7-0657-4C58-A11E-982365238187}" type="presParOf" srcId="{A6D2899A-AD4A-4034-9F6E-FA39E40AC0C9}" destId="{2A86BF48-9C39-4962-A6A1-A5155256DC46}" srcOrd="1" destOrd="0" presId="urn:microsoft.com/office/officeart/2018/2/layout/IconVerticalSolidList"/>
    <dgm:cxn modelId="{63FAE012-306D-4942-8665-6977DBD11731}" type="presParOf" srcId="{A6D2899A-AD4A-4034-9F6E-FA39E40AC0C9}" destId="{7200BBAB-02D4-4A58-8759-941415415B5A}" srcOrd="2" destOrd="0" presId="urn:microsoft.com/office/officeart/2018/2/layout/IconVerticalSolidList"/>
    <dgm:cxn modelId="{17CBB712-903E-49BE-B874-74A61F8DD71C}" type="presParOf" srcId="{A6D2899A-AD4A-4034-9F6E-FA39E40AC0C9}" destId="{4EAC6105-A8BC-47FB-9DA3-3DA609877AFA}" srcOrd="3" destOrd="0" presId="urn:microsoft.com/office/officeart/2018/2/layout/IconVerticalSoli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D41EBA37-8324-4F37-8707-0EE3C539E615}" type="doc">
      <dgm:prSet loTypeId="urn:microsoft.com/office/officeart/2005/8/layout/hierarchy1" loCatId="hierarchy" qsTypeId="urn:microsoft.com/office/officeart/2005/8/quickstyle/simple1" qsCatId="simple" csTypeId="urn:microsoft.com/office/officeart/2005/8/colors/colorful2" csCatId="colorful"/>
      <dgm:spPr/>
      <dgm:t>
        <a:bodyPr/>
        <a:lstStyle/>
        <a:p>
          <a:endParaRPr lang="en-US"/>
        </a:p>
      </dgm:t>
    </dgm:pt>
    <dgm:pt modelId="{B1E5F616-43A7-4090-9731-6658BD212441}">
      <dgm:prSet/>
      <dgm:spPr/>
      <dgm:t>
        <a:bodyPr/>
        <a:lstStyle/>
        <a:p>
          <a:r>
            <a:rPr lang="en-US"/>
            <a:t>Instead of calling, we could have chosen to physically walk to their office. This gives a very personal one on one time to discuss the case where you can see the managers reactions. This can be helpful sometimes especially if you think there may be a possibility that a manager is hiding something or not being fully transparent.</a:t>
          </a:r>
        </a:p>
      </dgm:t>
    </dgm:pt>
    <dgm:pt modelId="{EEC3F814-0BF3-4742-AA56-1F47965A1DA2}" type="parTrans" cxnId="{59733C8A-640A-4DAA-8FB8-1089F5EC425F}">
      <dgm:prSet/>
      <dgm:spPr/>
      <dgm:t>
        <a:bodyPr/>
        <a:lstStyle/>
        <a:p>
          <a:endParaRPr lang="en-US"/>
        </a:p>
      </dgm:t>
    </dgm:pt>
    <dgm:pt modelId="{FEA1C234-4FE7-4EEC-8884-821C498C5FE3}" type="sibTrans" cxnId="{59733C8A-640A-4DAA-8FB8-1089F5EC425F}">
      <dgm:prSet/>
      <dgm:spPr/>
      <dgm:t>
        <a:bodyPr/>
        <a:lstStyle/>
        <a:p>
          <a:endParaRPr lang="en-US"/>
        </a:p>
      </dgm:t>
    </dgm:pt>
    <dgm:pt modelId="{A0960DB7-905B-4EA9-9F3A-68E4AD009FF2}">
      <dgm:prSet/>
      <dgm:spPr/>
      <dgm:t>
        <a:bodyPr/>
        <a:lstStyle/>
        <a:p>
          <a:r>
            <a:rPr lang="en-US"/>
            <a:t>We could have also chosen to send an email over the case. This is a good option also as it creates a written record and forces the other party to also give a written record. This can also be helpful because people let certain guards down through emails than they would if in person.</a:t>
          </a:r>
        </a:p>
      </dgm:t>
    </dgm:pt>
    <dgm:pt modelId="{F6C8338C-68F7-4AF6-BB9C-81039B202709}" type="parTrans" cxnId="{85D56342-0973-4AF5-B1E2-7D9512FFE0D9}">
      <dgm:prSet/>
      <dgm:spPr/>
      <dgm:t>
        <a:bodyPr/>
        <a:lstStyle/>
        <a:p>
          <a:endParaRPr lang="en-US"/>
        </a:p>
      </dgm:t>
    </dgm:pt>
    <dgm:pt modelId="{1489616B-73C6-4378-B075-5FC648FBF667}" type="sibTrans" cxnId="{85D56342-0973-4AF5-B1E2-7D9512FFE0D9}">
      <dgm:prSet/>
      <dgm:spPr/>
      <dgm:t>
        <a:bodyPr/>
        <a:lstStyle/>
        <a:p>
          <a:endParaRPr lang="en-US"/>
        </a:p>
      </dgm:t>
    </dgm:pt>
    <dgm:pt modelId="{0E54E23B-03AE-4320-B925-C1F9B2E17B8F}" type="pres">
      <dgm:prSet presAssocID="{D41EBA37-8324-4F37-8707-0EE3C539E615}" presName="hierChild1" presStyleCnt="0">
        <dgm:presLayoutVars>
          <dgm:chPref val="1"/>
          <dgm:dir/>
          <dgm:animOne val="branch"/>
          <dgm:animLvl val="lvl"/>
          <dgm:resizeHandles/>
        </dgm:presLayoutVars>
      </dgm:prSet>
      <dgm:spPr/>
    </dgm:pt>
    <dgm:pt modelId="{7235DD90-E366-4B1D-8573-53A713D78B05}" type="pres">
      <dgm:prSet presAssocID="{B1E5F616-43A7-4090-9731-6658BD212441}" presName="hierRoot1" presStyleCnt="0"/>
      <dgm:spPr/>
    </dgm:pt>
    <dgm:pt modelId="{E3E09E3A-9EAA-45B4-A529-88C9834F34CD}" type="pres">
      <dgm:prSet presAssocID="{B1E5F616-43A7-4090-9731-6658BD212441}" presName="composite" presStyleCnt="0"/>
      <dgm:spPr/>
    </dgm:pt>
    <dgm:pt modelId="{0EDF9F3C-F269-42F8-AC49-31046FFDBC46}" type="pres">
      <dgm:prSet presAssocID="{B1E5F616-43A7-4090-9731-6658BD212441}" presName="background" presStyleLbl="node0" presStyleIdx="0" presStyleCnt="2"/>
      <dgm:spPr/>
    </dgm:pt>
    <dgm:pt modelId="{28373BBE-7D7D-47BF-A898-140042C74DE7}" type="pres">
      <dgm:prSet presAssocID="{B1E5F616-43A7-4090-9731-6658BD212441}" presName="text" presStyleLbl="fgAcc0" presStyleIdx="0" presStyleCnt="2">
        <dgm:presLayoutVars>
          <dgm:chPref val="3"/>
        </dgm:presLayoutVars>
      </dgm:prSet>
      <dgm:spPr/>
    </dgm:pt>
    <dgm:pt modelId="{5E60A489-C772-45D0-92AB-9C93B4BD968B}" type="pres">
      <dgm:prSet presAssocID="{B1E5F616-43A7-4090-9731-6658BD212441}" presName="hierChild2" presStyleCnt="0"/>
      <dgm:spPr/>
    </dgm:pt>
    <dgm:pt modelId="{8CF07813-3D94-4498-9B00-159EA52DEB5C}" type="pres">
      <dgm:prSet presAssocID="{A0960DB7-905B-4EA9-9F3A-68E4AD009FF2}" presName="hierRoot1" presStyleCnt="0"/>
      <dgm:spPr/>
    </dgm:pt>
    <dgm:pt modelId="{B89283C8-72C7-499A-B790-96DB5289DC3D}" type="pres">
      <dgm:prSet presAssocID="{A0960DB7-905B-4EA9-9F3A-68E4AD009FF2}" presName="composite" presStyleCnt="0"/>
      <dgm:spPr/>
    </dgm:pt>
    <dgm:pt modelId="{6D1FE811-F794-4DFE-8D58-887EB59B0198}" type="pres">
      <dgm:prSet presAssocID="{A0960DB7-905B-4EA9-9F3A-68E4AD009FF2}" presName="background" presStyleLbl="node0" presStyleIdx="1" presStyleCnt="2"/>
      <dgm:spPr/>
    </dgm:pt>
    <dgm:pt modelId="{CB61E150-0904-4EF9-A292-385C401A6673}" type="pres">
      <dgm:prSet presAssocID="{A0960DB7-905B-4EA9-9F3A-68E4AD009FF2}" presName="text" presStyleLbl="fgAcc0" presStyleIdx="1" presStyleCnt="2">
        <dgm:presLayoutVars>
          <dgm:chPref val="3"/>
        </dgm:presLayoutVars>
      </dgm:prSet>
      <dgm:spPr/>
    </dgm:pt>
    <dgm:pt modelId="{C20193F7-E87B-4B7B-8630-4AD3AD42FC45}" type="pres">
      <dgm:prSet presAssocID="{A0960DB7-905B-4EA9-9F3A-68E4AD009FF2}" presName="hierChild2" presStyleCnt="0"/>
      <dgm:spPr/>
    </dgm:pt>
  </dgm:ptLst>
  <dgm:cxnLst>
    <dgm:cxn modelId="{7EAE5C61-003B-470C-9605-3D3F6CBAA77E}" type="presOf" srcId="{A0960DB7-905B-4EA9-9F3A-68E4AD009FF2}" destId="{CB61E150-0904-4EF9-A292-385C401A6673}" srcOrd="0" destOrd="0" presId="urn:microsoft.com/office/officeart/2005/8/layout/hierarchy1"/>
    <dgm:cxn modelId="{85D56342-0973-4AF5-B1E2-7D9512FFE0D9}" srcId="{D41EBA37-8324-4F37-8707-0EE3C539E615}" destId="{A0960DB7-905B-4EA9-9F3A-68E4AD009FF2}" srcOrd="1" destOrd="0" parTransId="{F6C8338C-68F7-4AF6-BB9C-81039B202709}" sibTransId="{1489616B-73C6-4378-B075-5FC648FBF667}"/>
    <dgm:cxn modelId="{F1321047-6527-4305-973D-686D3F99A50A}" type="presOf" srcId="{B1E5F616-43A7-4090-9731-6658BD212441}" destId="{28373BBE-7D7D-47BF-A898-140042C74DE7}" srcOrd="0" destOrd="0" presId="urn:microsoft.com/office/officeart/2005/8/layout/hierarchy1"/>
    <dgm:cxn modelId="{A0B7756A-629A-4F83-9A6A-4E16520AE39E}" type="presOf" srcId="{D41EBA37-8324-4F37-8707-0EE3C539E615}" destId="{0E54E23B-03AE-4320-B925-C1F9B2E17B8F}" srcOrd="0" destOrd="0" presId="urn:microsoft.com/office/officeart/2005/8/layout/hierarchy1"/>
    <dgm:cxn modelId="{59733C8A-640A-4DAA-8FB8-1089F5EC425F}" srcId="{D41EBA37-8324-4F37-8707-0EE3C539E615}" destId="{B1E5F616-43A7-4090-9731-6658BD212441}" srcOrd="0" destOrd="0" parTransId="{EEC3F814-0BF3-4742-AA56-1F47965A1DA2}" sibTransId="{FEA1C234-4FE7-4EEC-8884-821C498C5FE3}"/>
    <dgm:cxn modelId="{8468D7BE-3AFF-4088-8CA2-812BA142EC68}" type="presParOf" srcId="{0E54E23B-03AE-4320-B925-C1F9B2E17B8F}" destId="{7235DD90-E366-4B1D-8573-53A713D78B05}" srcOrd="0" destOrd="0" presId="urn:microsoft.com/office/officeart/2005/8/layout/hierarchy1"/>
    <dgm:cxn modelId="{1D36B41A-9DAB-406B-93D4-4A86C5FB6641}" type="presParOf" srcId="{7235DD90-E366-4B1D-8573-53A713D78B05}" destId="{E3E09E3A-9EAA-45B4-A529-88C9834F34CD}" srcOrd="0" destOrd="0" presId="urn:microsoft.com/office/officeart/2005/8/layout/hierarchy1"/>
    <dgm:cxn modelId="{68F285C1-16FF-4508-92A7-CB6AE833C6A3}" type="presParOf" srcId="{E3E09E3A-9EAA-45B4-A529-88C9834F34CD}" destId="{0EDF9F3C-F269-42F8-AC49-31046FFDBC46}" srcOrd="0" destOrd="0" presId="urn:microsoft.com/office/officeart/2005/8/layout/hierarchy1"/>
    <dgm:cxn modelId="{C6259F57-ACB8-4B30-A00A-9B07A6136F99}" type="presParOf" srcId="{E3E09E3A-9EAA-45B4-A529-88C9834F34CD}" destId="{28373BBE-7D7D-47BF-A898-140042C74DE7}" srcOrd="1" destOrd="0" presId="urn:microsoft.com/office/officeart/2005/8/layout/hierarchy1"/>
    <dgm:cxn modelId="{446FD07D-289A-4FDC-86B0-27C1244BB929}" type="presParOf" srcId="{7235DD90-E366-4B1D-8573-53A713D78B05}" destId="{5E60A489-C772-45D0-92AB-9C93B4BD968B}" srcOrd="1" destOrd="0" presId="urn:microsoft.com/office/officeart/2005/8/layout/hierarchy1"/>
    <dgm:cxn modelId="{9C73A684-A853-4438-89CC-C65A28DA830D}" type="presParOf" srcId="{0E54E23B-03AE-4320-B925-C1F9B2E17B8F}" destId="{8CF07813-3D94-4498-9B00-159EA52DEB5C}" srcOrd="1" destOrd="0" presId="urn:microsoft.com/office/officeart/2005/8/layout/hierarchy1"/>
    <dgm:cxn modelId="{29862EFA-3EBB-4A50-AA5D-734561F244CB}" type="presParOf" srcId="{8CF07813-3D94-4498-9B00-159EA52DEB5C}" destId="{B89283C8-72C7-499A-B790-96DB5289DC3D}" srcOrd="0" destOrd="0" presId="urn:microsoft.com/office/officeart/2005/8/layout/hierarchy1"/>
    <dgm:cxn modelId="{2B4B7AE5-9468-4CBE-9C4B-F4FE9DB833F2}" type="presParOf" srcId="{B89283C8-72C7-499A-B790-96DB5289DC3D}" destId="{6D1FE811-F794-4DFE-8D58-887EB59B0198}" srcOrd="0" destOrd="0" presId="urn:microsoft.com/office/officeart/2005/8/layout/hierarchy1"/>
    <dgm:cxn modelId="{638C8AE5-BEE9-41CB-B6F5-A6BA2A8353CD}" type="presParOf" srcId="{B89283C8-72C7-499A-B790-96DB5289DC3D}" destId="{CB61E150-0904-4EF9-A292-385C401A6673}" srcOrd="1" destOrd="0" presId="urn:microsoft.com/office/officeart/2005/8/layout/hierarchy1"/>
    <dgm:cxn modelId="{638564AD-66C4-4A8C-89F6-4848D9E1059C}" type="presParOf" srcId="{8CF07813-3D94-4498-9B00-159EA52DEB5C}" destId="{C20193F7-E87B-4B7B-8630-4AD3AD42FC45}" srcOrd="1" destOrd="0" presId="urn:microsoft.com/office/officeart/2005/8/layout/hierarchy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159F949C-AEF9-4A3D-B107-F3BC0FA776DD}" type="doc">
      <dgm:prSet loTypeId="urn:microsoft.com/office/officeart/2005/8/layout/process4" loCatId="process" qsTypeId="urn:microsoft.com/office/officeart/2005/8/quickstyle/simple1" qsCatId="simple" csTypeId="urn:microsoft.com/office/officeart/2005/8/colors/accent1_2" csCatId="accent1"/>
      <dgm:spPr/>
      <dgm:t>
        <a:bodyPr/>
        <a:lstStyle/>
        <a:p>
          <a:endParaRPr lang="en-US"/>
        </a:p>
      </dgm:t>
    </dgm:pt>
    <dgm:pt modelId="{C8E2C44F-EEA2-41CE-BD41-DF6A9388BBBB}">
      <dgm:prSet/>
      <dgm:spPr/>
      <dgm:t>
        <a:bodyPr/>
        <a:lstStyle/>
        <a:p>
          <a:r>
            <a:rPr lang="en-US"/>
            <a:t>The difference between informal and formal boils down to procedure. Informal case means that we can attempt to find a resolution through the management chain, following chain of command, and it remains an informal setting. This is typically done over the phone, email, or a meeting. This allows for us to try to resolve it at the lowest level possible while also providing resolution quickly. Formal becomes a bit stricter on how we proceed with the case. The simplest way to put it is by following the chart below. Formal guidance can be located in Article 41 of the National Agreement.</a:t>
          </a:r>
        </a:p>
      </dgm:t>
    </dgm:pt>
    <dgm:pt modelId="{31B92C4F-ADC6-483B-A111-98261798F14A}" type="parTrans" cxnId="{13083558-31FD-42CF-A6DE-FDB3D026A815}">
      <dgm:prSet/>
      <dgm:spPr/>
      <dgm:t>
        <a:bodyPr/>
        <a:lstStyle/>
        <a:p>
          <a:endParaRPr lang="en-US"/>
        </a:p>
      </dgm:t>
    </dgm:pt>
    <dgm:pt modelId="{C502F836-615E-4389-BA0D-348736E911E5}" type="sibTrans" cxnId="{13083558-31FD-42CF-A6DE-FDB3D026A815}">
      <dgm:prSet/>
      <dgm:spPr/>
      <dgm:t>
        <a:bodyPr/>
        <a:lstStyle/>
        <a:p>
          <a:endParaRPr lang="en-US"/>
        </a:p>
      </dgm:t>
    </dgm:pt>
    <dgm:pt modelId="{FAB85A15-29A9-483F-8130-C3D910E8ACBA}">
      <dgm:prSet/>
      <dgm:spPr/>
      <dgm:t>
        <a:bodyPr/>
        <a:lstStyle/>
        <a:p>
          <a:r>
            <a:rPr lang="en-US"/>
            <a:t>Informal – Formal 1st step (this can be skipped most times, see Article 41 Sect 4) - Formal 2nd Step – Formal 3rd Step - Arbitration</a:t>
          </a:r>
        </a:p>
      </dgm:t>
    </dgm:pt>
    <dgm:pt modelId="{A9C4D6F9-6155-4B22-9DFB-57B54E780640}" type="parTrans" cxnId="{6A011909-0D7B-48AD-A670-122C58FBFE81}">
      <dgm:prSet/>
      <dgm:spPr/>
      <dgm:t>
        <a:bodyPr/>
        <a:lstStyle/>
        <a:p>
          <a:endParaRPr lang="en-US"/>
        </a:p>
      </dgm:t>
    </dgm:pt>
    <dgm:pt modelId="{A663E134-954A-49E6-A9A6-1AAA18646CE8}" type="sibTrans" cxnId="{6A011909-0D7B-48AD-A670-122C58FBFE81}">
      <dgm:prSet/>
      <dgm:spPr/>
      <dgm:t>
        <a:bodyPr/>
        <a:lstStyle/>
        <a:p>
          <a:endParaRPr lang="en-US"/>
        </a:p>
      </dgm:t>
    </dgm:pt>
    <dgm:pt modelId="{51830492-B41D-4596-980C-490B552901DB}" type="pres">
      <dgm:prSet presAssocID="{159F949C-AEF9-4A3D-B107-F3BC0FA776DD}" presName="Name0" presStyleCnt="0">
        <dgm:presLayoutVars>
          <dgm:dir/>
          <dgm:animLvl val="lvl"/>
          <dgm:resizeHandles val="exact"/>
        </dgm:presLayoutVars>
      </dgm:prSet>
      <dgm:spPr/>
    </dgm:pt>
    <dgm:pt modelId="{74CD6C08-7B01-43CC-830F-9AC6D8199A8E}" type="pres">
      <dgm:prSet presAssocID="{FAB85A15-29A9-483F-8130-C3D910E8ACBA}" presName="boxAndChildren" presStyleCnt="0"/>
      <dgm:spPr/>
    </dgm:pt>
    <dgm:pt modelId="{CE237546-DEB5-47EF-ACB5-CBFBD62DE7B4}" type="pres">
      <dgm:prSet presAssocID="{FAB85A15-29A9-483F-8130-C3D910E8ACBA}" presName="parentTextBox" presStyleLbl="node1" presStyleIdx="0" presStyleCnt="2"/>
      <dgm:spPr/>
    </dgm:pt>
    <dgm:pt modelId="{9A644C63-D918-4F15-8644-56256089DF35}" type="pres">
      <dgm:prSet presAssocID="{C502F836-615E-4389-BA0D-348736E911E5}" presName="sp" presStyleCnt="0"/>
      <dgm:spPr/>
    </dgm:pt>
    <dgm:pt modelId="{CCD3DBF2-FD50-44BF-9ED0-0F5335AD610F}" type="pres">
      <dgm:prSet presAssocID="{C8E2C44F-EEA2-41CE-BD41-DF6A9388BBBB}" presName="arrowAndChildren" presStyleCnt="0"/>
      <dgm:spPr/>
    </dgm:pt>
    <dgm:pt modelId="{52E2AF91-3145-404D-85E9-4CFD74BFE744}" type="pres">
      <dgm:prSet presAssocID="{C8E2C44F-EEA2-41CE-BD41-DF6A9388BBBB}" presName="parentTextArrow" presStyleLbl="node1" presStyleIdx="1" presStyleCnt="2"/>
      <dgm:spPr/>
    </dgm:pt>
  </dgm:ptLst>
  <dgm:cxnLst>
    <dgm:cxn modelId="{6A011909-0D7B-48AD-A670-122C58FBFE81}" srcId="{159F949C-AEF9-4A3D-B107-F3BC0FA776DD}" destId="{FAB85A15-29A9-483F-8130-C3D910E8ACBA}" srcOrd="1" destOrd="0" parTransId="{A9C4D6F9-6155-4B22-9DFB-57B54E780640}" sibTransId="{A663E134-954A-49E6-A9A6-1AAA18646CE8}"/>
    <dgm:cxn modelId="{08BE7029-41BF-4CE7-B965-EDCDADC1BC32}" type="presOf" srcId="{FAB85A15-29A9-483F-8130-C3D910E8ACBA}" destId="{CE237546-DEB5-47EF-ACB5-CBFBD62DE7B4}" srcOrd="0" destOrd="0" presId="urn:microsoft.com/office/officeart/2005/8/layout/process4"/>
    <dgm:cxn modelId="{D781BC46-B36F-497B-92D7-359169E504AB}" type="presOf" srcId="{C8E2C44F-EEA2-41CE-BD41-DF6A9388BBBB}" destId="{52E2AF91-3145-404D-85E9-4CFD74BFE744}" srcOrd="0" destOrd="0" presId="urn:microsoft.com/office/officeart/2005/8/layout/process4"/>
    <dgm:cxn modelId="{5D012777-1C26-43D7-87C8-8E361AD2F0E7}" type="presOf" srcId="{159F949C-AEF9-4A3D-B107-F3BC0FA776DD}" destId="{51830492-B41D-4596-980C-490B552901DB}" srcOrd="0" destOrd="0" presId="urn:microsoft.com/office/officeart/2005/8/layout/process4"/>
    <dgm:cxn modelId="{13083558-31FD-42CF-A6DE-FDB3D026A815}" srcId="{159F949C-AEF9-4A3D-B107-F3BC0FA776DD}" destId="{C8E2C44F-EEA2-41CE-BD41-DF6A9388BBBB}" srcOrd="0" destOrd="0" parTransId="{31B92C4F-ADC6-483B-A111-98261798F14A}" sibTransId="{C502F836-615E-4389-BA0D-348736E911E5}"/>
    <dgm:cxn modelId="{A4509C11-617D-49AF-8725-C67048E6E5CE}" type="presParOf" srcId="{51830492-B41D-4596-980C-490B552901DB}" destId="{74CD6C08-7B01-43CC-830F-9AC6D8199A8E}" srcOrd="0" destOrd="0" presId="urn:microsoft.com/office/officeart/2005/8/layout/process4"/>
    <dgm:cxn modelId="{60006E1F-5009-4CAD-99A5-414C8B7F640A}" type="presParOf" srcId="{74CD6C08-7B01-43CC-830F-9AC6D8199A8E}" destId="{CE237546-DEB5-47EF-ACB5-CBFBD62DE7B4}" srcOrd="0" destOrd="0" presId="urn:microsoft.com/office/officeart/2005/8/layout/process4"/>
    <dgm:cxn modelId="{6BE0627B-FE04-424F-9D0F-79D0B3DAFDB0}" type="presParOf" srcId="{51830492-B41D-4596-980C-490B552901DB}" destId="{9A644C63-D918-4F15-8644-56256089DF35}" srcOrd="1" destOrd="0" presId="urn:microsoft.com/office/officeart/2005/8/layout/process4"/>
    <dgm:cxn modelId="{85F7494E-02D2-48C4-807C-E681ABFB17F0}" type="presParOf" srcId="{51830492-B41D-4596-980C-490B552901DB}" destId="{CCD3DBF2-FD50-44BF-9ED0-0F5335AD610F}" srcOrd="2" destOrd="0" presId="urn:microsoft.com/office/officeart/2005/8/layout/process4"/>
    <dgm:cxn modelId="{938EAB79-5C4F-421F-A85D-40AC380D207A}" type="presParOf" srcId="{CCD3DBF2-FD50-44BF-9ED0-0F5335AD610F}" destId="{52E2AF91-3145-404D-85E9-4CFD74BFE744}" srcOrd="0" destOrd="0" presId="urn:microsoft.com/office/officeart/2005/8/layout/process4"/>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5.xml><?xml version="1.0" encoding="utf-8"?>
<dgm:dataModel xmlns:dgm="http://schemas.openxmlformats.org/drawingml/2006/diagram" xmlns:a="http://schemas.openxmlformats.org/drawingml/2006/main">
  <dgm:ptLst>
    <dgm:pt modelId="{6E76B91D-35AC-4748-ABEA-E613CD7B5423}" type="doc">
      <dgm:prSet loTypeId="urn:microsoft.com/office/officeart/2018/2/layout/IconVerticalSolidList" loCatId="icon" qsTypeId="urn:microsoft.com/office/officeart/2005/8/quickstyle/simple1" qsCatId="simple" csTypeId="urn:microsoft.com/office/officeart/2018/5/colors/Iconchunking_neutralicontext_colorful1" csCatId="colorful" phldr="1"/>
      <dgm:spPr/>
      <dgm:t>
        <a:bodyPr/>
        <a:lstStyle/>
        <a:p>
          <a:endParaRPr lang="en-US"/>
        </a:p>
      </dgm:t>
    </dgm:pt>
    <dgm:pt modelId="{07761C55-AB06-4B6A-A82D-A5E803EB6E73}">
      <dgm:prSet/>
      <dgm:spPr/>
      <dgm:t>
        <a:bodyPr/>
        <a:lstStyle/>
        <a:p>
          <a:r>
            <a:rPr lang="en-US"/>
            <a:t>You met with the Department Manager who did not come off of the  "I'm not going to help." Luckily for us, she mentioned this again and the fact that they knew the harm was taking place.</a:t>
          </a:r>
        </a:p>
      </dgm:t>
    </dgm:pt>
    <dgm:pt modelId="{563C51B9-EFAE-4CA2-84A8-BF3E622C59D5}" type="parTrans" cxnId="{1AF7CA43-E655-435A-BB6B-95AA39574C85}">
      <dgm:prSet/>
      <dgm:spPr/>
      <dgm:t>
        <a:bodyPr/>
        <a:lstStyle/>
        <a:p>
          <a:endParaRPr lang="en-US"/>
        </a:p>
      </dgm:t>
    </dgm:pt>
    <dgm:pt modelId="{D7C13DAB-6EE8-4B12-8EB7-296C5892CA38}" type="sibTrans" cxnId="{1AF7CA43-E655-435A-BB6B-95AA39574C85}">
      <dgm:prSet/>
      <dgm:spPr/>
      <dgm:t>
        <a:bodyPr/>
        <a:lstStyle/>
        <a:p>
          <a:endParaRPr lang="en-US"/>
        </a:p>
      </dgm:t>
    </dgm:pt>
    <dgm:pt modelId="{29646D37-5059-4701-9BEC-8D5CAB89E29D}">
      <dgm:prSet/>
      <dgm:spPr/>
      <dgm:t>
        <a:bodyPr/>
        <a:lstStyle/>
        <a:p>
          <a:r>
            <a:rPr lang="en-US"/>
            <a:t>You now scheduled with the next manager in the chain, the OPS manager.</a:t>
          </a:r>
        </a:p>
      </dgm:t>
    </dgm:pt>
    <dgm:pt modelId="{E2FC0068-5442-4ECB-89BF-6E7322F2D3C7}" type="parTrans" cxnId="{84D33B5D-0CD2-4279-A7D3-CA7943971AE4}">
      <dgm:prSet/>
      <dgm:spPr/>
      <dgm:t>
        <a:bodyPr/>
        <a:lstStyle/>
        <a:p>
          <a:endParaRPr lang="en-US"/>
        </a:p>
      </dgm:t>
    </dgm:pt>
    <dgm:pt modelId="{05C6EE7F-5587-4577-B8BA-0E4F3B1DC1B0}" type="sibTrans" cxnId="{84D33B5D-0CD2-4279-A7D3-CA7943971AE4}">
      <dgm:prSet/>
      <dgm:spPr/>
      <dgm:t>
        <a:bodyPr/>
        <a:lstStyle/>
        <a:p>
          <a:endParaRPr lang="en-US"/>
        </a:p>
      </dgm:t>
    </dgm:pt>
    <dgm:pt modelId="{8442555B-FE5E-4927-B86C-3E84B73EA482}">
      <dgm:prSet/>
      <dgm:spPr/>
      <dgm:t>
        <a:bodyPr/>
        <a:lstStyle/>
        <a:p>
          <a:r>
            <a:rPr lang="en-US"/>
            <a:t>The OPS has given us a response and they have choosen to make the changes and remove the AWOL. Adding the details about the department manager knowing helped the case.</a:t>
          </a:r>
        </a:p>
      </dgm:t>
    </dgm:pt>
    <dgm:pt modelId="{8C587EEA-D783-461F-9997-5CABD3C17203}" type="parTrans" cxnId="{321B8402-95AB-4C4D-826F-21DAE9A5CBB1}">
      <dgm:prSet/>
      <dgm:spPr/>
      <dgm:t>
        <a:bodyPr/>
        <a:lstStyle/>
        <a:p>
          <a:endParaRPr lang="en-US"/>
        </a:p>
      </dgm:t>
    </dgm:pt>
    <dgm:pt modelId="{D8BCB203-D8F3-424F-B29E-BADE2E7835FA}" type="sibTrans" cxnId="{321B8402-95AB-4C4D-826F-21DAE9A5CBB1}">
      <dgm:prSet/>
      <dgm:spPr/>
      <dgm:t>
        <a:bodyPr/>
        <a:lstStyle/>
        <a:p>
          <a:endParaRPr lang="en-US"/>
        </a:p>
      </dgm:t>
    </dgm:pt>
    <dgm:pt modelId="{F374CC8D-6E1E-42BD-BA4B-BD5261082C96}" type="pres">
      <dgm:prSet presAssocID="{6E76B91D-35AC-4748-ABEA-E613CD7B5423}" presName="root" presStyleCnt="0">
        <dgm:presLayoutVars>
          <dgm:dir/>
          <dgm:resizeHandles val="exact"/>
        </dgm:presLayoutVars>
      </dgm:prSet>
      <dgm:spPr/>
    </dgm:pt>
    <dgm:pt modelId="{67D800B7-7798-44E3-AA47-3EC45A18E6E2}" type="pres">
      <dgm:prSet presAssocID="{07761C55-AB06-4B6A-A82D-A5E803EB6E73}" presName="compNode" presStyleCnt="0"/>
      <dgm:spPr/>
    </dgm:pt>
    <dgm:pt modelId="{F475B12B-15FB-428D-B28E-9CA4DDEF9F75}" type="pres">
      <dgm:prSet presAssocID="{07761C55-AB06-4B6A-A82D-A5E803EB6E73}" presName="bgRect" presStyleLbl="bgShp" presStyleIdx="0" presStyleCnt="3"/>
      <dgm:spPr/>
    </dgm:pt>
    <dgm:pt modelId="{E15B7E8D-F83F-4A4B-B5DF-C5CCFBE987C9}" type="pres">
      <dgm:prSet presAssocID="{07761C55-AB06-4B6A-A82D-A5E803EB6E73}" presName="iconRect" presStyleLbl="node1" presStyleIdx="0" presStyleCnt="3"/>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Irritant"/>
        </a:ext>
      </dgm:extLst>
    </dgm:pt>
    <dgm:pt modelId="{F807A8E4-4D16-4CCE-8A62-316BB20C083A}" type="pres">
      <dgm:prSet presAssocID="{07761C55-AB06-4B6A-A82D-A5E803EB6E73}" presName="spaceRect" presStyleCnt="0"/>
      <dgm:spPr/>
    </dgm:pt>
    <dgm:pt modelId="{85C91D25-F2FA-4B33-854D-04BF38A86056}" type="pres">
      <dgm:prSet presAssocID="{07761C55-AB06-4B6A-A82D-A5E803EB6E73}" presName="parTx" presStyleLbl="revTx" presStyleIdx="0" presStyleCnt="3">
        <dgm:presLayoutVars>
          <dgm:chMax val="0"/>
          <dgm:chPref val="0"/>
        </dgm:presLayoutVars>
      </dgm:prSet>
      <dgm:spPr/>
    </dgm:pt>
    <dgm:pt modelId="{369C2714-072B-42C2-9951-6FB8D67A76A2}" type="pres">
      <dgm:prSet presAssocID="{D7C13DAB-6EE8-4B12-8EB7-296C5892CA38}" presName="sibTrans" presStyleCnt="0"/>
      <dgm:spPr/>
    </dgm:pt>
    <dgm:pt modelId="{6C2E2A5D-3DF1-4076-8EE8-D02AAD9EAECB}" type="pres">
      <dgm:prSet presAssocID="{29646D37-5059-4701-9BEC-8D5CAB89E29D}" presName="compNode" presStyleCnt="0"/>
      <dgm:spPr/>
    </dgm:pt>
    <dgm:pt modelId="{2D3C5276-C0F5-44E2-BD2E-540D1C617EF1}" type="pres">
      <dgm:prSet presAssocID="{29646D37-5059-4701-9BEC-8D5CAB89E29D}" presName="bgRect" presStyleLbl="bgShp" presStyleIdx="1" presStyleCnt="3"/>
      <dgm:spPr/>
    </dgm:pt>
    <dgm:pt modelId="{EE2C968D-56CA-482E-BA13-8DF41325A0F2}" type="pres">
      <dgm:prSet presAssocID="{29646D37-5059-4701-9BEC-8D5CAB89E29D}" presName="iconRect" presStyleLbl="node1" presStyleIdx="1" presStyleCnt="3"/>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Cycle with People"/>
        </a:ext>
      </dgm:extLst>
    </dgm:pt>
    <dgm:pt modelId="{DE17DE38-A5DD-4CDB-83CD-57A2C17E5383}" type="pres">
      <dgm:prSet presAssocID="{29646D37-5059-4701-9BEC-8D5CAB89E29D}" presName="spaceRect" presStyleCnt="0"/>
      <dgm:spPr/>
    </dgm:pt>
    <dgm:pt modelId="{CFC066D7-9DCF-493A-92B8-E4CA9E6EC9C2}" type="pres">
      <dgm:prSet presAssocID="{29646D37-5059-4701-9BEC-8D5CAB89E29D}" presName="parTx" presStyleLbl="revTx" presStyleIdx="1" presStyleCnt="3">
        <dgm:presLayoutVars>
          <dgm:chMax val="0"/>
          <dgm:chPref val="0"/>
        </dgm:presLayoutVars>
      </dgm:prSet>
      <dgm:spPr/>
    </dgm:pt>
    <dgm:pt modelId="{3A7B99E6-7945-4DAC-B966-DB66EAAB4DC9}" type="pres">
      <dgm:prSet presAssocID="{05C6EE7F-5587-4577-B8BA-0E4F3B1DC1B0}" presName="sibTrans" presStyleCnt="0"/>
      <dgm:spPr/>
    </dgm:pt>
    <dgm:pt modelId="{60CFE9F9-36D7-4FC9-8354-D9801AFD0444}" type="pres">
      <dgm:prSet presAssocID="{8442555B-FE5E-4927-B86C-3E84B73EA482}" presName="compNode" presStyleCnt="0"/>
      <dgm:spPr/>
    </dgm:pt>
    <dgm:pt modelId="{5B924088-4BE4-47C9-9224-0FECECBDD4C9}" type="pres">
      <dgm:prSet presAssocID="{8442555B-FE5E-4927-B86C-3E84B73EA482}" presName="bgRect" presStyleLbl="bgShp" presStyleIdx="2" presStyleCnt="3"/>
      <dgm:spPr/>
    </dgm:pt>
    <dgm:pt modelId="{1ED4458C-C911-4A0F-86BF-B2B60F7045E1}" type="pres">
      <dgm:prSet presAssocID="{8442555B-FE5E-4927-B86C-3E84B73EA482}" presName="iconRect" presStyleLbl="node1" presStyleIdx="2" presStyleCnt="3"/>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a:noFill/>
        </a:ln>
      </dgm:spPr>
      <dgm:extLst>
        <a:ext uri="{E40237B7-FDA0-4F09-8148-C483321AD2D9}">
          <dgm14:cNvPr xmlns:dgm14="http://schemas.microsoft.com/office/drawing/2010/diagram" id="0" name="" descr="Flowchart"/>
        </a:ext>
      </dgm:extLst>
    </dgm:pt>
    <dgm:pt modelId="{D873CF46-E10C-4EE9-BFA4-ADB63A2B8B41}" type="pres">
      <dgm:prSet presAssocID="{8442555B-FE5E-4927-B86C-3E84B73EA482}" presName="spaceRect" presStyleCnt="0"/>
      <dgm:spPr/>
    </dgm:pt>
    <dgm:pt modelId="{0409DA6F-53AA-43B7-B675-D9E0B81511CD}" type="pres">
      <dgm:prSet presAssocID="{8442555B-FE5E-4927-B86C-3E84B73EA482}" presName="parTx" presStyleLbl="revTx" presStyleIdx="2" presStyleCnt="3">
        <dgm:presLayoutVars>
          <dgm:chMax val="0"/>
          <dgm:chPref val="0"/>
        </dgm:presLayoutVars>
      </dgm:prSet>
      <dgm:spPr/>
    </dgm:pt>
  </dgm:ptLst>
  <dgm:cxnLst>
    <dgm:cxn modelId="{321B8402-95AB-4C4D-826F-21DAE9A5CBB1}" srcId="{6E76B91D-35AC-4748-ABEA-E613CD7B5423}" destId="{8442555B-FE5E-4927-B86C-3E84B73EA482}" srcOrd="2" destOrd="0" parTransId="{8C587EEA-D783-461F-9997-5CABD3C17203}" sibTransId="{D8BCB203-D8F3-424F-B29E-BADE2E7835FA}"/>
    <dgm:cxn modelId="{14B6C505-853B-4468-B0F2-2BE67E59A3C6}" type="presOf" srcId="{07761C55-AB06-4B6A-A82D-A5E803EB6E73}" destId="{85C91D25-F2FA-4B33-854D-04BF38A86056}" srcOrd="0" destOrd="0" presId="urn:microsoft.com/office/officeart/2018/2/layout/IconVerticalSolidList"/>
    <dgm:cxn modelId="{84D33B5D-0CD2-4279-A7D3-CA7943971AE4}" srcId="{6E76B91D-35AC-4748-ABEA-E613CD7B5423}" destId="{29646D37-5059-4701-9BEC-8D5CAB89E29D}" srcOrd="1" destOrd="0" parTransId="{E2FC0068-5442-4ECB-89BF-6E7322F2D3C7}" sibTransId="{05C6EE7F-5587-4577-B8BA-0E4F3B1DC1B0}"/>
    <dgm:cxn modelId="{7306CC60-D04C-474E-A63F-97487D75B47E}" type="presOf" srcId="{8442555B-FE5E-4927-B86C-3E84B73EA482}" destId="{0409DA6F-53AA-43B7-B675-D9E0B81511CD}" srcOrd="0" destOrd="0" presId="urn:microsoft.com/office/officeart/2018/2/layout/IconVerticalSolidList"/>
    <dgm:cxn modelId="{1AF7CA43-E655-435A-BB6B-95AA39574C85}" srcId="{6E76B91D-35AC-4748-ABEA-E613CD7B5423}" destId="{07761C55-AB06-4B6A-A82D-A5E803EB6E73}" srcOrd="0" destOrd="0" parTransId="{563C51B9-EFAE-4CA2-84A8-BF3E622C59D5}" sibTransId="{D7C13DAB-6EE8-4B12-8EB7-296C5892CA38}"/>
    <dgm:cxn modelId="{ADE8D778-1FA6-4AD2-9C1B-B02464D2A4DD}" type="presOf" srcId="{6E76B91D-35AC-4748-ABEA-E613CD7B5423}" destId="{F374CC8D-6E1E-42BD-BA4B-BD5261082C96}" srcOrd="0" destOrd="0" presId="urn:microsoft.com/office/officeart/2018/2/layout/IconVerticalSolidList"/>
    <dgm:cxn modelId="{EC19C0A6-485A-4117-94FC-DF07A7A49CD5}" type="presOf" srcId="{29646D37-5059-4701-9BEC-8D5CAB89E29D}" destId="{CFC066D7-9DCF-493A-92B8-E4CA9E6EC9C2}" srcOrd="0" destOrd="0" presId="urn:microsoft.com/office/officeart/2018/2/layout/IconVerticalSolidList"/>
    <dgm:cxn modelId="{99B1FB87-4DB8-479F-895A-72407061F5A5}" type="presParOf" srcId="{F374CC8D-6E1E-42BD-BA4B-BD5261082C96}" destId="{67D800B7-7798-44E3-AA47-3EC45A18E6E2}" srcOrd="0" destOrd="0" presId="urn:microsoft.com/office/officeart/2018/2/layout/IconVerticalSolidList"/>
    <dgm:cxn modelId="{64EA3A0E-9FF4-41F8-882D-EC4B1B786ED4}" type="presParOf" srcId="{67D800B7-7798-44E3-AA47-3EC45A18E6E2}" destId="{F475B12B-15FB-428D-B28E-9CA4DDEF9F75}" srcOrd="0" destOrd="0" presId="urn:microsoft.com/office/officeart/2018/2/layout/IconVerticalSolidList"/>
    <dgm:cxn modelId="{293121C7-5246-40B1-90A1-A6558A96AE31}" type="presParOf" srcId="{67D800B7-7798-44E3-AA47-3EC45A18E6E2}" destId="{E15B7E8D-F83F-4A4B-B5DF-C5CCFBE987C9}" srcOrd="1" destOrd="0" presId="urn:microsoft.com/office/officeart/2018/2/layout/IconVerticalSolidList"/>
    <dgm:cxn modelId="{802E8E8B-0813-45FB-A90B-35D0011A486E}" type="presParOf" srcId="{67D800B7-7798-44E3-AA47-3EC45A18E6E2}" destId="{F807A8E4-4D16-4CCE-8A62-316BB20C083A}" srcOrd="2" destOrd="0" presId="urn:microsoft.com/office/officeart/2018/2/layout/IconVerticalSolidList"/>
    <dgm:cxn modelId="{A9D6CFA3-8FE9-40D5-B4BE-ECFF4009A873}" type="presParOf" srcId="{67D800B7-7798-44E3-AA47-3EC45A18E6E2}" destId="{85C91D25-F2FA-4B33-854D-04BF38A86056}" srcOrd="3" destOrd="0" presId="urn:microsoft.com/office/officeart/2018/2/layout/IconVerticalSolidList"/>
    <dgm:cxn modelId="{EF132EB7-2ED0-4820-A224-C17D0E970A72}" type="presParOf" srcId="{F374CC8D-6E1E-42BD-BA4B-BD5261082C96}" destId="{369C2714-072B-42C2-9951-6FB8D67A76A2}" srcOrd="1" destOrd="0" presId="urn:microsoft.com/office/officeart/2018/2/layout/IconVerticalSolidList"/>
    <dgm:cxn modelId="{C4F710B6-A67E-4D08-9A96-80ECE61C0A92}" type="presParOf" srcId="{F374CC8D-6E1E-42BD-BA4B-BD5261082C96}" destId="{6C2E2A5D-3DF1-4076-8EE8-D02AAD9EAECB}" srcOrd="2" destOrd="0" presId="urn:microsoft.com/office/officeart/2018/2/layout/IconVerticalSolidList"/>
    <dgm:cxn modelId="{A1790D45-4E5F-4FB5-95DA-3EDDDA4163AE}" type="presParOf" srcId="{6C2E2A5D-3DF1-4076-8EE8-D02AAD9EAECB}" destId="{2D3C5276-C0F5-44E2-BD2E-540D1C617EF1}" srcOrd="0" destOrd="0" presId="urn:microsoft.com/office/officeart/2018/2/layout/IconVerticalSolidList"/>
    <dgm:cxn modelId="{BB6AEFD0-B6B5-45F9-98E0-C116AF40018E}" type="presParOf" srcId="{6C2E2A5D-3DF1-4076-8EE8-D02AAD9EAECB}" destId="{EE2C968D-56CA-482E-BA13-8DF41325A0F2}" srcOrd="1" destOrd="0" presId="urn:microsoft.com/office/officeart/2018/2/layout/IconVerticalSolidList"/>
    <dgm:cxn modelId="{4CF07B87-B80E-4468-B271-6EE4289587D7}" type="presParOf" srcId="{6C2E2A5D-3DF1-4076-8EE8-D02AAD9EAECB}" destId="{DE17DE38-A5DD-4CDB-83CD-57A2C17E5383}" srcOrd="2" destOrd="0" presId="urn:microsoft.com/office/officeart/2018/2/layout/IconVerticalSolidList"/>
    <dgm:cxn modelId="{4709A755-0F74-48A0-8839-EC97F464273E}" type="presParOf" srcId="{6C2E2A5D-3DF1-4076-8EE8-D02AAD9EAECB}" destId="{CFC066D7-9DCF-493A-92B8-E4CA9E6EC9C2}" srcOrd="3" destOrd="0" presId="urn:microsoft.com/office/officeart/2018/2/layout/IconVerticalSolidList"/>
    <dgm:cxn modelId="{60D77593-5276-40AB-BC60-7F6550ED716A}" type="presParOf" srcId="{F374CC8D-6E1E-42BD-BA4B-BD5261082C96}" destId="{3A7B99E6-7945-4DAC-B966-DB66EAAB4DC9}" srcOrd="3" destOrd="0" presId="urn:microsoft.com/office/officeart/2018/2/layout/IconVerticalSolidList"/>
    <dgm:cxn modelId="{2651A95A-E73D-469E-8A82-87067F39BFB5}" type="presParOf" srcId="{F374CC8D-6E1E-42BD-BA4B-BD5261082C96}" destId="{60CFE9F9-36D7-4FC9-8354-D9801AFD0444}" srcOrd="4" destOrd="0" presId="urn:microsoft.com/office/officeart/2018/2/layout/IconVerticalSolidList"/>
    <dgm:cxn modelId="{4608A709-BC2F-40C8-92C1-CDE28D2778E9}" type="presParOf" srcId="{60CFE9F9-36D7-4FC9-8354-D9801AFD0444}" destId="{5B924088-4BE4-47C9-9224-0FECECBDD4C9}" srcOrd="0" destOrd="0" presId="urn:microsoft.com/office/officeart/2018/2/layout/IconVerticalSolidList"/>
    <dgm:cxn modelId="{1C57D38D-AB96-4B5B-BF90-53A8B2673AFB}" type="presParOf" srcId="{60CFE9F9-36D7-4FC9-8354-D9801AFD0444}" destId="{1ED4458C-C911-4A0F-86BF-B2B60F7045E1}" srcOrd="1" destOrd="0" presId="urn:microsoft.com/office/officeart/2018/2/layout/IconVerticalSolidList"/>
    <dgm:cxn modelId="{F5299573-198E-47FD-980A-D368FF9E2A7C}" type="presParOf" srcId="{60CFE9F9-36D7-4FC9-8354-D9801AFD0444}" destId="{D873CF46-E10C-4EE9-BFA4-ADB63A2B8B41}" srcOrd="2" destOrd="0" presId="urn:microsoft.com/office/officeart/2018/2/layout/IconVerticalSolidList"/>
    <dgm:cxn modelId="{2BDE8E42-F74E-42BA-B9D5-6E3EAC1A6790}" type="presParOf" srcId="{60CFE9F9-36D7-4FC9-8354-D9801AFD0444}" destId="{0409DA6F-53AA-43B7-B675-D9E0B81511CD}" srcOrd="3" destOrd="0" presId="urn:microsoft.com/office/officeart/2018/2/layout/IconVerticalSoli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7E26C2F-5B6B-48D8-AE8F-899C19542706}">
      <dsp:nvSpPr>
        <dsp:cNvPr id="0" name=""/>
        <dsp:cNvSpPr/>
      </dsp:nvSpPr>
      <dsp:spPr>
        <a:xfrm>
          <a:off x="0" y="35099"/>
          <a:ext cx="10515600" cy="1151279"/>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82880" tIns="182880" rIns="182880" bIns="182880" numCol="1" spcCol="1270" anchor="ctr" anchorCtr="0">
          <a:noAutofit/>
        </a:bodyPr>
        <a:lstStyle/>
        <a:p>
          <a:pPr marL="0" lvl="0" indent="0" algn="l" defTabSz="2133600">
            <a:lnSpc>
              <a:spcPct val="90000"/>
            </a:lnSpc>
            <a:spcBef>
              <a:spcPct val="0"/>
            </a:spcBef>
            <a:spcAft>
              <a:spcPct val="35000"/>
            </a:spcAft>
            <a:buNone/>
          </a:pPr>
          <a:r>
            <a:rPr lang="en-US" sz="4800" kern="1200"/>
            <a:t>The goals for today - </a:t>
          </a:r>
        </a:p>
      </dsp:txBody>
      <dsp:txXfrm>
        <a:off x="56201" y="91300"/>
        <a:ext cx="10403198" cy="1038877"/>
      </dsp:txXfrm>
    </dsp:sp>
    <dsp:sp modelId="{7F51AC84-D52C-4D43-B265-9B48CC8A22EA}">
      <dsp:nvSpPr>
        <dsp:cNvPr id="0" name=""/>
        <dsp:cNvSpPr/>
      </dsp:nvSpPr>
      <dsp:spPr>
        <a:xfrm>
          <a:off x="0" y="1186379"/>
          <a:ext cx="10515600" cy="303048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333870" tIns="60960" rIns="341376" bIns="60960" numCol="1" spcCol="1270" anchor="t" anchorCtr="0">
          <a:noAutofit/>
        </a:bodyPr>
        <a:lstStyle/>
        <a:p>
          <a:pPr marL="285750" lvl="1" indent="-285750" algn="l" defTabSz="1644650">
            <a:lnSpc>
              <a:spcPct val="90000"/>
            </a:lnSpc>
            <a:spcBef>
              <a:spcPct val="0"/>
            </a:spcBef>
            <a:spcAft>
              <a:spcPct val="20000"/>
            </a:spcAft>
            <a:buChar char="•"/>
          </a:pPr>
          <a:r>
            <a:rPr lang="en-US" sz="3700" kern="1200"/>
            <a:t>Work through a case example to see the proper steps needed to take to resolve a case.</a:t>
          </a:r>
        </a:p>
        <a:p>
          <a:pPr marL="285750" lvl="1" indent="-285750" algn="l" defTabSz="1644650">
            <a:lnSpc>
              <a:spcPct val="90000"/>
            </a:lnSpc>
            <a:spcBef>
              <a:spcPct val="0"/>
            </a:spcBef>
            <a:spcAft>
              <a:spcPct val="20000"/>
            </a:spcAft>
            <a:buChar char="•"/>
          </a:pPr>
          <a:r>
            <a:rPr lang="en-US" sz="3700" kern="1200"/>
            <a:t>Learn the process of a grievance.</a:t>
          </a:r>
        </a:p>
        <a:p>
          <a:pPr marL="285750" lvl="1" indent="-285750" algn="l" defTabSz="1644650">
            <a:lnSpc>
              <a:spcPct val="90000"/>
            </a:lnSpc>
            <a:spcBef>
              <a:spcPct val="0"/>
            </a:spcBef>
            <a:spcAft>
              <a:spcPct val="20000"/>
            </a:spcAft>
            <a:buChar char="•"/>
          </a:pPr>
          <a:r>
            <a:rPr lang="en-US" sz="3700" kern="1200"/>
            <a:t>Gain knowledge on ways to research the violations.</a:t>
          </a:r>
        </a:p>
        <a:p>
          <a:pPr marL="285750" lvl="1" indent="-285750" algn="l" defTabSz="1644650">
            <a:lnSpc>
              <a:spcPct val="90000"/>
            </a:lnSpc>
            <a:spcBef>
              <a:spcPct val="0"/>
            </a:spcBef>
            <a:spcAft>
              <a:spcPct val="20000"/>
            </a:spcAft>
            <a:buChar char="•"/>
          </a:pPr>
          <a:r>
            <a:rPr lang="en-US" sz="3700" kern="1200"/>
            <a:t>Processing the violations into an argument to show management the actions taken were incorrect.</a:t>
          </a:r>
        </a:p>
      </dsp:txBody>
      <dsp:txXfrm>
        <a:off x="0" y="1186379"/>
        <a:ext cx="10515600" cy="3030480"/>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7F8C1C52-18CE-4958-A5E3-B3A4E953D5D7}">
      <dsp:nvSpPr>
        <dsp:cNvPr id="0" name=""/>
        <dsp:cNvSpPr/>
      </dsp:nvSpPr>
      <dsp:spPr>
        <a:xfrm>
          <a:off x="0" y="2297"/>
          <a:ext cx="6900512" cy="1164535"/>
        </a:xfrm>
        <a:prstGeom prst="roundRect">
          <a:avLst>
            <a:gd name="adj" fmla="val 10000"/>
          </a:avLst>
        </a:prstGeom>
        <a:solidFill>
          <a:schemeClr val="accent2">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A470ED37-22E5-4D17-8D8D-731D84D3128D}">
      <dsp:nvSpPr>
        <dsp:cNvPr id="0" name=""/>
        <dsp:cNvSpPr/>
      </dsp:nvSpPr>
      <dsp:spPr>
        <a:xfrm>
          <a:off x="352272" y="264318"/>
          <a:ext cx="640494" cy="640494"/>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53F7E3CB-608D-4629-8D4A-7ADEE5819179}">
      <dsp:nvSpPr>
        <dsp:cNvPr id="0" name=""/>
        <dsp:cNvSpPr/>
      </dsp:nvSpPr>
      <dsp:spPr>
        <a:xfrm>
          <a:off x="1345038" y="2297"/>
          <a:ext cx="5555473" cy="116453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23247" tIns="123247" rIns="123247" bIns="123247" numCol="1" spcCol="1270" anchor="ctr" anchorCtr="0">
          <a:noAutofit/>
        </a:bodyPr>
        <a:lstStyle/>
        <a:p>
          <a:pPr marL="0" lvl="0" indent="0" algn="l" defTabSz="977900">
            <a:lnSpc>
              <a:spcPct val="90000"/>
            </a:lnSpc>
            <a:spcBef>
              <a:spcPct val="0"/>
            </a:spcBef>
            <a:spcAft>
              <a:spcPct val="35000"/>
            </a:spcAft>
            <a:buNone/>
          </a:pPr>
          <a:r>
            <a:rPr lang="en-US" sz="2200" kern="1200"/>
            <a:t>IRM 6.630.1.13 (2) - To address the AWOL issuance.</a:t>
          </a:r>
        </a:p>
      </dsp:txBody>
      <dsp:txXfrm>
        <a:off x="1345038" y="2297"/>
        <a:ext cx="5555473" cy="1164535"/>
      </dsp:txXfrm>
    </dsp:sp>
    <dsp:sp modelId="{BC4246DF-A826-4E4E-9EBB-CC29FD14E007}">
      <dsp:nvSpPr>
        <dsp:cNvPr id="0" name=""/>
        <dsp:cNvSpPr/>
      </dsp:nvSpPr>
      <dsp:spPr>
        <a:xfrm>
          <a:off x="0" y="1457967"/>
          <a:ext cx="6900512" cy="1164535"/>
        </a:xfrm>
        <a:prstGeom prst="roundRect">
          <a:avLst>
            <a:gd name="adj" fmla="val 10000"/>
          </a:avLst>
        </a:prstGeom>
        <a:solidFill>
          <a:schemeClr val="accent3">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FE6898E2-FDAA-4378-A505-CBA9B658DBBD}">
      <dsp:nvSpPr>
        <dsp:cNvPr id="0" name=""/>
        <dsp:cNvSpPr/>
      </dsp:nvSpPr>
      <dsp:spPr>
        <a:xfrm>
          <a:off x="352272" y="1719988"/>
          <a:ext cx="640494" cy="640494"/>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90E44700-11DC-4659-AEF3-683D3D934106}">
      <dsp:nvSpPr>
        <dsp:cNvPr id="0" name=""/>
        <dsp:cNvSpPr/>
      </dsp:nvSpPr>
      <dsp:spPr>
        <a:xfrm>
          <a:off x="1345038" y="1457967"/>
          <a:ext cx="5555473" cy="116453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23247" tIns="123247" rIns="123247" bIns="123247" numCol="1" spcCol="1270" anchor="ctr" anchorCtr="0">
          <a:noAutofit/>
        </a:bodyPr>
        <a:lstStyle/>
        <a:p>
          <a:pPr marL="0" lvl="0" indent="0" algn="l" defTabSz="977900">
            <a:lnSpc>
              <a:spcPct val="90000"/>
            </a:lnSpc>
            <a:spcBef>
              <a:spcPct val="0"/>
            </a:spcBef>
            <a:spcAft>
              <a:spcPct val="35000"/>
            </a:spcAft>
            <a:buNone/>
          </a:pPr>
          <a:r>
            <a:rPr lang="en-US" sz="2200" kern="1200"/>
            <a:t>Article 32 Section 9 – Addressing the late AWOL given.</a:t>
          </a:r>
        </a:p>
      </dsp:txBody>
      <dsp:txXfrm>
        <a:off x="1345038" y="1457967"/>
        <a:ext cx="5555473" cy="1164535"/>
      </dsp:txXfrm>
    </dsp:sp>
    <dsp:sp modelId="{ED7FEC77-D8CB-4CA6-BD57-23E957CA1ED4}">
      <dsp:nvSpPr>
        <dsp:cNvPr id="0" name=""/>
        <dsp:cNvSpPr/>
      </dsp:nvSpPr>
      <dsp:spPr>
        <a:xfrm>
          <a:off x="0" y="2913637"/>
          <a:ext cx="6900512" cy="1164535"/>
        </a:xfrm>
        <a:prstGeom prst="roundRect">
          <a:avLst>
            <a:gd name="adj" fmla="val 10000"/>
          </a:avLst>
        </a:prstGeom>
        <a:solidFill>
          <a:schemeClr val="accent4">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B4A77E2A-1E3C-4D0A-A814-1DCE11F39714}">
      <dsp:nvSpPr>
        <dsp:cNvPr id="0" name=""/>
        <dsp:cNvSpPr/>
      </dsp:nvSpPr>
      <dsp:spPr>
        <a:xfrm>
          <a:off x="352272" y="3175658"/>
          <a:ext cx="640494" cy="640494"/>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F030DB6B-DF5F-452C-A018-088034483520}">
      <dsp:nvSpPr>
        <dsp:cNvPr id="0" name=""/>
        <dsp:cNvSpPr/>
      </dsp:nvSpPr>
      <dsp:spPr>
        <a:xfrm>
          <a:off x="1345038" y="2913637"/>
          <a:ext cx="5555473" cy="116453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23247" tIns="123247" rIns="123247" bIns="123247" numCol="1" spcCol="1270" anchor="ctr" anchorCtr="0">
          <a:noAutofit/>
        </a:bodyPr>
        <a:lstStyle/>
        <a:p>
          <a:pPr marL="0" lvl="0" indent="0" algn="l" defTabSz="977900">
            <a:lnSpc>
              <a:spcPct val="90000"/>
            </a:lnSpc>
            <a:spcBef>
              <a:spcPct val="0"/>
            </a:spcBef>
            <a:spcAft>
              <a:spcPct val="35000"/>
            </a:spcAft>
            <a:buNone/>
          </a:pPr>
          <a:r>
            <a:rPr lang="en-US" sz="2200" kern="1200"/>
            <a:t>Article 34 Section 2 – Addressing the fact the employee called in and followed proper procedures.</a:t>
          </a:r>
        </a:p>
      </dsp:txBody>
      <dsp:txXfrm>
        <a:off x="1345038" y="2913637"/>
        <a:ext cx="5555473" cy="1164535"/>
      </dsp:txXfrm>
    </dsp:sp>
    <dsp:sp modelId="{EAFE52B1-CE70-4CD4-AD3C-4B7340E4FB65}">
      <dsp:nvSpPr>
        <dsp:cNvPr id="0" name=""/>
        <dsp:cNvSpPr/>
      </dsp:nvSpPr>
      <dsp:spPr>
        <a:xfrm>
          <a:off x="0" y="4369307"/>
          <a:ext cx="6900512" cy="1164535"/>
        </a:xfrm>
        <a:prstGeom prst="roundRect">
          <a:avLst>
            <a:gd name="adj" fmla="val 10000"/>
          </a:avLst>
        </a:prstGeom>
        <a:solidFill>
          <a:schemeClr val="accent5">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2A86BF48-9C39-4962-A6A1-A5155256DC46}">
      <dsp:nvSpPr>
        <dsp:cNvPr id="0" name=""/>
        <dsp:cNvSpPr/>
      </dsp:nvSpPr>
      <dsp:spPr>
        <a:xfrm>
          <a:off x="352272" y="4631327"/>
          <a:ext cx="640494" cy="640494"/>
        </a:xfrm>
        <a:prstGeom prst="rect">
          <a:avLst/>
        </a:prstGeom>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4EAC6105-A8BC-47FB-9DA3-3DA609877AFA}">
      <dsp:nvSpPr>
        <dsp:cNvPr id="0" name=""/>
        <dsp:cNvSpPr/>
      </dsp:nvSpPr>
      <dsp:spPr>
        <a:xfrm>
          <a:off x="1345038" y="4369307"/>
          <a:ext cx="5555473" cy="116453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23247" tIns="123247" rIns="123247" bIns="123247" numCol="1" spcCol="1270" anchor="ctr" anchorCtr="0">
          <a:noAutofit/>
        </a:bodyPr>
        <a:lstStyle/>
        <a:p>
          <a:pPr marL="0" lvl="0" indent="0" algn="l" defTabSz="977900">
            <a:lnSpc>
              <a:spcPct val="90000"/>
            </a:lnSpc>
            <a:spcBef>
              <a:spcPct val="0"/>
            </a:spcBef>
            <a:spcAft>
              <a:spcPct val="35000"/>
            </a:spcAft>
            <a:buNone/>
          </a:pPr>
          <a:r>
            <a:rPr lang="en-US" sz="2200" kern="1200"/>
            <a:t>Article 34 Section 3 – Addressing that medical documentation was provided correctly.</a:t>
          </a:r>
        </a:p>
      </dsp:txBody>
      <dsp:txXfrm>
        <a:off x="1345038" y="4369307"/>
        <a:ext cx="5555473" cy="1164535"/>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EDF9F3C-F269-42F8-AC49-31046FFDBC46}">
      <dsp:nvSpPr>
        <dsp:cNvPr id="0" name=""/>
        <dsp:cNvSpPr/>
      </dsp:nvSpPr>
      <dsp:spPr>
        <a:xfrm>
          <a:off x="1434" y="303626"/>
          <a:ext cx="5035321" cy="3197428"/>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28373BBE-7D7D-47BF-A898-140042C74DE7}">
      <dsp:nvSpPr>
        <dsp:cNvPr id="0" name=""/>
        <dsp:cNvSpPr/>
      </dsp:nvSpPr>
      <dsp:spPr>
        <a:xfrm>
          <a:off x="560914" y="835133"/>
          <a:ext cx="5035321" cy="3197428"/>
        </a:xfrm>
        <a:prstGeom prst="roundRect">
          <a:avLst>
            <a:gd name="adj" fmla="val 10000"/>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10490" tIns="110490" rIns="110490" bIns="110490" numCol="1" spcCol="1270" anchor="ctr" anchorCtr="0">
          <a:noAutofit/>
        </a:bodyPr>
        <a:lstStyle/>
        <a:p>
          <a:pPr marL="0" lvl="0" indent="0" algn="ctr" defTabSz="1289050">
            <a:lnSpc>
              <a:spcPct val="90000"/>
            </a:lnSpc>
            <a:spcBef>
              <a:spcPct val="0"/>
            </a:spcBef>
            <a:spcAft>
              <a:spcPct val="35000"/>
            </a:spcAft>
            <a:buNone/>
          </a:pPr>
          <a:r>
            <a:rPr lang="en-US" sz="2900" kern="1200"/>
            <a:t>Instead of calling, we could have chosen to physically walk to their office. This gives a very personal one on one time to discuss the case where you can see the managers reactions. This can be helpful sometimes especially if you think there may be a possibility that a manager is hiding something or not being fully transparent.</a:t>
          </a:r>
        </a:p>
      </dsp:txBody>
      <dsp:txXfrm>
        <a:off x="654563" y="928782"/>
        <a:ext cx="4848023" cy="3010130"/>
      </dsp:txXfrm>
    </dsp:sp>
    <dsp:sp modelId="{6D1FE811-F794-4DFE-8D58-887EB59B0198}">
      <dsp:nvSpPr>
        <dsp:cNvPr id="0" name=""/>
        <dsp:cNvSpPr/>
      </dsp:nvSpPr>
      <dsp:spPr>
        <a:xfrm>
          <a:off x="6155716" y="303626"/>
          <a:ext cx="5035321" cy="3197428"/>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CB61E150-0904-4EF9-A292-385C401A6673}">
      <dsp:nvSpPr>
        <dsp:cNvPr id="0" name=""/>
        <dsp:cNvSpPr/>
      </dsp:nvSpPr>
      <dsp:spPr>
        <a:xfrm>
          <a:off x="6715196" y="835133"/>
          <a:ext cx="5035321" cy="3197428"/>
        </a:xfrm>
        <a:prstGeom prst="roundRect">
          <a:avLst>
            <a:gd name="adj" fmla="val 10000"/>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10490" tIns="110490" rIns="110490" bIns="110490" numCol="1" spcCol="1270" anchor="ctr" anchorCtr="0">
          <a:noAutofit/>
        </a:bodyPr>
        <a:lstStyle/>
        <a:p>
          <a:pPr marL="0" lvl="0" indent="0" algn="ctr" defTabSz="1289050">
            <a:lnSpc>
              <a:spcPct val="90000"/>
            </a:lnSpc>
            <a:spcBef>
              <a:spcPct val="0"/>
            </a:spcBef>
            <a:spcAft>
              <a:spcPct val="35000"/>
            </a:spcAft>
            <a:buNone/>
          </a:pPr>
          <a:r>
            <a:rPr lang="en-US" sz="2900" kern="1200"/>
            <a:t>We could have also chosen to send an email over the case. This is a good option also as it creates a written record and forces the other party to also give a written record. This can also be helpful because people let certain guards down through emails than they would if in person.</a:t>
          </a:r>
        </a:p>
      </dsp:txBody>
      <dsp:txXfrm>
        <a:off x="6808845" y="928782"/>
        <a:ext cx="4848023" cy="3010130"/>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E237546-DEB5-47EF-ACB5-CBFBD62DE7B4}">
      <dsp:nvSpPr>
        <dsp:cNvPr id="0" name=""/>
        <dsp:cNvSpPr/>
      </dsp:nvSpPr>
      <dsp:spPr>
        <a:xfrm>
          <a:off x="0" y="2892050"/>
          <a:ext cx="11908529" cy="1897498"/>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84912" tIns="184912" rIns="184912" bIns="184912" numCol="1" spcCol="1270" anchor="ctr" anchorCtr="0">
          <a:noAutofit/>
        </a:bodyPr>
        <a:lstStyle/>
        <a:p>
          <a:pPr marL="0" lvl="0" indent="0" algn="ctr" defTabSz="1155700">
            <a:lnSpc>
              <a:spcPct val="90000"/>
            </a:lnSpc>
            <a:spcBef>
              <a:spcPct val="0"/>
            </a:spcBef>
            <a:spcAft>
              <a:spcPct val="35000"/>
            </a:spcAft>
            <a:buNone/>
          </a:pPr>
          <a:r>
            <a:rPr lang="en-US" sz="2600" kern="1200"/>
            <a:t>Informal – Formal 1st step (this can be skipped most times, see Article 41 Sect 4) - Formal 2nd Step – Formal 3rd Step - Arbitration</a:t>
          </a:r>
        </a:p>
      </dsp:txBody>
      <dsp:txXfrm>
        <a:off x="0" y="2892050"/>
        <a:ext cx="11908529" cy="1897498"/>
      </dsp:txXfrm>
    </dsp:sp>
    <dsp:sp modelId="{52E2AF91-3145-404D-85E9-4CFD74BFE744}">
      <dsp:nvSpPr>
        <dsp:cNvPr id="0" name=""/>
        <dsp:cNvSpPr/>
      </dsp:nvSpPr>
      <dsp:spPr>
        <a:xfrm rot="10800000">
          <a:off x="0" y="2160"/>
          <a:ext cx="11908529" cy="2918352"/>
        </a:xfrm>
        <a:prstGeom prst="upArrowCallou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84912" tIns="184912" rIns="184912" bIns="184912" numCol="1" spcCol="1270" anchor="ctr" anchorCtr="0">
          <a:noAutofit/>
        </a:bodyPr>
        <a:lstStyle/>
        <a:p>
          <a:pPr marL="0" lvl="0" indent="0" algn="ctr" defTabSz="1155700">
            <a:lnSpc>
              <a:spcPct val="90000"/>
            </a:lnSpc>
            <a:spcBef>
              <a:spcPct val="0"/>
            </a:spcBef>
            <a:spcAft>
              <a:spcPct val="35000"/>
            </a:spcAft>
            <a:buNone/>
          </a:pPr>
          <a:r>
            <a:rPr lang="en-US" sz="2600" kern="1200"/>
            <a:t>The difference between informal and formal boils down to procedure. Informal case means that we can attempt to find a resolution through the management chain, following chain of command, and it remains an informal setting. This is typically done over the phone, email, or a meeting. This allows for us to try to resolve it at the lowest level possible while also providing resolution quickly. Formal becomes a bit stricter on how we proceed with the case. The simplest way to put it is by following the chart below. Formal guidance can be located in Article 41 of the National Agreement.</a:t>
          </a:r>
        </a:p>
      </dsp:txBody>
      <dsp:txXfrm rot="10800000">
        <a:off x="0" y="2160"/>
        <a:ext cx="11908529" cy="1896258"/>
      </dsp:txXfrm>
    </dsp:sp>
  </dsp:spTree>
</dsp:drawing>
</file>

<file path=ppt/diagrams/drawing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F475B12B-15FB-428D-B28E-9CA4DDEF9F75}">
      <dsp:nvSpPr>
        <dsp:cNvPr id="0" name=""/>
        <dsp:cNvSpPr/>
      </dsp:nvSpPr>
      <dsp:spPr>
        <a:xfrm>
          <a:off x="0" y="675"/>
          <a:ext cx="6900512" cy="1581368"/>
        </a:xfrm>
        <a:prstGeom prst="roundRect">
          <a:avLst>
            <a:gd name="adj" fmla="val 10000"/>
          </a:avLst>
        </a:prstGeom>
        <a:solidFill>
          <a:schemeClr val="accent2">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E15B7E8D-F83F-4A4B-B5DF-C5CCFBE987C9}">
      <dsp:nvSpPr>
        <dsp:cNvPr id="0" name=""/>
        <dsp:cNvSpPr/>
      </dsp:nvSpPr>
      <dsp:spPr>
        <a:xfrm>
          <a:off x="478363" y="356483"/>
          <a:ext cx="869752" cy="869752"/>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85C91D25-F2FA-4B33-854D-04BF38A86056}">
      <dsp:nvSpPr>
        <dsp:cNvPr id="0" name=""/>
        <dsp:cNvSpPr/>
      </dsp:nvSpPr>
      <dsp:spPr>
        <a:xfrm>
          <a:off x="1826480" y="675"/>
          <a:ext cx="5074031" cy="158136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67361" tIns="167361" rIns="167361" bIns="167361" numCol="1" spcCol="1270" anchor="ctr" anchorCtr="0">
          <a:noAutofit/>
        </a:bodyPr>
        <a:lstStyle/>
        <a:p>
          <a:pPr marL="0" lvl="0" indent="0" algn="l" defTabSz="1066800">
            <a:lnSpc>
              <a:spcPct val="90000"/>
            </a:lnSpc>
            <a:spcBef>
              <a:spcPct val="0"/>
            </a:spcBef>
            <a:spcAft>
              <a:spcPct val="35000"/>
            </a:spcAft>
            <a:buNone/>
          </a:pPr>
          <a:r>
            <a:rPr lang="en-US" sz="2400" kern="1200"/>
            <a:t>You met with the Department Manager who did not come off of the  "I'm not going to help." Luckily for us, she mentioned this again and the fact that they knew the harm was taking place.</a:t>
          </a:r>
        </a:p>
      </dsp:txBody>
      <dsp:txXfrm>
        <a:off x="1826480" y="675"/>
        <a:ext cx="5074031" cy="1581368"/>
      </dsp:txXfrm>
    </dsp:sp>
    <dsp:sp modelId="{2D3C5276-C0F5-44E2-BD2E-540D1C617EF1}">
      <dsp:nvSpPr>
        <dsp:cNvPr id="0" name=""/>
        <dsp:cNvSpPr/>
      </dsp:nvSpPr>
      <dsp:spPr>
        <a:xfrm>
          <a:off x="0" y="1977386"/>
          <a:ext cx="6900512" cy="1581368"/>
        </a:xfrm>
        <a:prstGeom prst="roundRect">
          <a:avLst>
            <a:gd name="adj" fmla="val 10000"/>
          </a:avLst>
        </a:prstGeom>
        <a:solidFill>
          <a:schemeClr val="accent3">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EE2C968D-56CA-482E-BA13-8DF41325A0F2}">
      <dsp:nvSpPr>
        <dsp:cNvPr id="0" name=""/>
        <dsp:cNvSpPr/>
      </dsp:nvSpPr>
      <dsp:spPr>
        <a:xfrm>
          <a:off x="478363" y="2333194"/>
          <a:ext cx="869752" cy="869752"/>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CFC066D7-9DCF-493A-92B8-E4CA9E6EC9C2}">
      <dsp:nvSpPr>
        <dsp:cNvPr id="0" name=""/>
        <dsp:cNvSpPr/>
      </dsp:nvSpPr>
      <dsp:spPr>
        <a:xfrm>
          <a:off x="1826480" y="1977386"/>
          <a:ext cx="5074031" cy="158136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67361" tIns="167361" rIns="167361" bIns="167361" numCol="1" spcCol="1270" anchor="ctr" anchorCtr="0">
          <a:noAutofit/>
        </a:bodyPr>
        <a:lstStyle/>
        <a:p>
          <a:pPr marL="0" lvl="0" indent="0" algn="l" defTabSz="1066800">
            <a:lnSpc>
              <a:spcPct val="90000"/>
            </a:lnSpc>
            <a:spcBef>
              <a:spcPct val="0"/>
            </a:spcBef>
            <a:spcAft>
              <a:spcPct val="35000"/>
            </a:spcAft>
            <a:buNone/>
          </a:pPr>
          <a:r>
            <a:rPr lang="en-US" sz="2400" kern="1200"/>
            <a:t>You now scheduled with the next manager in the chain, the OPS manager.</a:t>
          </a:r>
        </a:p>
      </dsp:txBody>
      <dsp:txXfrm>
        <a:off x="1826480" y="1977386"/>
        <a:ext cx="5074031" cy="1581368"/>
      </dsp:txXfrm>
    </dsp:sp>
    <dsp:sp modelId="{5B924088-4BE4-47C9-9224-0FECECBDD4C9}">
      <dsp:nvSpPr>
        <dsp:cNvPr id="0" name=""/>
        <dsp:cNvSpPr/>
      </dsp:nvSpPr>
      <dsp:spPr>
        <a:xfrm>
          <a:off x="0" y="3954096"/>
          <a:ext cx="6900512" cy="1581368"/>
        </a:xfrm>
        <a:prstGeom prst="roundRect">
          <a:avLst>
            <a:gd name="adj" fmla="val 10000"/>
          </a:avLst>
        </a:prstGeom>
        <a:solidFill>
          <a:schemeClr val="accent4">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1ED4458C-C911-4A0F-86BF-B2B60F7045E1}">
      <dsp:nvSpPr>
        <dsp:cNvPr id="0" name=""/>
        <dsp:cNvSpPr/>
      </dsp:nvSpPr>
      <dsp:spPr>
        <a:xfrm>
          <a:off x="478363" y="4309904"/>
          <a:ext cx="869752" cy="869752"/>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0409DA6F-53AA-43B7-B675-D9E0B81511CD}">
      <dsp:nvSpPr>
        <dsp:cNvPr id="0" name=""/>
        <dsp:cNvSpPr/>
      </dsp:nvSpPr>
      <dsp:spPr>
        <a:xfrm>
          <a:off x="1826480" y="3954096"/>
          <a:ext cx="5074031" cy="158136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67361" tIns="167361" rIns="167361" bIns="167361" numCol="1" spcCol="1270" anchor="ctr" anchorCtr="0">
          <a:noAutofit/>
        </a:bodyPr>
        <a:lstStyle/>
        <a:p>
          <a:pPr marL="0" lvl="0" indent="0" algn="l" defTabSz="1066800">
            <a:lnSpc>
              <a:spcPct val="90000"/>
            </a:lnSpc>
            <a:spcBef>
              <a:spcPct val="0"/>
            </a:spcBef>
            <a:spcAft>
              <a:spcPct val="35000"/>
            </a:spcAft>
            <a:buNone/>
          </a:pPr>
          <a:r>
            <a:rPr lang="en-US" sz="2400" kern="1200"/>
            <a:t>The OPS has given us a response and they have choosen to make the changes and remove the AWOL. Adding the details about the department manager knowing helped the case.</a:t>
          </a:r>
        </a:p>
      </dsp:txBody>
      <dsp:txXfrm>
        <a:off x="1826480" y="3954096"/>
        <a:ext cx="5074031" cy="1581368"/>
      </dsp:txXfrm>
    </dsp:sp>
  </dsp:spTree>
</dsp:drawing>
</file>

<file path=ppt/diagrams/layout1.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2.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layout3.xml><?xml version="1.0" encoding="utf-8"?>
<dgm:layoutDef xmlns:dgm="http://schemas.openxmlformats.org/drawingml/2006/diagram" xmlns:a="http://schemas.openxmlformats.org/drawingml/2006/main" uniqueId="urn:microsoft.com/office/officeart/2005/8/layout/hierarchy1">
  <dgm:title val=""/>
  <dgm:desc val=""/>
  <dgm:catLst>
    <dgm:cat type="hierarchy" pri="2000"/>
  </dgm:catLst>
  <dgm:sampData>
    <dgm:dataModel>
      <dgm:ptLst>
        <dgm:pt modelId="0" type="doc"/>
        <dgm:pt modelId="1">
          <dgm:prSet phldr="1"/>
        </dgm:pt>
        <dgm:pt modelId="2">
          <dgm:prSet phldr="1"/>
        </dgm:pt>
        <dgm:pt modelId="21">
          <dgm:prSet phldr="1"/>
        </dgm:pt>
        <dgm:pt modelId="22">
          <dgm:prSet phldr="1"/>
        </dgm:pt>
        <dgm:pt modelId="3">
          <dgm:prSet phldr="1"/>
        </dgm:pt>
        <dgm:pt modelId="31">
          <dgm:prSet phldr="1"/>
        </dgm:pt>
      </dgm:ptLst>
      <dgm:cxnLst>
        <dgm:cxn modelId="4" srcId="0" destId="1" srcOrd="0" destOrd="0"/>
        <dgm:cxn modelId="5" srcId="1" destId="2" srcOrd="0" destOrd="0"/>
        <dgm:cxn modelId="6" srcId="1" destId="3" srcOrd="1" destOrd="0"/>
        <dgm:cxn modelId="23" srcId="2" destId="21" srcOrd="0" destOrd="0"/>
        <dgm:cxn modelId="24" srcId="2" destId="22" srcOrd="1" destOrd="0"/>
        <dgm:cxn modelId="33" srcId="3" destId="31" srcOrd="0" destOrd="0"/>
      </dgm:cxnLst>
      <dgm:bg/>
      <dgm:whole/>
    </dgm:dataModel>
  </dgm:sampData>
  <dgm:styleData>
    <dgm:dataModel>
      <dgm:ptLst>
        <dgm:pt modelId="0" type="doc"/>
        <dgm:pt modelId="1"/>
        <dgm:pt modelId="11"/>
        <dgm:pt modelId="12"/>
      </dgm:ptLst>
      <dgm:cxnLst>
        <dgm:cxn modelId="2" srcId="0" destId="1" srcOrd="0" destOrd="0"/>
        <dgm:cxn modelId="13" srcId="1" destId="11" srcOrd="0" destOrd="0"/>
        <dgm:cxn modelId="14" srcId="1" destId="12" srcOrd="1" destOrd="0"/>
      </dgm:cxnLst>
      <dgm:bg/>
      <dgm:whole/>
    </dgm:dataModel>
  </dgm:styleData>
  <dgm:clrData>
    <dgm:dataModel>
      <dgm:ptLst>
        <dgm:pt modelId="0" type="doc"/>
        <dgm:pt modelId="1"/>
        <dgm:pt modelId="2"/>
        <dgm:pt modelId="21"/>
        <dgm:pt modelId="211"/>
        <dgm:pt modelId="3"/>
        <dgm:pt modelId="31"/>
        <dgm:pt modelId="311"/>
      </dgm:ptLst>
      <dgm:cxnLst>
        <dgm:cxn modelId="4" srcId="0" destId="1" srcOrd="0" destOrd="0"/>
        <dgm:cxn modelId="5" srcId="1" destId="2" srcOrd="0" destOrd="0"/>
        <dgm:cxn modelId="6" srcId="1" destId="3" srcOrd="1" destOrd="0"/>
        <dgm:cxn modelId="23" srcId="2" destId="21" srcOrd="0" destOrd="0"/>
        <dgm:cxn modelId="24" srcId="21" destId="211" srcOrd="0" destOrd="0"/>
        <dgm:cxn modelId="33" srcId="3" destId="31" srcOrd="0" destOrd="0"/>
        <dgm:cxn modelId="34" srcId="31" destId="311" srcOrd="0" destOrd="0"/>
      </dgm:cxnLst>
      <dgm:bg/>
      <dgm:whole/>
    </dgm:dataModel>
  </dgm:clrData>
  <dgm:layoutNode name="hierChild1">
    <dgm:varLst>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primFontSz" for="des" ptType="node" op="equ" val="65"/>
      <dgm:constr type="w" for="des" forName="composite" refType="w"/>
      <dgm:constr type="h" for="des" forName="composite" refType="w" refFor="des" refForName="composite" fact="0.667"/>
      <dgm:constr type="w" for="des" forName="composite2" refType="w" refFor="des" refForName="composite"/>
      <dgm:constr type="h" for="des" forName="composite2" refType="h" refFor="des" refForName="composite"/>
      <dgm:constr type="w" for="des" forName="composite3" refType="w" refFor="des" refForName="composite"/>
      <dgm:constr type="h" for="des" forName="composite3" refType="h" refFor="des" refForName="composite"/>
      <dgm:constr type="w" for="des" forName="composite4" refType="w" refFor="des" refForName="composite"/>
      <dgm:constr type="h" for="des" forName="composite4" refType="h" refFor="des" refForName="composite"/>
      <dgm:constr type="w" for="des" forName="composite5" refType="w" refFor="des" refForName="composite"/>
      <dgm:constr type="h" for="des" forName="composite5" refType="h" refFor="des" refForName="composite"/>
      <dgm:constr type="sibSp" refType="w" refFor="des" refForName="composite" fact="0.1"/>
      <dgm:constr type="sibSp" for="des" forName="hierChild2" refType="sibSp"/>
      <dgm:constr type="sibSp" for="des" forName="hierChild3" refType="sibSp"/>
      <dgm:constr type="sibSp" for="des" forName="hierChild4" refType="sibSp"/>
      <dgm:constr type="sibSp" for="des" forName="hierChild5" refType="sibSp"/>
      <dgm:constr type="sibSp" for="des" forName="hierChild6" refType="sibSp"/>
      <dgm:constr type="sp" for="des" forName="hierRoot1" refType="h" refFor="des" refForName="composite" fact="0.25"/>
      <dgm:constr type="sp" for="des" forName="hierRoot2" refType="sp" refFor="des" refForName="hierRoot1"/>
      <dgm:constr type="sp" for="des" forName="hierRoot3" refType="sp" refFor="des" refForName="hierRoot1"/>
      <dgm:constr type="sp" for="des" forName="hierRoot4" refType="sp" refFor="des" refForName="hierRoot1"/>
      <dgm:constr type="sp" for="des" forName="hierRoot5" refType="sp" refFor="des" refForName="hierRoot1"/>
    </dgm:constrLst>
    <dgm:ruleLst/>
    <dgm:forEach name="Name3" axis="ch">
      <dgm:forEach name="Name4" axis="self" ptType="node">
        <dgm:layoutNode name="hierRoot1">
          <dgm:alg type="hierRoot"/>
          <dgm:shape xmlns:r="http://schemas.openxmlformats.org/officeDocument/2006/relationships" r:blip="">
            <dgm:adjLst/>
          </dgm:shape>
          <dgm:presOf/>
          <dgm:constrLst>
            <dgm:constr type="bendDist" for="des" ptType="parTrans" refType="sp" fact="0.5"/>
          </dgm:constrLst>
          <dgm:ruleLst/>
          <dgm:layoutNode name="composite">
            <dgm:alg type="composite"/>
            <dgm:shape xmlns:r="http://schemas.openxmlformats.org/officeDocument/2006/relationships" r:blip="">
              <dgm:adjLst/>
            </dgm:shape>
            <dgm:presOf/>
            <dgm:constrLst>
              <dgm:constr type="w" for="ch" forName="background" refType="w" fact="0.9"/>
              <dgm:constr type="h" for="ch" forName="background" refType="w" refFor="ch" refForName="background" fact="0.635"/>
              <dgm:constr type="t" for="ch" forName="background"/>
              <dgm:constr type="l" for="ch" forName="background"/>
              <dgm:constr type="w" for="ch" forName="text" refType="w" fact="0.9"/>
              <dgm:constr type="h" for="ch" forName="text" refType="w" refFor="ch" refForName="text" fact="0.635"/>
              <dgm:constr type="t" for="ch" forName="text" refType="w" fact="0.095"/>
              <dgm:constr type="l" for="ch" forName="text" refType="w" fact="0.1"/>
            </dgm:constrLst>
            <dgm:ruleLst/>
            <dgm:layoutNode name="background" styleLbl="node0" moveWith="text">
              <dgm:alg type="sp"/>
              <dgm:shape xmlns:r="http://schemas.openxmlformats.org/officeDocument/2006/relationships" type="roundRect" r:blip="">
                <dgm:adjLst>
                  <dgm:adj idx="1" val="0.1"/>
                </dgm:adjLst>
              </dgm:shape>
              <dgm:presOf/>
              <dgm:constrLst/>
              <dgm:ruleLst/>
            </dgm:layoutNode>
            <dgm:layoutNode name="text" styleLbl="fgAcc0">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2">
            <dgm:choose name="Name5">
              <dgm:if name="Name6" func="var" arg="dir" op="equ" val="norm">
                <dgm:alg type="hierChild">
                  <dgm:param type="linDir" val="fromL"/>
                </dgm:alg>
              </dgm:if>
              <dgm:else name="Name7">
                <dgm:alg type="hierChild">
                  <dgm:param type="linDir" val="fromR"/>
                </dgm:alg>
              </dgm:else>
            </dgm:choose>
            <dgm:shape xmlns:r="http://schemas.openxmlformats.org/officeDocument/2006/relationships" r:blip="">
              <dgm:adjLst/>
            </dgm:shape>
            <dgm:presOf/>
            <dgm:constrLst/>
            <dgm:ruleLst/>
            <dgm:forEach name="Name8" axis="ch">
              <dgm:forEach name="Name9" axis="self" ptType="parTrans" cnt="1">
                <dgm:layoutNode name="Name10">
                  <dgm:alg type="conn">
                    <dgm:param type="dim" val="1D"/>
                    <dgm:param type="endSty" val="noArr"/>
                    <dgm:param type="connRout" val="bend"/>
                    <dgm:param type="bendPt" val="end"/>
                    <dgm:param type="begPts" val="bCtr"/>
                    <dgm:param type="endPts" val="tCtr"/>
                    <dgm:param type="srcNode" val="background"/>
                    <dgm:param type="dstNode" val="background2"/>
                  </dgm:alg>
                  <dgm:shape xmlns:r="http://schemas.openxmlformats.org/officeDocument/2006/relationships" type="conn" r:blip="" zOrderOff="-999">
                    <dgm:adjLst/>
                  </dgm:shape>
                  <dgm:presOf axis="self"/>
                  <dgm:constrLst>
                    <dgm:constr type="begPad"/>
                    <dgm:constr type="endPad"/>
                  </dgm:constrLst>
                  <dgm:ruleLst/>
                </dgm:layoutNode>
              </dgm:forEach>
              <dgm:forEach name="Name11" axis="self" ptType="node">
                <dgm:layoutNode name="hierRoot2">
                  <dgm:alg type="hierRoot"/>
                  <dgm:shape xmlns:r="http://schemas.openxmlformats.org/officeDocument/2006/relationships" r:blip="">
                    <dgm:adjLst/>
                  </dgm:shape>
                  <dgm:presOf/>
                  <dgm:constrLst>
                    <dgm:constr type="bendDist" for="des" ptType="parTrans" refType="sp" fact="0.5"/>
                  </dgm:constrLst>
                  <dgm:ruleLst/>
                  <dgm:layoutNode name="composite2">
                    <dgm:alg type="composite"/>
                    <dgm:shape xmlns:r="http://schemas.openxmlformats.org/officeDocument/2006/relationships" r:blip="">
                      <dgm:adjLst/>
                    </dgm:shape>
                    <dgm:presOf/>
                    <dgm:constrLst>
                      <dgm:constr type="w" for="ch" forName="background2" refType="w" fact="0.9"/>
                      <dgm:constr type="h" for="ch" forName="background2" refType="w" refFor="ch" refForName="background2" fact="0.635"/>
                      <dgm:constr type="t" for="ch" forName="background2"/>
                      <dgm:constr type="l" for="ch" forName="background2"/>
                      <dgm:constr type="w" for="ch" forName="text2" refType="w" fact="0.9"/>
                      <dgm:constr type="h" for="ch" forName="text2" refType="w" refFor="ch" refForName="text2" fact="0.635"/>
                      <dgm:constr type="t" for="ch" forName="text2" refType="w" fact="0.095"/>
                      <dgm:constr type="l" for="ch" forName="text2" refType="w" fact="0.1"/>
                    </dgm:constrLst>
                    <dgm:ruleLst/>
                    <dgm:layoutNode name="background2" moveWith="text2">
                      <dgm:alg type="sp"/>
                      <dgm:shape xmlns:r="http://schemas.openxmlformats.org/officeDocument/2006/relationships" type="roundRect" r:blip="">
                        <dgm:adjLst>
                          <dgm:adj idx="1" val="0.1"/>
                        </dgm:adjLst>
                      </dgm:shape>
                      <dgm:presOf/>
                      <dgm:constrLst/>
                      <dgm:ruleLst/>
                    </dgm:layoutNode>
                    <dgm:layoutNode name="text2" styleLbl="fgAcc2">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3">
                    <dgm:choose name="Name12">
                      <dgm:if name="Name13" func="var" arg="dir" op="equ" val="norm">
                        <dgm:alg type="hierChild">
                          <dgm:param type="linDir" val="fromL"/>
                        </dgm:alg>
                      </dgm:if>
                      <dgm:else name="Name14">
                        <dgm:alg type="hierChild">
                          <dgm:param type="linDir" val="fromR"/>
                        </dgm:alg>
                      </dgm:else>
                    </dgm:choose>
                    <dgm:shape xmlns:r="http://schemas.openxmlformats.org/officeDocument/2006/relationships" r:blip="">
                      <dgm:adjLst/>
                    </dgm:shape>
                    <dgm:presOf/>
                    <dgm:constrLst/>
                    <dgm:ruleLst/>
                    <dgm:forEach name="Name15" axis="ch">
                      <dgm:forEach name="Name16" axis="self" ptType="parTrans" cnt="1">
                        <dgm:layoutNode name="Name17">
                          <dgm:alg type="conn">
                            <dgm:param type="dim" val="1D"/>
                            <dgm:param type="endSty" val="noArr"/>
                            <dgm:param type="connRout" val="bend"/>
                            <dgm:param type="bendPt" val="end"/>
                            <dgm:param type="begPts" val="bCtr"/>
                            <dgm:param type="endPts" val="tCtr"/>
                            <dgm:param type="srcNode" val="background2"/>
                            <dgm:param type="dstNode" val="background3"/>
                          </dgm:alg>
                          <dgm:shape xmlns:r="http://schemas.openxmlformats.org/officeDocument/2006/relationships" type="conn" r:blip="" zOrderOff="-999">
                            <dgm:adjLst/>
                          </dgm:shape>
                          <dgm:presOf axis="self"/>
                          <dgm:constrLst>
                            <dgm:constr type="begPad"/>
                            <dgm:constr type="endPad"/>
                          </dgm:constrLst>
                          <dgm:ruleLst/>
                        </dgm:layoutNode>
                      </dgm:forEach>
                      <dgm:forEach name="Name18" axis="self" ptType="node">
                        <dgm:layoutNode name="hierRoot3">
                          <dgm:alg type="hierRoot"/>
                          <dgm:shape xmlns:r="http://schemas.openxmlformats.org/officeDocument/2006/relationships" r:blip="">
                            <dgm:adjLst/>
                          </dgm:shape>
                          <dgm:presOf/>
                          <dgm:constrLst>
                            <dgm:constr type="bendDist" for="des" ptType="parTrans" refType="sp" fact="0.5"/>
                          </dgm:constrLst>
                          <dgm:ruleLst/>
                          <dgm:layoutNode name="composite3">
                            <dgm:alg type="composite"/>
                            <dgm:shape xmlns:r="http://schemas.openxmlformats.org/officeDocument/2006/relationships" r:blip="">
                              <dgm:adjLst/>
                            </dgm:shape>
                            <dgm:presOf/>
                            <dgm:constrLst>
                              <dgm:constr type="w" for="ch" forName="background3" refType="w" fact="0.9"/>
                              <dgm:constr type="h" for="ch" forName="background3" refType="w" refFor="ch" refForName="background3" fact="0.635"/>
                              <dgm:constr type="t" for="ch" forName="background3"/>
                              <dgm:constr type="l" for="ch" forName="background3"/>
                              <dgm:constr type="w" for="ch" forName="text3" refType="w" fact="0.9"/>
                              <dgm:constr type="h" for="ch" forName="text3" refType="w" refFor="ch" refForName="text3" fact="0.635"/>
                              <dgm:constr type="t" for="ch" forName="text3" refType="w" fact="0.095"/>
                              <dgm:constr type="l" for="ch" forName="text3" refType="w" fact="0.1"/>
                            </dgm:constrLst>
                            <dgm:ruleLst/>
                            <dgm:layoutNode name="background3" moveWith="text3">
                              <dgm:alg type="sp"/>
                              <dgm:shape xmlns:r="http://schemas.openxmlformats.org/officeDocument/2006/relationships" type="roundRect" r:blip="">
                                <dgm:adjLst>
                                  <dgm:adj idx="1" val="0.1"/>
                                </dgm:adjLst>
                              </dgm:shape>
                              <dgm:presOf/>
                              <dgm:constrLst/>
                              <dgm:ruleLst/>
                            </dgm:layoutNode>
                            <dgm:layoutNode name="text3" styleLbl="fgAcc3">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4">
                            <dgm:choose name="Name19">
                              <dgm:if name="Name20" func="var" arg="dir" op="equ" val="norm">
                                <dgm:alg type="hierChild">
                                  <dgm:param type="linDir" val="fromL"/>
                                </dgm:alg>
                              </dgm:if>
                              <dgm:else name="Name21">
                                <dgm:alg type="hierChild">
                                  <dgm:param type="linDir" val="fromR"/>
                                </dgm:alg>
                              </dgm:else>
                            </dgm:choose>
                            <dgm:shape xmlns:r="http://schemas.openxmlformats.org/officeDocument/2006/relationships" r:blip="">
                              <dgm:adjLst/>
                            </dgm:shape>
                            <dgm:presOf/>
                            <dgm:constrLst/>
                            <dgm:ruleLst/>
                            <dgm:forEach name="repeat" axis="ch">
                              <dgm:forEach name="Name22" axis="self" ptType="parTrans" cnt="1">
                                <dgm:layoutNode name="Name23">
                                  <dgm:choose name="Name24">
                                    <dgm:if name="Name25" axis="self" func="depth" op="lte" val="4">
                                      <dgm:alg type="conn">
                                        <dgm:param type="dim" val="1D"/>
                                        <dgm:param type="endSty" val="noArr"/>
                                        <dgm:param type="connRout" val="bend"/>
                                        <dgm:param type="bendPt" val="end"/>
                                        <dgm:param type="begPts" val="bCtr"/>
                                        <dgm:param type="endPts" val="tCtr"/>
                                        <dgm:param type="srcNode" val="background3"/>
                                        <dgm:param type="dstNode" val="background4"/>
                                      </dgm:alg>
                                    </dgm:if>
                                    <dgm:else name="Name26">
                                      <dgm:alg type="conn">
                                        <dgm:param type="dim" val="1D"/>
                                        <dgm:param type="endSty" val="noArr"/>
                                        <dgm:param type="connRout" val="bend"/>
                                        <dgm:param type="bendPt" val="end"/>
                                        <dgm:param type="begPts" val="bCtr"/>
                                        <dgm:param type="endPts" val="tCtr"/>
                                        <dgm:param type="srcNode" val="background4"/>
                                        <dgm:param type="dstNode" val="background4"/>
                                      </dgm:alg>
                                    </dgm:else>
                                  </dgm:choose>
                                  <dgm:shape xmlns:r="http://schemas.openxmlformats.org/officeDocument/2006/relationships" type="conn" r:blip="" zOrderOff="-999">
                                    <dgm:adjLst/>
                                  </dgm:shape>
                                  <dgm:presOf axis="self"/>
                                  <dgm:constrLst>
                                    <dgm:constr type="begPad"/>
                                    <dgm:constr type="endPad"/>
                                  </dgm:constrLst>
                                  <dgm:ruleLst/>
                                </dgm:layoutNode>
                              </dgm:forEach>
                              <dgm:forEach name="Name27" axis="self" ptType="node">
                                <dgm:layoutNode name="hierRoot4">
                                  <dgm:alg type="hierRoot"/>
                                  <dgm:shape xmlns:r="http://schemas.openxmlformats.org/officeDocument/2006/relationships" r:blip="">
                                    <dgm:adjLst/>
                                  </dgm:shape>
                                  <dgm:presOf/>
                                  <dgm:constrLst>
                                    <dgm:constr type="bendDist" for="des" ptType="parTrans" refType="sp" fact="0.5"/>
                                  </dgm:constrLst>
                                  <dgm:ruleLst/>
                                  <dgm:layoutNode name="composite4">
                                    <dgm:alg type="composite"/>
                                    <dgm:shape xmlns:r="http://schemas.openxmlformats.org/officeDocument/2006/relationships" r:blip="">
                                      <dgm:adjLst/>
                                    </dgm:shape>
                                    <dgm:presOf/>
                                    <dgm:constrLst>
                                      <dgm:constr type="w" for="ch" forName="background4" refType="w" fact="0.9"/>
                                      <dgm:constr type="h" for="ch" forName="background4" refType="w" refFor="ch" refForName="background4" fact="0.635"/>
                                      <dgm:constr type="t" for="ch" forName="background4"/>
                                      <dgm:constr type="l" for="ch" forName="background4"/>
                                      <dgm:constr type="w" for="ch" forName="text4" refType="w" fact="0.9"/>
                                      <dgm:constr type="h" for="ch" forName="text4" refType="w" refFor="ch" refForName="text4" fact="0.635"/>
                                      <dgm:constr type="t" for="ch" forName="text4" refType="w" fact="0.095"/>
                                      <dgm:constr type="l" for="ch" forName="text4" refType="w" fact="0.1"/>
                                    </dgm:constrLst>
                                    <dgm:ruleLst/>
                                    <dgm:layoutNode name="background4" moveWith="text4">
                                      <dgm:alg type="sp"/>
                                      <dgm:shape xmlns:r="http://schemas.openxmlformats.org/officeDocument/2006/relationships" type="roundRect" r:blip="">
                                        <dgm:adjLst>
                                          <dgm:adj idx="1" val="0.1"/>
                                        </dgm:adjLst>
                                      </dgm:shape>
                                      <dgm:presOf/>
                                      <dgm:constrLst/>
                                      <dgm:ruleLst/>
                                    </dgm:layoutNode>
                                    <dgm:layoutNode name="text4" styleLbl="fgAcc4">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5">
                                    <dgm:choose name="Name28">
                                      <dgm:if name="Name29" func="var" arg="dir" op="equ" val="norm">
                                        <dgm:alg type="hierChild">
                                          <dgm:param type="linDir" val="fromL"/>
                                        </dgm:alg>
                                      </dgm:if>
                                      <dgm:else name="Name30">
                                        <dgm:alg type="hierChild">
                                          <dgm:param type="linDir" val="fromR"/>
                                        </dgm:alg>
                                      </dgm:else>
                                    </dgm:choose>
                                    <dgm:shape xmlns:r="http://schemas.openxmlformats.org/officeDocument/2006/relationships" r:blip="">
                                      <dgm:adjLst/>
                                    </dgm:shape>
                                    <dgm:presOf/>
                                    <dgm:constrLst/>
                                    <dgm:ruleLst/>
                                    <dgm:forEach name="Name31" ref="repeat"/>
                                  </dgm:layoutNode>
                                </dgm:layoutNode>
                              </dgm:forEach>
                            </dgm:forEach>
                          </dgm:layoutNode>
                        </dgm:layoutNode>
                      </dgm:forEach>
                    </dgm:forEach>
                  </dgm:layoutNode>
                </dgm:layoutNode>
              </dgm:forEach>
            </dgm:forEach>
          </dgm:layoutNode>
        </dgm:layoutNode>
      </dgm:forEach>
    </dgm:forEach>
  </dgm:layoutNode>
</dgm:layoutDef>
</file>

<file path=ppt/diagrams/layout4.xml><?xml version="1.0" encoding="utf-8"?>
<dgm:layoutDef xmlns:dgm="http://schemas.openxmlformats.org/drawingml/2006/diagram" xmlns:a="http://schemas.openxmlformats.org/drawingml/2006/main" uniqueId="urn:microsoft.com/office/officeart/2005/8/layout/process4">
  <dgm:title val=""/>
  <dgm:desc val=""/>
  <dgm:catLst>
    <dgm:cat type="process" pri="16000"/>
    <dgm:cat type="list" pri="20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dir/>
      <dgm:animLvl val="lvl"/>
      <dgm:resizeHandles val="exact"/>
    </dgm:varLst>
    <dgm:alg type="lin">
      <dgm:param type="linDir" val="fromB"/>
    </dgm:alg>
    <dgm:shape xmlns:r="http://schemas.openxmlformats.org/officeDocument/2006/relationships" r:blip="">
      <dgm:adjLst/>
    </dgm:shape>
    <dgm:presOf/>
    <dgm:constrLst>
      <dgm:constr type="h" for="ch" forName="boxAndChildren" refType="h"/>
      <dgm:constr type="h" for="ch" forName="arrowAndChildren" refType="h" refFor="ch" refForName="boxAndChildren" op="equ" fact="1.538"/>
      <dgm:constr type="w" for="ch" forName="arrowAndChildren" refType="w"/>
      <dgm:constr type="w" for="ch" forName="boxAndChildren" refType="w"/>
      <dgm:constr type="h" for="ch" forName="sp" refType="h" fact="-0.015"/>
      <dgm:constr type="primFontSz" for="des" forName="parentTextBox" val="65"/>
      <dgm:constr type="primFontSz" for="des" forName="parentTextArrow" refType="primFontSz" refFor="des" refForName="parentTextBox" op="equ"/>
      <dgm:constr type="primFontSz" for="des" forName="childTextArrow" val="65"/>
      <dgm:constr type="primFontSz" for="des" forName="childTextBox" refType="primFontSz" refFor="des" refForName="childTextArrow" op="equ"/>
    </dgm:constrLst>
    <dgm:ruleLst/>
    <dgm:forEach name="Name1" axis="ch" ptType="node" st="-1" step="-1">
      <dgm:choose name="Name2">
        <dgm:if name="Name3" axis="self" ptType="node" func="revPos" op="equ" val="1">
          <dgm:layoutNode name="boxAndChildren">
            <dgm:alg type="composite"/>
            <dgm:shape xmlns:r="http://schemas.openxmlformats.org/officeDocument/2006/relationships" r:blip="">
              <dgm:adjLst/>
            </dgm:shape>
            <dgm:presOf/>
            <dgm:choose name="Name4">
              <dgm:if name="Name5" axis="ch" ptType="node" func="cnt" op="gte" val="1">
                <dgm:constrLst>
                  <dgm:constr type="w" for="ch" forName="parentTextBox" refType="w"/>
                  <dgm:constr type="h" for="ch" forName="parentTextBox" refType="h" fact="0.54"/>
                  <dgm:constr type="t" for="ch" forName="parentTextBox"/>
                  <dgm:constr type="w" for="ch" forName="entireBox" refType="w"/>
                  <dgm:constr type="h" for="ch" forName="entireBox" refType="h"/>
                  <dgm:constr type="w" for="ch" forName="descendantBox" refType="w"/>
                  <dgm:constr type="b" for="ch" forName="descendantBox" refType="h" fact="0.98"/>
                  <dgm:constr type="h" for="ch" forName="descendantBox" refType="h" fact="0.46"/>
                </dgm:constrLst>
              </dgm:if>
              <dgm:else name="Name6">
                <dgm:constrLst>
                  <dgm:constr type="w" for="ch" forName="parentTextBox" refType="w"/>
                  <dgm:constr type="h" for="ch" forName="parentTextBox" refType="h"/>
                </dgm:constrLst>
              </dgm:else>
            </dgm:choose>
            <dgm:ruleLst/>
            <dgm:layoutNode name="parentTextBox">
              <dgm:alg type="tx"/>
              <dgm:choose name="Name7">
                <dgm:if name="Name8" axis="ch" ptType="node" func="cnt" op="gte" val="1">
                  <dgm:shape xmlns:r="http://schemas.openxmlformats.org/officeDocument/2006/relationships" type="rect" r:blip="" zOrderOff="1" hideGeom="1">
                    <dgm:adjLst/>
                  </dgm:shape>
                </dgm:if>
                <dgm:else name="Name9">
                  <dgm:shape xmlns:r="http://schemas.openxmlformats.org/officeDocument/2006/relationships" type="rect" r:blip="">
                    <dgm:adjLst/>
                  </dgm:shape>
                </dgm:else>
              </dgm:choose>
              <dgm:presOf axis="self"/>
              <dgm:constrLst/>
              <dgm:ruleLst>
                <dgm:rule type="primFontSz" val="5" fact="NaN" max="NaN"/>
              </dgm:ruleLst>
            </dgm:layoutNode>
            <dgm:choose name="Name10">
              <dgm:if name="Name11" axis="ch" ptType="node" func="cnt" op="gte" val="1">
                <dgm:layoutNode name="entireBox">
                  <dgm:alg type="sp"/>
                  <dgm:shape xmlns:r="http://schemas.openxmlformats.org/officeDocument/2006/relationships" type="rect" r:blip="">
                    <dgm:adjLst/>
                  </dgm:shape>
                  <dgm:presOf axis="self"/>
                  <dgm:constrLst/>
                  <dgm:ruleLst/>
                </dgm:layoutNode>
                <dgm:layoutNode name="descendantBox" styleLbl="fgAccFollowNode1">
                  <dgm:choose name="Name12">
                    <dgm:if name="Name13" func="var" arg="dir" op="equ" val="norm">
                      <dgm:alg type="lin"/>
                    </dgm:if>
                    <dgm:else name="Name14">
                      <dgm:alg type="lin">
                        <dgm:param type="linDir" val="fromR"/>
                      </dgm:alg>
                    </dgm:else>
                  </dgm:choose>
                  <dgm:shape xmlns:r="http://schemas.openxmlformats.org/officeDocument/2006/relationships" r:blip="">
                    <dgm:adjLst/>
                  </dgm:shape>
                  <dgm:presOf/>
                  <dgm:constrLst>
                    <dgm:constr type="w" for="ch" forName="childTextBox" refType="w"/>
                    <dgm:constr type="h" for="ch" forName="childTextBox" refType="h"/>
                  </dgm:constrLst>
                  <dgm:ruleLst/>
                  <dgm:forEach name="Name15" axis="ch" ptType="node">
                    <dgm:layoutNode name="childTextBox" styleLbl="fgAccFollowNode1">
                      <dgm:varLst>
                        <dgm:bulletEnabled val="1"/>
                      </dgm:varLst>
                      <dgm:alg type="tx"/>
                      <dgm:shape xmlns:r="http://schemas.openxmlformats.org/officeDocument/2006/relationships" type="rect" r:blip="">
                        <dgm:adjLst/>
                      </dgm:shape>
                      <dgm:presOf axis="desOrSelf" ptType="node"/>
                      <dgm:constrLst>
                        <dgm:constr type="tMarg" refType="primFontSz" fact="0.1"/>
                        <dgm:constr type="bMarg" refType="primFontSz" fact="0.1"/>
                      </dgm:constrLst>
                      <dgm:ruleLst>
                        <dgm:rule type="primFontSz" val="5" fact="NaN" max="NaN"/>
                      </dgm:ruleLst>
                    </dgm:layoutNode>
                  </dgm:forEach>
                </dgm:layoutNode>
              </dgm:if>
              <dgm:else name="Name16"/>
            </dgm:choose>
          </dgm:layoutNode>
        </dgm:if>
        <dgm:else name="Name17">
          <dgm:layoutNode name="arrowAndChildren">
            <dgm:alg type="composite"/>
            <dgm:shape xmlns:r="http://schemas.openxmlformats.org/officeDocument/2006/relationships" r:blip="">
              <dgm:adjLst/>
            </dgm:shape>
            <dgm:presOf/>
            <dgm:choose name="Name18">
              <dgm:if name="Name19" axis="ch" ptType="node" func="cnt" op="gte" val="1">
                <dgm:constrLst>
                  <dgm:constr type="w" for="ch" forName="parentTextArrow" refType="w"/>
                  <dgm:constr type="t" for="ch" forName="parentTextArrow"/>
                  <dgm:constr type="h" for="ch" forName="parentTextArrow" refType="h" fact="0.351"/>
                  <dgm:constr type="w" for="ch" forName="arrow" refType="w"/>
                  <dgm:constr type="h" for="ch" forName="arrow" refType="h"/>
                  <dgm:constr type="w" for="ch" forName="descendantArrow" refType="w"/>
                  <dgm:constr type="b" for="ch" forName="descendantArrow" refType="h" fact="0.65"/>
                  <dgm:constr type="h" for="ch" forName="descendantArrow" refType="h" fact="0.299"/>
                </dgm:constrLst>
              </dgm:if>
              <dgm:else name="Name20">
                <dgm:constrLst>
                  <dgm:constr type="w" for="ch" forName="parentTextArrow" refType="w"/>
                  <dgm:constr type="h" for="ch" forName="parentTextArrow" refType="h"/>
                </dgm:constrLst>
              </dgm:else>
            </dgm:choose>
            <dgm:ruleLst/>
            <dgm:layoutNode name="parentTextArrow">
              <dgm:alg type="tx"/>
              <dgm:choose name="Name21">
                <dgm:if name="Name22" axis="ch" ptType="node" func="cnt" op="gte" val="1">
                  <dgm:shape xmlns:r="http://schemas.openxmlformats.org/officeDocument/2006/relationships" type="rect" r:blip="" zOrderOff="1" hideGeom="1">
                    <dgm:adjLst/>
                  </dgm:shape>
                </dgm:if>
                <dgm:else name="Name23">
                  <dgm:shape xmlns:r="http://schemas.openxmlformats.org/officeDocument/2006/relationships" rot="180" type="upArrowCallout" r:blip="">
                    <dgm:adjLst/>
                  </dgm:shape>
                </dgm:else>
              </dgm:choose>
              <dgm:presOf axis="self"/>
              <dgm:constrLst/>
              <dgm:ruleLst>
                <dgm:rule type="primFontSz" val="5" fact="NaN" max="NaN"/>
              </dgm:ruleLst>
            </dgm:layoutNode>
            <dgm:choose name="Name24">
              <dgm:if name="Name25" axis="ch" ptType="node" func="cnt" op="gte" val="1">
                <dgm:layoutNode name="arrow">
                  <dgm:alg type="sp"/>
                  <dgm:shape xmlns:r="http://schemas.openxmlformats.org/officeDocument/2006/relationships" rot="180" type="upArrowCallout" r:blip="">
                    <dgm:adjLst/>
                  </dgm:shape>
                  <dgm:presOf axis="self"/>
                  <dgm:constrLst/>
                  <dgm:ruleLst/>
                </dgm:layoutNode>
                <dgm:layoutNode name="descendantArrow">
                  <dgm:choose name="Name26">
                    <dgm:if name="Name27" func="var" arg="dir" op="equ" val="norm">
                      <dgm:alg type="lin"/>
                    </dgm:if>
                    <dgm:else name="Name28">
                      <dgm:alg type="lin">
                        <dgm:param type="linDir" val="fromR"/>
                      </dgm:alg>
                    </dgm:else>
                  </dgm:choose>
                  <dgm:shape xmlns:r="http://schemas.openxmlformats.org/officeDocument/2006/relationships" r:blip="">
                    <dgm:adjLst/>
                  </dgm:shape>
                  <dgm:presOf/>
                  <dgm:constrLst>
                    <dgm:constr type="w" for="ch" forName="childTextArrow" refType="w"/>
                    <dgm:constr type="h" for="ch" forName="childTextArrow" refType="h"/>
                  </dgm:constrLst>
                  <dgm:ruleLst/>
                  <dgm:forEach name="Name29" axis="ch" ptType="node">
                    <dgm:layoutNode name="childTextArrow" styleLbl="fgAccFollowNode1">
                      <dgm:varLst>
                        <dgm:bulletEnabled val="1"/>
                      </dgm:varLst>
                      <dgm:alg type="tx"/>
                      <dgm:shape xmlns:r="http://schemas.openxmlformats.org/officeDocument/2006/relationships" type="rect" r:blip="">
                        <dgm:adjLst/>
                      </dgm:shape>
                      <dgm:presOf axis="desOrSelf" ptType="node"/>
                      <dgm:constrLst>
                        <dgm:constr type="tMarg" refType="primFontSz" fact="0.1"/>
                        <dgm:constr type="bMarg" refType="primFontSz" fact="0.1"/>
                      </dgm:constrLst>
                      <dgm:ruleLst>
                        <dgm:rule type="primFontSz" val="5" fact="NaN" max="NaN"/>
                      </dgm:ruleLst>
                    </dgm:layoutNode>
                  </dgm:forEach>
                </dgm:layoutNode>
              </dgm:if>
              <dgm:else name="Name30"/>
            </dgm:choose>
          </dgm:layoutNode>
        </dgm:else>
      </dgm:choose>
      <dgm:forEach name="Name31" axis="precedSib" ptType="sibTrans" st="-1" cnt="1">
        <dgm:layoutNode name="sp">
          <dgm:alg type="sp"/>
          <dgm:shape xmlns:r="http://schemas.openxmlformats.org/officeDocument/2006/relationships" r:blip="">
            <dgm:adjLst/>
          </dgm:shape>
          <dgm:presOf axis="self"/>
          <dgm:constrLst/>
          <dgm:ruleLst/>
        </dgm:layoutNode>
      </dgm:forEach>
    </dgm:forEach>
  </dgm:layoutNode>
</dgm:layoutDef>
</file>

<file path=ppt/diagrams/layout5.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ink/ink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05T16:21:09.176"/>
    </inkml:context>
    <inkml:brush xml:id="br0">
      <inkml:brushProperty name="width" value="0.1" units="cm"/>
      <inkml:brushProperty name="height" value="0.1" units="cm"/>
      <inkml:brushProperty name="color" value="#FFFFFF"/>
    </inkml:brush>
  </inkml:definitions>
  <inkml:trace contextRef="#ctx0" brushRef="#br0">1 0 128,'0'6'0</inkml:trace>
</inkml:ink>
</file>

<file path=ppt/ink/ink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05T16:36:32.700"/>
    </inkml:context>
    <inkml:brush xml:id="br0">
      <inkml:brushProperty name="width" value="0.1" units="cm"/>
      <inkml:brushProperty name="height" value="0.1" units="cm"/>
      <inkml:brushProperty name="color" value="#FFFFFF"/>
    </inkml:brush>
  </inkml:definitions>
  <inkml:trace contextRef="#ctx0" brushRef="#br0">1 0 128,'0'6'0</inkml:trace>
</inkml:ink>
</file>

<file path=ppt/ink/ink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0T14:53:34.142"/>
    </inkml:context>
    <inkml:brush xml:id="br0">
      <inkml:brushProperty name="width" value="0.1" units="cm"/>
      <inkml:brushProperty name="height" value="0.1" units="cm"/>
      <inkml:brushProperty name="color" value="#FFFFFF"/>
    </inkml:brush>
  </inkml:definitions>
  <inkml:trace contextRef="#ctx0" brushRef="#br0">1 0 128,'0'6'0</inkml:trace>
</inkml:ink>
</file>

<file path=ppt/ink/ink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0T17:12:07.415"/>
    </inkml:context>
    <inkml:brush xml:id="br0">
      <inkml:brushProperty name="width" value="0.1" units="cm"/>
      <inkml:brushProperty name="height" value="0.1" units="cm"/>
      <inkml:brushProperty name="color" value="#FFFFFF"/>
    </inkml:brush>
  </inkml:definitions>
  <inkml:trace contextRef="#ctx0" brushRef="#br0">1 0 128,'0'6'0</inkml:trace>
</inkml:ink>
</file>

<file path=ppt/ink/ink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0T17:58:31.345"/>
    </inkml:context>
    <inkml:brush xml:id="br0">
      <inkml:brushProperty name="width" value="0.1" units="cm"/>
      <inkml:brushProperty name="height" value="0.1" units="cm"/>
      <inkml:brushProperty name="color" value="#FFFFFF"/>
    </inkml:brush>
  </inkml:definitions>
  <inkml:trace contextRef="#ctx0" brushRef="#br0">1 0 128,'0'6'0</inkml:trace>
</inkml:ink>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7" name="Rectangle 6" descr="Tag=AccentColor&#10;Flavor=Light&#10;Target=FillAndLine">
            <a:extLst>
              <a:ext uri="{FF2B5EF4-FFF2-40B4-BE49-F238E27FC236}">
                <a16:creationId xmlns:a16="http://schemas.microsoft.com/office/drawing/2014/main" id="{DA381740-063A-41A4-836D-85D14980EEF0}"/>
              </a:ext>
            </a:extLst>
          </p:cNvPr>
          <p:cNvSpPr/>
          <p:nvPr/>
        </p:nvSpPr>
        <p:spPr>
          <a:xfrm>
            <a:off x="838200" y="4736883"/>
            <a:ext cx="4243589" cy="27432"/>
          </a:xfrm>
          <a:custGeom>
            <a:avLst/>
            <a:gdLst>
              <a:gd name="csX0" fmla="*/ 0 w 4243589"/>
              <a:gd name="csY0" fmla="*/ 0 h 27432"/>
              <a:gd name="csX1" fmla="*/ 563791 w 4243589"/>
              <a:gd name="csY1" fmla="*/ 0 h 27432"/>
              <a:gd name="csX2" fmla="*/ 1042710 w 4243589"/>
              <a:gd name="csY2" fmla="*/ 0 h 27432"/>
              <a:gd name="csX3" fmla="*/ 1564066 w 4243589"/>
              <a:gd name="csY3" fmla="*/ 0 h 27432"/>
              <a:gd name="csX4" fmla="*/ 2212729 w 4243589"/>
              <a:gd name="csY4" fmla="*/ 0 h 27432"/>
              <a:gd name="csX5" fmla="*/ 2776520 w 4243589"/>
              <a:gd name="csY5" fmla="*/ 0 h 27432"/>
              <a:gd name="csX6" fmla="*/ 3297875 w 4243589"/>
              <a:gd name="csY6" fmla="*/ 0 h 27432"/>
              <a:gd name="csX7" fmla="*/ 4243589 w 4243589"/>
              <a:gd name="csY7" fmla="*/ 0 h 27432"/>
              <a:gd name="csX8" fmla="*/ 4243589 w 4243589"/>
              <a:gd name="csY8" fmla="*/ 27432 h 27432"/>
              <a:gd name="csX9" fmla="*/ 3637362 w 4243589"/>
              <a:gd name="csY9" fmla="*/ 27432 h 27432"/>
              <a:gd name="csX10" fmla="*/ 3116007 w 4243589"/>
              <a:gd name="csY10" fmla="*/ 27432 h 27432"/>
              <a:gd name="csX11" fmla="*/ 2424908 w 4243589"/>
              <a:gd name="csY11" fmla="*/ 27432 h 27432"/>
              <a:gd name="csX12" fmla="*/ 1861117 w 4243589"/>
              <a:gd name="csY12" fmla="*/ 27432 h 27432"/>
              <a:gd name="csX13" fmla="*/ 1382198 w 4243589"/>
              <a:gd name="csY13" fmla="*/ 27432 h 27432"/>
              <a:gd name="csX14" fmla="*/ 733535 w 4243589"/>
              <a:gd name="csY14" fmla="*/ 27432 h 27432"/>
              <a:gd name="csX15" fmla="*/ 0 w 4243589"/>
              <a:gd name="csY15" fmla="*/ 27432 h 27432"/>
              <a:gd name="csX16" fmla="*/ 0 w 4243589"/>
              <a:gd name="csY16" fmla="*/ 0 h 27432"/>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Lst>
            <a:rect l="l" t="t" r="r" b="b"/>
            <a:pathLst>
              <a:path w="4243589" h="27432" fill="none" extrusionOk="0">
                <a:moveTo>
                  <a:pt x="0" y="0"/>
                </a:moveTo>
                <a:cubicBezTo>
                  <a:pt x="157351" y="-15653"/>
                  <a:pt x="378877" y="-5828"/>
                  <a:pt x="563791" y="0"/>
                </a:cubicBezTo>
                <a:cubicBezTo>
                  <a:pt x="748705" y="5828"/>
                  <a:pt x="905659" y="-5525"/>
                  <a:pt x="1042710" y="0"/>
                </a:cubicBezTo>
                <a:cubicBezTo>
                  <a:pt x="1179761" y="5525"/>
                  <a:pt x="1356845" y="-21288"/>
                  <a:pt x="1564066" y="0"/>
                </a:cubicBezTo>
                <a:cubicBezTo>
                  <a:pt x="1771287" y="21288"/>
                  <a:pt x="1912099" y="25135"/>
                  <a:pt x="2212729" y="0"/>
                </a:cubicBezTo>
                <a:cubicBezTo>
                  <a:pt x="2513359" y="-25135"/>
                  <a:pt x="2514918" y="-27119"/>
                  <a:pt x="2776520" y="0"/>
                </a:cubicBezTo>
                <a:cubicBezTo>
                  <a:pt x="3038122" y="27119"/>
                  <a:pt x="3178771" y="18116"/>
                  <a:pt x="3297875" y="0"/>
                </a:cubicBezTo>
                <a:cubicBezTo>
                  <a:pt x="3416980" y="-18116"/>
                  <a:pt x="4012240" y="-40869"/>
                  <a:pt x="4243589" y="0"/>
                </a:cubicBezTo>
                <a:cubicBezTo>
                  <a:pt x="4242616" y="8304"/>
                  <a:pt x="4243111" y="21512"/>
                  <a:pt x="4243589" y="27432"/>
                </a:cubicBezTo>
                <a:cubicBezTo>
                  <a:pt x="4112949" y="6289"/>
                  <a:pt x="3928037" y="10975"/>
                  <a:pt x="3637362" y="27432"/>
                </a:cubicBezTo>
                <a:cubicBezTo>
                  <a:pt x="3346687" y="43889"/>
                  <a:pt x="3254446" y="35813"/>
                  <a:pt x="3116007" y="27432"/>
                </a:cubicBezTo>
                <a:cubicBezTo>
                  <a:pt x="2977569" y="19051"/>
                  <a:pt x="2620228" y="38017"/>
                  <a:pt x="2424908" y="27432"/>
                </a:cubicBezTo>
                <a:cubicBezTo>
                  <a:pt x="2229588" y="16847"/>
                  <a:pt x="2088287" y="5290"/>
                  <a:pt x="1861117" y="27432"/>
                </a:cubicBezTo>
                <a:cubicBezTo>
                  <a:pt x="1633947" y="49574"/>
                  <a:pt x="1502447" y="8273"/>
                  <a:pt x="1382198" y="27432"/>
                </a:cubicBezTo>
                <a:cubicBezTo>
                  <a:pt x="1261949" y="46591"/>
                  <a:pt x="1045440" y="37497"/>
                  <a:pt x="733535" y="27432"/>
                </a:cubicBezTo>
                <a:cubicBezTo>
                  <a:pt x="421630" y="17367"/>
                  <a:pt x="341257" y="-9215"/>
                  <a:pt x="0" y="27432"/>
                </a:cubicBezTo>
                <a:cubicBezTo>
                  <a:pt x="-1048" y="14992"/>
                  <a:pt x="-1120" y="7447"/>
                  <a:pt x="0" y="0"/>
                </a:cubicBezTo>
                <a:close/>
              </a:path>
              <a:path w="4243589" h="27432" stroke="0" extrusionOk="0">
                <a:moveTo>
                  <a:pt x="0" y="0"/>
                </a:moveTo>
                <a:cubicBezTo>
                  <a:pt x="128164" y="17204"/>
                  <a:pt x="312653" y="1129"/>
                  <a:pt x="563791" y="0"/>
                </a:cubicBezTo>
                <a:cubicBezTo>
                  <a:pt x="814929" y="-1129"/>
                  <a:pt x="837271" y="8503"/>
                  <a:pt x="1042710" y="0"/>
                </a:cubicBezTo>
                <a:cubicBezTo>
                  <a:pt x="1248149" y="-8503"/>
                  <a:pt x="1588432" y="-28862"/>
                  <a:pt x="1733809" y="0"/>
                </a:cubicBezTo>
                <a:cubicBezTo>
                  <a:pt x="1879186" y="28862"/>
                  <a:pt x="2052815" y="5974"/>
                  <a:pt x="2297600" y="0"/>
                </a:cubicBezTo>
                <a:cubicBezTo>
                  <a:pt x="2542385" y="-5974"/>
                  <a:pt x="2699960" y="-23550"/>
                  <a:pt x="2861391" y="0"/>
                </a:cubicBezTo>
                <a:cubicBezTo>
                  <a:pt x="3022822" y="23550"/>
                  <a:pt x="3390411" y="25272"/>
                  <a:pt x="3552490" y="0"/>
                </a:cubicBezTo>
                <a:cubicBezTo>
                  <a:pt x="3714569" y="-25272"/>
                  <a:pt x="3950585" y="-31327"/>
                  <a:pt x="4243589" y="0"/>
                </a:cubicBezTo>
                <a:cubicBezTo>
                  <a:pt x="4244074" y="9333"/>
                  <a:pt x="4244867" y="19699"/>
                  <a:pt x="4243589" y="27432"/>
                </a:cubicBezTo>
                <a:cubicBezTo>
                  <a:pt x="4130424" y="7904"/>
                  <a:pt x="3932803" y="51393"/>
                  <a:pt x="3722234" y="27432"/>
                </a:cubicBezTo>
                <a:cubicBezTo>
                  <a:pt x="3511665" y="3471"/>
                  <a:pt x="3269903" y="55138"/>
                  <a:pt x="3116007" y="27432"/>
                </a:cubicBezTo>
                <a:cubicBezTo>
                  <a:pt x="2962111" y="-274"/>
                  <a:pt x="2744280" y="32368"/>
                  <a:pt x="2509780" y="27432"/>
                </a:cubicBezTo>
                <a:cubicBezTo>
                  <a:pt x="2275280" y="22496"/>
                  <a:pt x="2066059" y="52808"/>
                  <a:pt x="1945989" y="27432"/>
                </a:cubicBezTo>
                <a:cubicBezTo>
                  <a:pt x="1825919" y="2056"/>
                  <a:pt x="1407329" y="21760"/>
                  <a:pt x="1254890" y="27432"/>
                </a:cubicBezTo>
                <a:cubicBezTo>
                  <a:pt x="1102451" y="33104"/>
                  <a:pt x="837950" y="40817"/>
                  <a:pt x="563791" y="27432"/>
                </a:cubicBezTo>
                <a:cubicBezTo>
                  <a:pt x="289632" y="14047"/>
                  <a:pt x="132768" y="16249"/>
                  <a:pt x="0" y="27432"/>
                </a:cubicBezTo>
                <a:cubicBezTo>
                  <a:pt x="211" y="18145"/>
                  <a:pt x="120" y="6480"/>
                  <a:pt x="0" y="0"/>
                </a:cubicBezTo>
                <a:close/>
              </a:path>
            </a:pathLst>
          </a:custGeom>
          <a:solidFill>
            <a:schemeClr val="tx1"/>
          </a:solidFill>
          <a:ln w="38100" cap="rnd">
            <a:solidFill>
              <a:schemeClr val="tx1"/>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2" name="Title 1">
            <a:extLst>
              <a:ext uri="{FF2B5EF4-FFF2-40B4-BE49-F238E27FC236}">
                <a16:creationId xmlns:a16="http://schemas.microsoft.com/office/drawing/2014/main" id="{24EF9DF8-704A-44AE-8850-307DDACC9387}"/>
              </a:ext>
            </a:extLst>
          </p:cNvPr>
          <p:cNvSpPr>
            <a:spLocks noGrp="1"/>
          </p:cNvSpPr>
          <p:nvPr>
            <p:ph type="ctrTitle"/>
          </p:nvPr>
        </p:nvSpPr>
        <p:spPr>
          <a:xfrm>
            <a:off x="841248" y="448056"/>
            <a:ext cx="10515600" cy="4069080"/>
          </a:xfrm>
        </p:spPr>
        <p:txBody>
          <a:bodyPr anchor="b">
            <a:noAutofit/>
          </a:bodyPr>
          <a:lstStyle>
            <a:lvl1pPr algn="l">
              <a:defRPr sz="9600"/>
            </a:lvl1pPr>
          </a:lstStyle>
          <a:p>
            <a:r>
              <a:rPr lang="en-US"/>
              <a:t>Click to edit Master title style</a:t>
            </a:r>
            <a:endParaRPr lang="en-US" dirty="0"/>
          </a:p>
        </p:txBody>
      </p:sp>
      <p:sp>
        <p:nvSpPr>
          <p:cNvPr id="3" name="Subtitle 2">
            <a:extLst>
              <a:ext uri="{FF2B5EF4-FFF2-40B4-BE49-F238E27FC236}">
                <a16:creationId xmlns:a16="http://schemas.microsoft.com/office/drawing/2014/main" id="{3CC72E09-06F3-48B9-9B95-DE15EC98017B}"/>
              </a:ext>
            </a:extLst>
          </p:cNvPr>
          <p:cNvSpPr>
            <a:spLocks noGrp="1"/>
          </p:cNvSpPr>
          <p:nvPr>
            <p:ph type="subTitle" idx="1"/>
          </p:nvPr>
        </p:nvSpPr>
        <p:spPr>
          <a:xfrm>
            <a:off x="841248" y="4983480"/>
            <a:ext cx="10515600" cy="1124712"/>
          </a:xfrm>
        </p:spPr>
        <p:txBody>
          <a:bodyPr>
            <a:normAutofit/>
          </a:bodyPr>
          <a:lstStyle>
            <a:lvl1pPr marL="0" indent="0" algn="l">
              <a:buNone/>
              <a:defRPr sz="28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Master subtitle style</a:t>
            </a:r>
          </a:p>
        </p:txBody>
      </p:sp>
      <p:sp>
        <p:nvSpPr>
          <p:cNvPr id="4" name="Date Placeholder 3">
            <a:extLst>
              <a:ext uri="{FF2B5EF4-FFF2-40B4-BE49-F238E27FC236}">
                <a16:creationId xmlns:a16="http://schemas.microsoft.com/office/drawing/2014/main" id="{E11CD474-E5E1-4D01-97F6-0C9FC09332C0}"/>
              </a:ext>
            </a:extLst>
          </p:cNvPr>
          <p:cNvSpPr>
            <a:spLocks noGrp="1"/>
          </p:cNvSpPr>
          <p:nvPr>
            <p:ph type="dt" sz="half" idx="10"/>
          </p:nvPr>
        </p:nvSpPr>
        <p:spPr/>
        <p:txBody>
          <a:bodyPr/>
          <a:lstStyle/>
          <a:p>
            <a:fld id="{72345051-2045-45DA-935E-2E3CA1A69ADC}" type="datetimeFigureOut">
              <a:rPr lang="en-US" smtClean="0"/>
              <a:t>12/9/2025</a:t>
            </a:fld>
            <a:endParaRPr lang="en-US" dirty="0"/>
          </a:p>
        </p:txBody>
      </p:sp>
      <p:sp>
        <p:nvSpPr>
          <p:cNvPr id="5" name="Footer Placeholder 4">
            <a:extLst>
              <a:ext uri="{FF2B5EF4-FFF2-40B4-BE49-F238E27FC236}">
                <a16:creationId xmlns:a16="http://schemas.microsoft.com/office/drawing/2014/main" id="{C636BBC7-EB9B-4B36-88E9-DBF65D270E0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48786C7-DD8D-492F-9A9A-A7B3EBE27FE9}"/>
              </a:ext>
            </a:extLst>
          </p:cNvPr>
          <p:cNvSpPr>
            <a:spLocks noGrp="1"/>
          </p:cNvSpPr>
          <p:nvPr>
            <p:ph type="sldNum" sz="quarter" idx="12"/>
          </p:nvPr>
        </p:nvSpPr>
        <p:spPr/>
        <p:txBody>
          <a:bodyPr/>
          <a:lstStyle/>
          <a:p>
            <a:fld id="{A7CD31F4-64FA-4BA0-9498-67783267A8C8}" type="slidenum">
              <a:rPr lang="en-US" smtClean="0"/>
              <a:t>‹#›</a:t>
            </a:fld>
            <a:endParaRPr lang="en-US"/>
          </a:p>
        </p:txBody>
      </p:sp>
    </p:spTree>
    <p:extLst>
      <p:ext uri="{BB962C8B-B14F-4D97-AF65-F5344CB8AC3E}">
        <p14:creationId xmlns:p14="http://schemas.microsoft.com/office/powerpoint/2010/main" val="282542507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65D02BC-5A24-47F7-A4DF-B93FBC0C51B0}"/>
              </a:ext>
            </a:extLst>
          </p:cNvPr>
          <p:cNvSpPr>
            <a:spLocks noGrp="1"/>
          </p:cNvSpPr>
          <p:nvPr>
            <p:ph type="title"/>
          </p:nvPr>
        </p:nvSpPr>
        <p:spPr/>
        <p:txBody>
          <a:body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48E9219E-EE74-4093-94D6-F663E059C504}"/>
              </a:ext>
            </a:extLst>
          </p:cNvPr>
          <p:cNvSpPr>
            <a:spLocks noGrp="1"/>
          </p:cNvSpPr>
          <p:nvPr>
            <p:ph idx="1"/>
          </p:nvPr>
        </p:nvSpPr>
        <p:spPr>
          <a:xfrm>
            <a:off x="838200" y="1929384"/>
            <a:ext cx="10515600" cy="4251960"/>
          </a:xfrm>
        </p:spPr>
        <p:txBody>
          <a:bodyPr>
            <a:normAutofit/>
          </a:bodyPr>
          <a:lstStyle>
            <a:lvl1pPr>
              <a:defRPr sz="2800"/>
            </a:lvl1pPr>
            <a:lvl2pPr>
              <a:defRPr sz="2400"/>
            </a:lvl2pPr>
            <a:lvl3pPr>
              <a:defRPr sz="2000"/>
            </a:lvl3pPr>
            <a:lvl4pPr>
              <a:defRPr sz="1800"/>
            </a:lvl4pPr>
            <a:lvl5pPr>
              <a:defRPr sz="18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82A61642-BFBA-48AE-A29C-C2AA7386AE95}"/>
              </a:ext>
            </a:extLst>
          </p:cNvPr>
          <p:cNvSpPr>
            <a:spLocks noGrp="1"/>
          </p:cNvSpPr>
          <p:nvPr>
            <p:ph type="dt" sz="half" idx="10"/>
          </p:nvPr>
        </p:nvSpPr>
        <p:spPr/>
        <p:txBody>
          <a:bodyPr/>
          <a:lstStyle/>
          <a:p>
            <a:fld id="{72345051-2045-45DA-935E-2E3CA1A69ADC}" type="datetimeFigureOut">
              <a:rPr lang="en-US" smtClean="0"/>
              <a:t>12/9/2025</a:t>
            </a:fld>
            <a:endParaRPr lang="en-US"/>
          </a:p>
        </p:txBody>
      </p:sp>
      <p:sp>
        <p:nvSpPr>
          <p:cNvPr id="5" name="Footer Placeholder 4">
            <a:extLst>
              <a:ext uri="{FF2B5EF4-FFF2-40B4-BE49-F238E27FC236}">
                <a16:creationId xmlns:a16="http://schemas.microsoft.com/office/drawing/2014/main" id="{2AD2029B-6646-4DBF-A302-76A513FC64D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E6D4DFD-766F-4E45-A00C-2B5E8CE9A908}"/>
              </a:ext>
            </a:extLst>
          </p:cNvPr>
          <p:cNvSpPr>
            <a:spLocks noGrp="1"/>
          </p:cNvSpPr>
          <p:nvPr>
            <p:ph type="sldNum" sz="quarter" idx="12"/>
          </p:nvPr>
        </p:nvSpPr>
        <p:spPr/>
        <p:txBody>
          <a:bodyPr/>
          <a:lstStyle/>
          <a:p>
            <a:fld id="{A7CD31F4-64FA-4BA0-9498-67783267A8C8}" type="slidenum">
              <a:rPr lang="en-US" smtClean="0"/>
              <a:t>‹#›</a:t>
            </a:fld>
            <a:endParaRPr lang="en-US"/>
          </a:p>
        </p:txBody>
      </p:sp>
      <p:sp>
        <p:nvSpPr>
          <p:cNvPr id="8" name="Rectangle 7" descr="Tag=AccentColor&#10;Flavor=Light&#10;Target=FillAndLine">
            <a:extLst>
              <a:ext uri="{FF2B5EF4-FFF2-40B4-BE49-F238E27FC236}">
                <a16:creationId xmlns:a16="http://schemas.microsoft.com/office/drawing/2014/main" id="{EBDD1931-9E86-4402-9A68-33A2D9EFB198}"/>
              </a:ext>
            </a:extLst>
          </p:cNvPr>
          <p:cNvSpPr/>
          <p:nvPr/>
        </p:nvSpPr>
        <p:spPr>
          <a:xfrm>
            <a:off x="838199" y="1709928"/>
            <a:ext cx="10515600" cy="27432"/>
          </a:xfrm>
          <a:custGeom>
            <a:avLst/>
            <a:gdLst>
              <a:gd name="csX0" fmla="*/ 0 w 10515600"/>
              <a:gd name="csY0" fmla="*/ 0 h 27432"/>
              <a:gd name="csX1" fmla="*/ 446913 w 10515600"/>
              <a:gd name="csY1" fmla="*/ 0 h 27432"/>
              <a:gd name="csX2" fmla="*/ 1104138 w 10515600"/>
              <a:gd name="csY2" fmla="*/ 0 h 27432"/>
              <a:gd name="csX3" fmla="*/ 1866519 w 10515600"/>
              <a:gd name="csY3" fmla="*/ 0 h 27432"/>
              <a:gd name="csX4" fmla="*/ 2208276 w 10515600"/>
              <a:gd name="csY4" fmla="*/ 0 h 27432"/>
              <a:gd name="csX5" fmla="*/ 2550033 w 10515600"/>
              <a:gd name="csY5" fmla="*/ 0 h 27432"/>
              <a:gd name="csX6" fmla="*/ 3417570 w 10515600"/>
              <a:gd name="csY6" fmla="*/ 0 h 27432"/>
              <a:gd name="csX7" fmla="*/ 4074795 w 10515600"/>
              <a:gd name="csY7" fmla="*/ 0 h 27432"/>
              <a:gd name="csX8" fmla="*/ 4416552 w 10515600"/>
              <a:gd name="csY8" fmla="*/ 0 h 27432"/>
              <a:gd name="csX9" fmla="*/ 5073777 w 10515600"/>
              <a:gd name="csY9" fmla="*/ 0 h 27432"/>
              <a:gd name="csX10" fmla="*/ 5941314 w 10515600"/>
              <a:gd name="csY10" fmla="*/ 0 h 27432"/>
              <a:gd name="csX11" fmla="*/ 6493383 w 10515600"/>
              <a:gd name="csY11" fmla="*/ 0 h 27432"/>
              <a:gd name="csX12" fmla="*/ 7045452 w 10515600"/>
              <a:gd name="csY12" fmla="*/ 0 h 27432"/>
              <a:gd name="csX13" fmla="*/ 7702677 w 10515600"/>
              <a:gd name="csY13" fmla="*/ 0 h 27432"/>
              <a:gd name="csX14" fmla="*/ 8465058 w 10515600"/>
              <a:gd name="csY14" fmla="*/ 0 h 27432"/>
              <a:gd name="csX15" fmla="*/ 9227439 w 10515600"/>
              <a:gd name="csY15" fmla="*/ 0 h 27432"/>
              <a:gd name="csX16" fmla="*/ 10515600 w 10515600"/>
              <a:gd name="csY16" fmla="*/ 0 h 27432"/>
              <a:gd name="csX17" fmla="*/ 10515600 w 10515600"/>
              <a:gd name="csY17" fmla="*/ 27432 h 27432"/>
              <a:gd name="csX18" fmla="*/ 10068687 w 10515600"/>
              <a:gd name="csY18" fmla="*/ 27432 h 27432"/>
              <a:gd name="csX19" fmla="*/ 9201150 w 10515600"/>
              <a:gd name="csY19" fmla="*/ 27432 h 27432"/>
              <a:gd name="csX20" fmla="*/ 8543925 w 10515600"/>
              <a:gd name="csY20" fmla="*/ 27432 h 27432"/>
              <a:gd name="csX21" fmla="*/ 8202168 w 10515600"/>
              <a:gd name="csY21" fmla="*/ 27432 h 27432"/>
              <a:gd name="csX22" fmla="*/ 7544943 w 10515600"/>
              <a:gd name="csY22" fmla="*/ 27432 h 27432"/>
              <a:gd name="csX23" fmla="*/ 6992874 w 10515600"/>
              <a:gd name="csY23" fmla="*/ 27432 h 27432"/>
              <a:gd name="csX24" fmla="*/ 6440805 w 10515600"/>
              <a:gd name="csY24" fmla="*/ 27432 h 27432"/>
              <a:gd name="csX25" fmla="*/ 5888736 w 10515600"/>
              <a:gd name="csY25" fmla="*/ 27432 h 27432"/>
              <a:gd name="csX26" fmla="*/ 5336667 w 10515600"/>
              <a:gd name="csY26" fmla="*/ 27432 h 27432"/>
              <a:gd name="csX27" fmla="*/ 4574286 w 10515600"/>
              <a:gd name="csY27" fmla="*/ 27432 h 27432"/>
              <a:gd name="csX28" fmla="*/ 3917061 w 10515600"/>
              <a:gd name="csY28" fmla="*/ 27432 h 27432"/>
              <a:gd name="csX29" fmla="*/ 3575304 w 10515600"/>
              <a:gd name="csY29" fmla="*/ 27432 h 27432"/>
              <a:gd name="csX30" fmla="*/ 3023235 w 10515600"/>
              <a:gd name="csY30" fmla="*/ 27432 h 27432"/>
              <a:gd name="csX31" fmla="*/ 2260854 w 10515600"/>
              <a:gd name="csY31" fmla="*/ 27432 h 27432"/>
              <a:gd name="csX32" fmla="*/ 1813941 w 10515600"/>
              <a:gd name="csY32" fmla="*/ 27432 h 27432"/>
              <a:gd name="csX33" fmla="*/ 946404 w 10515600"/>
              <a:gd name="csY33" fmla="*/ 27432 h 27432"/>
              <a:gd name="csX34" fmla="*/ 0 w 10515600"/>
              <a:gd name="csY34" fmla="*/ 27432 h 27432"/>
              <a:gd name="csX35" fmla="*/ 0 w 10515600"/>
              <a:gd name="csY35" fmla="*/ 0 h 27432"/>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Lst>
            <a:rect l="l" t="t" r="r" b="b"/>
            <a:pathLst>
              <a:path w="10515600" h="27432" fill="none" extrusionOk="0">
                <a:moveTo>
                  <a:pt x="0" y="0"/>
                </a:moveTo>
                <a:cubicBezTo>
                  <a:pt x="119693" y="-14343"/>
                  <a:pt x="253007" y="-7583"/>
                  <a:pt x="446913" y="0"/>
                </a:cubicBezTo>
                <a:cubicBezTo>
                  <a:pt x="640819" y="7583"/>
                  <a:pt x="841419" y="-7067"/>
                  <a:pt x="1104138" y="0"/>
                </a:cubicBezTo>
                <a:cubicBezTo>
                  <a:pt x="1366858" y="7067"/>
                  <a:pt x="1495525" y="1255"/>
                  <a:pt x="1866519" y="0"/>
                </a:cubicBezTo>
                <a:cubicBezTo>
                  <a:pt x="2237513" y="-1255"/>
                  <a:pt x="2043820" y="12003"/>
                  <a:pt x="2208276" y="0"/>
                </a:cubicBezTo>
                <a:cubicBezTo>
                  <a:pt x="2372732" y="-12003"/>
                  <a:pt x="2419452" y="9887"/>
                  <a:pt x="2550033" y="0"/>
                </a:cubicBezTo>
                <a:cubicBezTo>
                  <a:pt x="2680614" y="-9887"/>
                  <a:pt x="3098156" y="3827"/>
                  <a:pt x="3417570" y="0"/>
                </a:cubicBezTo>
                <a:cubicBezTo>
                  <a:pt x="3736984" y="-3827"/>
                  <a:pt x="3916040" y="-6233"/>
                  <a:pt x="4074795" y="0"/>
                </a:cubicBezTo>
                <a:cubicBezTo>
                  <a:pt x="4233551" y="6233"/>
                  <a:pt x="4279253" y="5661"/>
                  <a:pt x="4416552" y="0"/>
                </a:cubicBezTo>
                <a:cubicBezTo>
                  <a:pt x="4553851" y="-5661"/>
                  <a:pt x="4915758" y="26022"/>
                  <a:pt x="5073777" y="0"/>
                </a:cubicBezTo>
                <a:cubicBezTo>
                  <a:pt x="5231797" y="-26022"/>
                  <a:pt x="5612089" y="32230"/>
                  <a:pt x="5941314" y="0"/>
                </a:cubicBezTo>
                <a:cubicBezTo>
                  <a:pt x="6270539" y="-32230"/>
                  <a:pt x="6313600" y="3064"/>
                  <a:pt x="6493383" y="0"/>
                </a:cubicBezTo>
                <a:cubicBezTo>
                  <a:pt x="6673166" y="-3064"/>
                  <a:pt x="6902474" y="-21096"/>
                  <a:pt x="7045452" y="0"/>
                </a:cubicBezTo>
                <a:cubicBezTo>
                  <a:pt x="7188430" y="21096"/>
                  <a:pt x="7478162" y="17386"/>
                  <a:pt x="7702677" y="0"/>
                </a:cubicBezTo>
                <a:cubicBezTo>
                  <a:pt x="7927192" y="-17386"/>
                  <a:pt x="8295683" y="-35143"/>
                  <a:pt x="8465058" y="0"/>
                </a:cubicBezTo>
                <a:cubicBezTo>
                  <a:pt x="8634433" y="35143"/>
                  <a:pt x="8927835" y="4103"/>
                  <a:pt x="9227439" y="0"/>
                </a:cubicBezTo>
                <a:cubicBezTo>
                  <a:pt x="9527043" y="-4103"/>
                  <a:pt x="10105355" y="-17535"/>
                  <a:pt x="10515600" y="0"/>
                </a:cubicBezTo>
                <a:cubicBezTo>
                  <a:pt x="10515789" y="12323"/>
                  <a:pt x="10515633" y="14639"/>
                  <a:pt x="10515600" y="27432"/>
                </a:cubicBezTo>
                <a:cubicBezTo>
                  <a:pt x="10343646" y="15282"/>
                  <a:pt x="10223667" y="31057"/>
                  <a:pt x="10068687" y="27432"/>
                </a:cubicBezTo>
                <a:cubicBezTo>
                  <a:pt x="9913707" y="23807"/>
                  <a:pt x="9512455" y="4101"/>
                  <a:pt x="9201150" y="27432"/>
                </a:cubicBezTo>
                <a:cubicBezTo>
                  <a:pt x="8889845" y="50763"/>
                  <a:pt x="8866277" y="3158"/>
                  <a:pt x="8543925" y="27432"/>
                </a:cubicBezTo>
                <a:cubicBezTo>
                  <a:pt x="8221573" y="51706"/>
                  <a:pt x="8288348" y="37286"/>
                  <a:pt x="8202168" y="27432"/>
                </a:cubicBezTo>
                <a:cubicBezTo>
                  <a:pt x="8115988" y="17578"/>
                  <a:pt x="7797033" y="6631"/>
                  <a:pt x="7544943" y="27432"/>
                </a:cubicBezTo>
                <a:cubicBezTo>
                  <a:pt x="7292854" y="48233"/>
                  <a:pt x="7108060" y="41767"/>
                  <a:pt x="6992874" y="27432"/>
                </a:cubicBezTo>
                <a:cubicBezTo>
                  <a:pt x="6877688" y="13097"/>
                  <a:pt x="6668930" y="7947"/>
                  <a:pt x="6440805" y="27432"/>
                </a:cubicBezTo>
                <a:cubicBezTo>
                  <a:pt x="6212680" y="46917"/>
                  <a:pt x="6027476" y="35225"/>
                  <a:pt x="5888736" y="27432"/>
                </a:cubicBezTo>
                <a:cubicBezTo>
                  <a:pt x="5749996" y="19639"/>
                  <a:pt x="5574559" y="43627"/>
                  <a:pt x="5336667" y="27432"/>
                </a:cubicBezTo>
                <a:cubicBezTo>
                  <a:pt x="5098775" y="11237"/>
                  <a:pt x="4837534" y="41882"/>
                  <a:pt x="4574286" y="27432"/>
                </a:cubicBezTo>
                <a:cubicBezTo>
                  <a:pt x="4311038" y="12982"/>
                  <a:pt x="4126419" y="26678"/>
                  <a:pt x="3917061" y="27432"/>
                </a:cubicBezTo>
                <a:cubicBezTo>
                  <a:pt x="3707704" y="28186"/>
                  <a:pt x="3657291" y="40087"/>
                  <a:pt x="3575304" y="27432"/>
                </a:cubicBezTo>
                <a:cubicBezTo>
                  <a:pt x="3493317" y="14777"/>
                  <a:pt x="3185226" y="45867"/>
                  <a:pt x="3023235" y="27432"/>
                </a:cubicBezTo>
                <a:cubicBezTo>
                  <a:pt x="2861244" y="8997"/>
                  <a:pt x="2597085" y="35801"/>
                  <a:pt x="2260854" y="27432"/>
                </a:cubicBezTo>
                <a:cubicBezTo>
                  <a:pt x="1924623" y="19063"/>
                  <a:pt x="1996678" y="15705"/>
                  <a:pt x="1813941" y="27432"/>
                </a:cubicBezTo>
                <a:cubicBezTo>
                  <a:pt x="1631204" y="39159"/>
                  <a:pt x="1187542" y="49167"/>
                  <a:pt x="946404" y="27432"/>
                </a:cubicBezTo>
                <a:cubicBezTo>
                  <a:pt x="705266" y="5697"/>
                  <a:pt x="404743" y="28229"/>
                  <a:pt x="0" y="27432"/>
                </a:cubicBezTo>
                <a:cubicBezTo>
                  <a:pt x="244" y="15297"/>
                  <a:pt x="645" y="7129"/>
                  <a:pt x="0" y="0"/>
                </a:cubicBezTo>
                <a:close/>
              </a:path>
              <a:path w="10515600" h="27432" stroke="0" extrusionOk="0">
                <a:moveTo>
                  <a:pt x="0" y="0"/>
                </a:moveTo>
                <a:cubicBezTo>
                  <a:pt x="230793" y="14353"/>
                  <a:pt x="332416" y="21392"/>
                  <a:pt x="552069" y="0"/>
                </a:cubicBezTo>
                <a:cubicBezTo>
                  <a:pt x="771722" y="-21392"/>
                  <a:pt x="761737" y="-14337"/>
                  <a:pt x="893826" y="0"/>
                </a:cubicBezTo>
                <a:cubicBezTo>
                  <a:pt x="1025915" y="14337"/>
                  <a:pt x="1441584" y="-15498"/>
                  <a:pt x="1761363" y="0"/>
                </a:cubicBezTo>
                <a:cubicBezTo>
                  <a:pt x="2081142" y="15498"/>
                  <a:pt x="2111503" y="7278"/>
                  <a:pt x="2313432" y="0"/>
                </a:cubicBezTo>
                <a:cubicBezTo>
                  <a:pt x="2515361" y="-7278"/>
                  <a:pt x="2743584" y="-17845"/>
                  <a:pt x="2865501" y="0"/>
                </a:cubicBezTo>
                <a:cubicBezTo>
                  <a:pt x="2987418" y="17845"/>
                  <a:pt x="3345183" y="8208"/>
                  <a:pt x="3733038" y="0"/>
                </a:cubicBezTo>
                <a:cubicBezTo>
                  <a:pt x="4120893" y="-8208"/>
                  <a:pt x="4009066" y="-3159"/>
                  <a:pt x="4179951" y="0"/>
                </a:cubicBezTo>
                <a:cubicBezTo>
                  <a:pt x="4350836" y="3159"/>
                  <a:pt x="4735020" y="17517"/>
                  <a:pt x="5047488" y="0"/>
                </a:cubicBezTo>
                <a:cubicBezTo>
                  <a:pt x="5359956" y="-17517"/>
                  <a:pt x="5662148" y="-17777"/>
                  <a:pt x="5915025" y="0"/>
                </a:cubicBezTo>
                <a:cubicBezTo>
                  <a:pt x="6167902" y="17777"/>
                  <a:pt x="6308797" y="30350"/>
                  <a:pt x="6572250" y="0"/>
                </a:cubicBezTo>
                <a:cubicBezTo>
                  <a:pt x="6835703" y="-30350"/>
                  <a:pt x="7107419" y="-9627"/>
                  <a:pt x="7439787" y="0"/>
                </a:cubicBezTo>
                <a:cubicBezTo>
                  <a:pt x="7772155" y="9627"/>
                  <a:pt x="7844034" y="-9098"/>
                  <a:pt x="7991856" y="0"/>
                </a:cubicBezTo>
                <a:cubicBezTo>
                  <a:pt x="8139678" y="9098"/>
                  <a:pt x="8289889" y="-20239"/>
                  <a:pt x="8543925" y="0"/>
                </a:cubicBezTo>
                <a:cubicBezTo>
                  <a:pt x="8797961" y="20239"/>
                  <a:pt x="8994198" y="29575"/>
                  <a:pt x="9306306" y="0"/>
                </a:cubicBezTo>
                <a:cubicBezTo>
                  <a:pt x="9618414" y="-29575"/>
                  <a:pt x="9739118" y="-23835"/>
                  <a:pt x="9858375" y="0"/>
                </a:cubicBezTo>
                <a:cubicBezTo>
                  <a:pt x="9977632" y="23835"/>
                  <a:pt x="10370488" y="-4069"/>
                  <a:pt x="10515600" y="0"/>
                </a:cubicBezTo>
                <a:cubicBezTo>
                  <a:pt x="10515650" y="5798"/>
                  <a:pt x="10515903" y="19375"/>
                  <a:pt x="10515600" y="27432"/>
                </a:cubicBezTo>
                <a:cubicBezTo>
                  <a:pt x="10304538" y="42307"/>
                  <a:pt x="10069280" y="3335"/>
                  <a:pt x="9753219" y="27432"/>
                </a:cubicBezTo>
                <a:cubicBezTo>
                  <a:pt x="9437158" y="51529"/>
                  <a:pt x="9488415" y="23852"/>
                  <a:pt x="9411462" y="27432"/>
                </a:cubicBezTo>
                <a:cubicBezTo>
                  <a:pt x="9334509" y="31012"/>
                  <a:pt x="9183755" y="44107"/>
                  <a:pt x="8964549" y="27432"/>
                </a:cubicBezTo>
                <a:cubicBezTo>
                  <a:pt x="8745343" y="10757"/>
                  <a:pt x="8279150" y="61693"/>
                  <a:pt x="8097012" y="27432"/>
                </a:cubicBezTo>
                <a:cubicBezTo>
                  <a:pt x="7914874" y="-6829"/>
                  <a:pt x="7608717" y="59556"/>
                  <a:pt x="7439787" y="27432"/>
                </a:cubicBezTo>
                <a:cubicBezTo>
                  <a:pt x="7270858" y="-4692"/>
                  <a:pt x="7154492" y="27026"/>
                  <a:pt x="6992874" y="27432"/>
                </a:cubicBezTo>
                <a:cubicBezTo>
                  <a:pt x="6831256" y="27838"/>
                  <a:pt x="6536817" y="51174"/>
                  <a:pt x="6335649" y="27432"/>
                </a:cubicBezTo>
                <a:cubicBezTo>
                  <a:pt x="6134481" y="3690"/>
                  <a:pt x="6097824" y="11070"/>
                  <a:pt x="5993892" y="27432"/>
                </a:cubicBezTo>
                <a:cubicBezTo>
                  <a:pt x="5889960" y="43794"/>
                  <a:pt x="5793821" y="34098"/>
                  <a:pt x="5652135" y="27432"/>
                </a:cubicBezTo>
                <a:cubicBezTo>
                  <a:pt x="5510449" y="20766"/>
                  <a:pt x="5168382" y="-3650"/>
                  <a:pt x="4994910" y="27432"/>
                </a:cubicBezTo>
                <a:cubicBezTo>
                  <a:pt x="4821439" y="58514"/>
                  <a:pt x="4653937" y="21362"/>
                  <a:pt x="4547997" y="27432"/>
                </a:cubicBezTo>
                <a:cubicBezTo>
                  <a:pt x="4442057" y="33502"/>
                  <a:pt x="4153363" y="33024"/>
                  <a:pt x="3785616" y="27432"/>
                </a:cubicBezTo>
                <a:cubicBezTo>
                  <a:pt x="3417869" y="21840"/>
                  <a:pt x="3544908" y="29840"/>
                  <a:pt x="3338703" y="27432"/>
                </a:cubicBezTo>
                <a:cubicBezTo>
                  <a:pt x="3132498" y="25024"/>
                  <a:pt x="2782152" y="45947"/>
                  <a:pt x="2576322" y="27432"/>
                </a:cubicBezTo>
                <a:cubicBezTo>
                  <a:pt x="2370492" y="8917"/>
                  <a:pt x="2347214" y="14129"/>
                  <a:pt x="2234565" y="27432"/>
                </a:cubicBezTo>
                <a:cubicBezTo>
                  <a:pt x="2121916" y="40735"/>
                  <a:pt x="1785921" y="49081"/>
                  <a:pt x="1472184" y="27432"/>
                </a:cubicBezTo>
                <a:cubicBezTo>
                  <a:pt x="1158447" y="5783"/>
                  <a:pt x="1203910" y="37937"/>
                  <a:pt x="1025271" y="27432"/>
                </a:cubicBezTo>
                <a:cubicBezTo>
                  <a:pt x="846632" y="16927"/>
                  <a:pt x="846577" y="17996"/>
                  <a:pt x="683514" y="27432"/>
                </a:cubicBezTo>
                <a:cubicBezTo>
                  <a:pt x="520451" y="36868"/>
                  <a:pt x="320799" y="46677"/>
                  <a:pt x="0" y="27432"/>
                </a:cubicBezTo>
                <a:cubicBezTo>
                  <a:pt x="-510" y="19859"/>
                  <a:pt x="-1106" y="11474"/>
                  <a:pt x="0" y="0"/>
                </a:cubicBezTo>
                <a:close/>
              </a:path>
            </a:pathLst>
          </a:custGeom>
          <a:solidFill>
            <a:schemeClr val="tx1"/>
          </a:solidFill>
          <a:ln w="38100" cap="rnd">
            <a:solidFill>
              <a:schemeClr val="tx1"/>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Tree>
    <p:extLst>
      <p:ext uri="{BB962C8B-B14F-4D97-AF65-F5344CB8AC3E}">
        <p14:creationId xmlns:p14="http://schemas.microsoft.com/office/powerpoint/2010/main" val="218072312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C218C0-6540-400C-BB51-353D5FD5CB00}"/>
              </a:ext>
            </a:extLst>
          </p:cNvPr>
          <p:cNvSpPr>
            <a:spLocks noGrp="1"/>
          </p:cNvSpPr>
          <p:nvPr>
            <p:ph type="title"/>
          </p:nvPr>
        </p:nvSpPr>
        <p:spPr>
          <a:xfrm>
            <a:off x="841248" y="448056"/>
            <a:ext cx="10515600" cy="4069080"/>
          </a:xfrm>
        </p:spPr>
        <p:txBody>
          <a:bodyPr anchor="b">
            <a:normAutofit/>
          </a:bodyPr>
          <a:lstStyle>
            <a:lvl1pPr>
              <a:defRPr sz="8000"/>
            </a:lvl1p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AA81CD69-43B3-4FF7-AA41-30C36C957E65}"/>
              </a:ext>
            </a:extLst>
          </p:cNvPr>
          <p:cNvSpPr>
            <a:spLocks noGrp="1"/>
          </p:cNvSpPr>
          <p:nvPr>
            <p:ph type="body" idx="1"/>
          </p:nvPr>
        </p:nvSpPr>
        <p:spPr>
          <a:xfrm>
            <a:off x="841248" y="4983480"/>
            <a:ext cx="10515600" cy="1124712"/>
          </a:xfrm>
        </p:spPr>
        <p:txBody>
          <a:bodyPr>
            <a:normAutofit/>
          </a:bodyPr>
          <a:lstStyle>
            <a:lvl1pPr marL="0" indent="0">
              <a:buNone/>
              <a:defRPr sz="28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42BF300D-5CBE-47E9-A193-E23C8314D0EA}"/>
              </a:ext>
            </a:extLst>
          </p:cNvPr>
          <p:cNvSpPr>
            <a:spLocks noGrp="1"/>
          </p:cNvSpPr>
          <p:nvPr>
            <p:ph type="dt" sz="half" idx="10"/>
          </p:nvPr>
        </p:nvSpPr>
        <p:spPr/>
        <p:txBody>
          <a:bodyPr/>
          <a:lstStyle/>
          <a:p>
            <a:fld id="{72345051-2045-45DA-935E-2E3CA1A69ADC}" type="datetimeFigureOut">
              <a:rPr lang="en-US" smtClean="0"/>
              <a:t>12/9/2025</a:t>
            </a:fld>
            <a:endParaRPr lang="en-US"/>
          </a:p>
        </p:txBody>
      </p:sp>
      <p:sp>
        <p:nvSpPr>
          <p:cNvPr id="5" name="Footer Placeholder 4">
            <a:extLst>
              <a:ext uri="{FF2B5EF4-FFF2-40B4-BE49-F238E27FC236}">
                <a16:creationId xmlns:a16="http://schemas.microsoft.com/office/drawing/2014/main" id="{56E7DF3F-C51A-4DB1-9FCE-E3E0D8E9257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5269CF4-FAAB-44EF-A2A5-8352B4AA384F}"/>
              </a:ext>
            </a:extLst>
          </p:cNvPr>
          <p:cNvSpPr>
            <a:spLocks noGrp="1"/>
          </p:cNvSpPr>
          <p:nvPr>
            <p:ph type="sldNum" sz="quarter" idx="12"/>
          </p:nvPr>
        </p:nvSpPr>
        <p:spPr/>
        <p:txBody>
          <a:bodyPr/>
          <a:lstStyle/>
          <a:p>
            <a:fld id="{A7CD31F4-64FA-4BA0-9498-67783267A8C8}" type="slidenum">
              <a:rPr lang="en-US" smtClean="0"/>
              <a:t>‹#›</a:t>
            </a:fld>
            <a:endParaRPr lang="en-US"/>
          </a:p>
        </p:txBody>
      </p:sp>
      <p:sp>
        <p:nvSpPr>
          <p:cNvPr id="7" name="Rectangle 6" descr="Tag=AccentColor&#10;Flavor=Light&#10;Target=FillAndLine">
            <a:extLst>
              <a:ext uri="{FF2B5EF4-FFF2-40B4-BE49-F238E27FC236}">
                <a16:creationId xmlns:a16="http://schemas.microsoft.com/office/drawing/2014/main" id="{417A8947-4521-4FE1-8E44-27363435CE1B}"/>
              </a:ext>
            </a:extLst>
          </p:cNvPr>
          <p:cNvSpPr/>
          <p:nvPr/>
        </p:nvSpPr>
        <p:spPr>
          <a:xfrm>
            <a:off x="838200" y="4736883"/>
            <a:ext cx="4243589" cy="27432"/>
          </a:xfrm>
          <a:custGeom>
            <a:avLst/>
            <a:gdLst>
              <a:gd name="csX0" fmla="*/ 0 w 4243589"/>
              <a:gd name="csY0" fmla="*/ 0 h 27432"/>
              <a:gd name="csX1" fmla="*/ 563791 w 4243589"/>
              <a:gd name="csY1" fmla="*/ 0 h 27432"/>
              <a:gd name="csX2" fmla="*/ 1042710 w 4243589"/>
              <a:gd name="csY2" fmla="*/ 0 h 27432"/>
              <a:gd name="csX3" fmla="*/ 1564066 w 4243589"/>
              <a:gd name="csY3" fmla="*/ 0 h 27432"/>
              <a:gd name="csX4" fmla="*/ 2212729 w 4243589"/>
              <a:gd name="csY4" fmla="*/ 0 h 27432"/>
              <a:gd name="csX5" fmla="*/ 2776520 w 4243589"/>
              <a:gd name="csY5" fmla="*/ 0 h 27432"/>
              <a:gd name="csX6" fmla="*/ 3297875 w 4243589"/>
              <a:gd name="csY6" fmla="*/ 0 h 27432"/>
              <a:gd name="csX7" fmla="*/ 4243589 w 4243589"/>
              <a:gd name="csY7" fmla="*/ 0 h 27432"/>
              <a:gd name="csX8" fmla="*/ 4243589 w 4243589"/>
              <a:gd name="csY8" fmla="*/ 27432 h 27432"/>
              <a:gd name="csX9" fmla="*/ 3637362 w 4243589"/>
              <a:gd name="csY9" fmla="*/ 27432 h 27432"/>
              <a:gd name="csX10" fmla="*/ 3116007 w 4243589"/>
              <a:gd name="csY10" fmla="*/ 27432 h 27432"/>
              <a:gd name="csX11" fmla="*/ 2424908 w 4243589"/>
              <a:gd name="csY11" fmla="*/ 27432 h 27432"/>
              <a:gd name="csX12" fmla="*/ 1861117 w 4243589"/>
              <a:gd name="csY12" fmla="*/ 27432 h 27432"/>
              <a:gd name="csX13" fmla="*/ 1382198 w 4243589"/>
              <a:gd name="csY13" fmla="*/ 27432 h 27432"/>
              <a:gd name="csX14" fmla="*/ 733535 w 4243589"/>
              <a:gd name="csY14" fmla="*/ 27432 h 27432"/>
              <a:gd name="csX15" fmla="*/ 0 w 4243589"/>
              <a:gd name="csY15" fmla="*/ 27432 h 27432"/>
              <a:gd name="csX16" fmla="*/ 0 w 4243589"/>
              <a:gd name="csY16" fmla="*/ 0 h 27432"/>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Lst>
            <a:rect l="l" t="t" r="r" b="b"/>
            <a:pathLst>
              <a:path w="4243589" h="27432" fill="none" extrusionOk="0">
                <a:moveTo>
                  <a:pt x="0" y="0"/>
                </a:moveTo>
                <a:cubicBezTo>
                  <a:pt x="157351" y="-15653"/>
                  <a:pt x="378877" y="-5828"/>
                  <a:pt x="563791" y="0"/>
                </a:cubicBezTo>
                <a:cubicBezTo>
                  <a:pt x="748705" y="5828"/>
                  <a:pt x="905659" y="-5525"/>
                  <a:pt x="1042710" y="0"/>
                </a:cubicBezTo>
                <a:cubicBezTo>
                  <a:pt x="1179761" y="5525"/>
                  <a:pt x="1356845" y="-21288"/>
                  <a:pt x="1564066" y="0"/>
                </a:cubicBezTo>
                <a:cubicBezTo>
                  <a:pt x="1771287" y="21288"/>
                  <a:pt x="1912099" y="25135"/>
                  <a:pt x="2212729" y="0"/>
                </a:cubicBezTo>
                <a:cubicBezTo>
                  <a:pt x="2513359" y="-25135"/>
                  <a:pt x="2514918" y="-27119"/>
                  <a:pt x="2776520" y="0"/>
                </a:cubicBezTo>
                <a:cubicBezTo>
                  <a:pt x="3038122" y="27119"/>
                  <a:pt x="3178771" y="18116"/>
                  <a:pt x="3297875" y="0"/>
                </a:cubicBezTo>
                <a:cubicBezTo>
                  <a:pt x="3416980" y="-18116"/>
                  <a:pt x="4012240" y="-40869"/>
                  <a:pt x="4243589" y="0"/>
                </a:cubicBezTo>
                <a:cubicBezTo>
                  <a:pt x="4242616" y="8304"/>
                  <a:pt x="4243111" y="21512"/>
                  <a:pt x="4243589" y="27432"/>
                </a:cubicBezTo>
                <a:cubicBezTo>
                  <a:pt x="4112949" y="6289"/>
                  <a:pt x="3928037" y="10975"/>
                  <a:pt x="3637362" y="27432"/>
                </a:cubicBezTo>
                <a:cubicBezTo>
                  <a:pt x="3346687" y="43889"/>
                  <a:pt x="3254446" y="35813"/>
                  <a:pt x="3116007" y="27432"/>
                </a:cubicBezTo>
                <a:cubicBezTo>
                  <a:pt x="2977569" y="19051"/>
                  <a:pt x="2620228" y="38017"/>
                  <a:pt x="2424908" y="27432"/>
                </a:cubicBezTo>
                <a:cubicBezTo>
                  <a:pt x="2229588" y="16847"/>
                  <a:pt x="2088287" y="5290"/>
                  <a:pt x="1861117" y="27432"/>
                </a:cubicBezTo>
                <a:cubicBezTo>
                  <a:pt x="1633947" y="49574"/>
                  <a:pt x="1502447" y="8273"/>
                  <a:pt x="1382198" y="27432"/>
                </a:cubicBezTo>
                <a:cubicBezTo>
                  <a:pt x="1261949" y="46591"/>
                  <a:pt x="1045440" y="37497"/>
                  <a:pt x="733535" y="27432"/>
                </a:cubicBezTo>
                <a:cubicBezTo>
                  <a:pt x="421630" y="17367"/>
                  <a:pt x="341257" y="-9215"/>
                  <a:pt x="0" y="27432"/>
                </a:cubicBezTo>
                <a:cubicBezTo>
                  <a:pt x="-1048" y="14992"/>
                  <a:pt x="-1120" y="7447"/>
                  <a:pt x="0" y="0"/>
                </a:cubicBezTo>
                <a:close/>
              </a:path>
              <a:path w="4243589" h="27432" stroke="0" extrusionOk="0">
                <a:moveTo>
                  <a:pt x="0" y="0"/>
                </a:moveTo>
                <a:cubicBezTo>
                  <a:pt x="128164" y="17204"/>
                  <a:pt x="312653" y="1129"/>
                  <a:pt x="563791" y="0"/>
                </a:cubicBezTo>
                <a:cubicBezTo>
                  <a:pt x="814929" y="-1129"/>
                  <a:pt x="837271" y="8503"/>
                  <a:pt x="1042710" y="0"/>
                </a:cubicBezTo>
                <a:cubicBezTo>
                  <a:pt x="1248149" y="-8503"/>
                  <a:pt x="1588432" y="-28862"/>
                  <a:pt x="1733809" y="0"/>
                </a:cubicBezTo>
                <a:cubicBezTo>
                  <a:pt x="1879186" y="28862"/>
                  <a:pt x="2052815" y="5974"/>
                  <a:pt x="2297600" y="0"/>
                </a:cubicBezTo>
                <a:cubicBezTo>
                  <a:pt x="2542385" y="-5974"/>
                  <a:pt x="2699960" y="-23550"/>
                  <a:pt x="2861391" y="0"/>
                </a:cubicBezTo>
                <a:cubicBezTo>
                  <a:pt x="3022822" y="23550"/>
                  <a:pt x="3390411" y="25272"/>
                  <a:pt x="3552490" y="0"/>
                </a:cubicBezTo>
                <a:cubicBezTo>
                  <a:pt x="3714569" y="-25272"/>
                  <a:pt x="3950585" y="-31327"/>
                  <a:pt x="4243589" y="0"/>
                </a:cubicBezTo>
                <a:cubicBezTo>
                  <a:pt x="4244074" y="9333"/>
                  <a:pt x="4244867" y="19699"/>
                  <a:pt x="4243589" y="27432"/>
                </a:cubicBezTo>
                <a:cubicBezTo>
                  <a:pt x="4130424" y="7904"/>
                  <a:pt x="3932803" y="51393"/>
                  <a:pt x="3722234" y="27432"/>
                </a:cubicBezTo>
                <a:cubicBezTo>
                  <a:pt x="3511665" y="3471"/>
                  <a:pt x="3269903" y="55138"/>
                  <a:pt x="3116007" y="27432"/>
                </a:cubicBezTo>
                <a:cubicBezTo>
                  <a:pt x="2962111" y="-274"/>
                  <a:pt x="2744280" y="32368"/>
                  <a:pt x="2509780" y="27432"/>
                </a:cubicBezTo>
                <a:cubicBezTo>
                  <a:pt x="2275280" y="22496"/>
                  <a:pt x="2066059" y="52808"/>
                  <a:pt x="1945989" y="27432"/>
                </a:cubicBezTo>
                <a:cubicBezTo>
                  <a:pt x="1825919" y="2056"/>
                  <a:pt x="1407329" y="21760"/>
                  <a:pt x="1254890" y="27432"/>
                </a:cubicBezTo>
                <a:cubicBezTo>
                  <a:pt x="1102451" y="33104"/>
                  <a:pt x="837950" y="40817"/>
                  <a:pt x="563791" y="27432"/>
                </a:cubicBezTo>
                <a:cubicBezTo>
                  <a:pt x="289632" y="14047"/>
                  <a:pt x="132768" y="16249"/>
                  <a:pt x="0" y="27432"/>
                </a:cubicBezTo>
                <a:cubicBezTo>
                  <a:pt x="211" y="18145"/>
                  <a:pt x="120" y="6480"/>
                  <a:pt x="0" y="0"/>
                </a:cubicBezTo>
                <a:close/>
              </a:path>
            </a:pathLst>
          </a:custGeom>
          <a:solidFill>
            <a:schemeClr val="tx1"/>
          </a:solidFill>
          <a:ln w="38100" cap="rnd">
            <a:solidFill>
              <a:schemeClr val="tx1"/>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Tree>
    <p:extLst>
      <p:ext uri="{BB962C8B-B14F-4D97-AF65-F5344CB8AC3E}">
        <p14:creationId xmlns:p14="http://schemas.microsoft.com/office/powerpoint/2010/main" val="71302234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ADE264-531D-49C1-A8AF-2B4C1D218FAB}"/>
              </a:ext>
            </a:extLst>
          </p:cNvPr>
          <p:cNvSpPr>
            <a:spLocks noGrp="1"/>
          </p:cNvSpPr>
          <p:nvPr>
            <p:ph type="title"/>
          </p:nvPr>
        </p:nvSpPr>
        <p:spPr/>
        <p:txBody>
          <a:body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E4B9A1B8-2F1B-46AA-858A-CFFF5AF7CEB0}"/>
              </a:ext>
            </a:extLst>
          </p:cNvPr>
          <p:cNvSpPr>
            <a:spLocks noGrp="1"/>
          </p:cNvSpPr>
          <p:nvPr>
            <p:ph sz="half" idx="1"/>
          </p:nvPr>
        </p:nvSpPr>
        <p:spPr>
          <a:xfrm>
            <a:off x="838200" y="1929384"/>
            <a:ext cx="5181600" cy="4251960"/>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Content Placeholder 3">
            <a:extLst>
              <a:ext uri="{FF2B5EF4-FFF2-40B4-BE49-F238E27FC236}">
                <a16:creationId xmlns:a16="http://schemas.microsoft.com/office/drawing/2014/main" id="{6E6B9631-18C0-43BD-8AF3-9137D6D4C234}"/>
              </a:ext>
            </a:extLst>
          </p:cNvPr>
          <p:cNvSpPr>
            <a:spLocks noGrp="1"/>
          </p:cNvSpPr>
          <p:nvPr>
            <p:ph sz="half" idx="2"/>
          </p:nvPr>
        </p:nvSpPr>
        <p:spPr>
          <a:xfrm>
            <a:off x="6172200" y="1929384"/>
            <a:ext cx="5181600" cy="42519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a:extLst>
              <a:ext uri="{FF2B5EF4-FFF2-40B4-BE49-F238E27FC236}">
                <a16:creationId xmlns:a16="http://schemas.microsoft.com/office/drawing/2014/main" id="{E9032FCA-14C6-4497-9C27-3F58062442CE}"/>
              </a:ext>
            </a:extLst>
          </p:cNvPr>
          <p:cNvSpPr>
            <a:spLocks noGrp="1"/>
          </p:cNvSpPr>
          <p:nvPr>
            <p:ph type="dt" sz="half" idx="10"/>
          </p:nvPr>
        </p:nvSpPr>
        <p:spPr/>
        <p:txBody>
          <a:bodyPr/>
          <a:lstStyle/>
          <a:p>
            <a:fld id="{72345051-2045-45DA-935E-2E3CA1A69ADC}" type="datetimeFigureOut">
              <a:rPr lang="en-US" smtClean="0"/>
              <a:t>12/9/2025</a:t>
            </a:fld>
            <a:endParaRPr lang="en-US"/>
          </a:p>
        </p:txBody>
      </p:sp>
      <p:sp>
        <p:nvSpPr>
          <p:cNvPr id="6" name="Footer Placeholder 5">
            <a:extLst>
              <a:ext uri="{FF2B5EF4-FFF2-40B4-BE49-F238E27FC236}">
                <a16:creationId xmlns:a16="http://schemas.microsoft.com/office/drawing/2014/main" id="{961E5057-693B-4E10-958E-0ABE79FEC705}"/>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670CECB1-0A35-4C10-9D3D-FE4404283011}"/>
              </a:ext>
            </a:extLst>
          </p:cNvPr>
          <p:cNvSpPr>
            <a:spLocks noGrp="1"/>
          </p:cNvSpPr>
          <p:nvPr>
            <p:ph type="sldNum" sz="quarter" idx="12"/>
          </p:nvPr>
        </p:nvSpPr>
        <p:spPr/>
        <p:txBody>
          <a:bodyPr/>
          <a:lstStyle/>
          <a:p>
            <a:fld id="{A7CD31F4-64FA-4BA0-9498-67783267A8C8}" type="slidenum">
              <a:rPr lang="en-US" smtClean="0"/>
              <a:t>‹#›</a:t>
            </a:fld>
            <a:endParaRPr lang="en-US"/>
          </a:p>
        </p:txBody>
      </p:sp>
      <p:sp>
        <p:nvSpPr>
          <p:cNvPr id="9" name="Rectangle 8" descr="Tag=AccentColor&#10;Flavor=Light&#10;Target=FillAndLine">
            <a:extLst>
              <a:ext uri="{FF2B5EF4-FFF2-40B4-BE49-F238E27FC236}">
                <a16:creationId xmlns:a16="http://schemas.microsoft.com/office/drawing/2014/main" id="{2FAAC677-2D37-4F63-9C4B-711A2988EE02}"/>
              </a:ext>
            </a:extLst>
          </p:cNvPr>
          <p:cNvSpPr/>
          <p:nvPr/>
        </p:nvSpPr>
        <p:spPr>
          <a:xfrm>
            <a:off x="838199" y="1709928"/>
            <a:ext cx="10515600" cy="27432"/>
          </a:xfrm>
          <a:custGeom>
            <a:avLst/>
            <a:gdLst>
              <a:gd name="csX0" fmla="*/ 0 w 10515600"/>
              <a:gd name="csY0" fmla="*/ 0 h 27432"/>
              <a:gd name="csX1" fmla="*/ 446913 w 10515600"/>
              <a:gd name="csY1" fmla="*/ 0 h 27432"/>
              <a:gd name="csX2" fmla="*/ 1104138 w 10515600"/>
              <a:gd name="csY2" fmla="*/ 0 h 27432"/>
              <a:gd name="csX3" fmla="*/ 1866519 w 10515600"/>
              <a:gd name="csY3" fmla="*/ 0 h 27432"/>
              <a:gd name="csX4" fmla="*/ 2208276 w 10515600"/>
              <a:gd name="csY4" fmla="*/ 0 h 27432"/>
              <a:gd name="csX5" fmla="*/ 2550033 w 10515600"/>
              <a:gd name="csY5" fmla="*/ 0 h 27432"/>
              <a:gd name="csX6" fmla="*/ 3417570 w 10515600"/>
              <a:gd name="csY6" fmla="*/ 0 h 27432"/>
              <a:gd name="csX7" fmla="*/ 4074795 w 10515600"/>
              <a:gd name="csY7" fmla="*/ 0 h 27432"/>
              <a:gd name="csX8" fmla="*/ 4416552 w 10515600"/>
              <a:gd name="csY8" fmla="*/ 0 h 27432"/>
              <a:gd name="csX9" fmla="*/ 5073777 w 10515600"/>
              <a:gd name="csY9" fmla="*/ 0 h 27432"/>
              <a:gd name="csX10" fmla="*/ 5941314 w 10515600"/>
              <a:gd name="csY10" fmla="*/ 0 h 27432"/>
              <a:gd name="csX11" fmla="*/ 6493383 w 10515600"/>
              <a:gd name="csY11" fmla="*/ 0 h 27432"/>
              <a:gd name="csX12" fmla="*/ 7045452 w 10515600"/>
              <a:gd name="csY12" fmla="*/ 0 h 27432"/>
              <a:gd name="csX13" fmla="*/ 7702677 w 10515600"/>
              <a:gd name="csY13" fmla="*/ 0 h 27432"/>
              <a:gd name="csX14" fmla="*/ 8465058 w 10515600"/>
              <a:gd name="csY14" fmla="*/ 0 h 27432"/>
              <a:gd name="csX15" fmla="*/ 9227439 w 10515600"/>
              <a:gd name="csY15" fmla="*/ 0 h 27432"/>
              <a:gd name="csX16" fmla="*/ 10515600 w 10515600"/>
              <a:gd name="csY16" fmla="*/ 0 h 27432"/>
              <a:gd name="csX17" fmla="*/ 10515600 w 10515600"/>
              <a:gd name="csY17" fmla="*/ 27432 h 27432"/>
              <a:gd name="csX18" fmla="*/ 10068687 w 10515600"/>
              <a:gd name="csY18" fmla="*/ 27432 h 27432"/>
              <a:gd name="csX19" fmla="*/ 9201150 w 10515600"/>
              <a:gd name="csY19" fmla="*/ 27432 h 27432"/>
              <a:gd name="csX20" fmla="*/ 8543925 w 10515600"/>
              <a:gd name="csY20" fmla="*/ 27432 h 27432"/>
              <a:gd name="csX21" fmla="*/ 8202168 w 10515600"/>
              <a:gd name="csY21" fmla="*/ 27432 h 27432"/>
              <a:gd name="csX22" fmla="*/ 7544943 w 10515600"/>
              <a:gd name="csY22" fmla="*/ 27432 h 27432"/>
              <a:gd name="csX23" fmla="*/ 6992874 w 10515600"/>
              <a:gd name="csY23" fmla="*/ 27432 h 27432"/>
              <a:gd name="csX24" fmla="*/ 6440805 w 10515600"/>
              <a:gd name="csY24" fmla="*/ 27432 h 27432"/>
              <a:gd name="csX25" fmla="*/ 5888736 w 10515600"/>
              <a:gd name="csY25" fmla="*/ 27432 h 27432"/>
              <a:gd name="csX26" fmla="*/ 5336667 w 10515600"/>
              <a:gd name="csY26" fmla="*/ 27432 h 27432"/>
              <a:gd name="csX27" fmla="*/ 4574286 w 10515600"/>
              <a:gd name="csY27" fmla="*/ 27432 h 27432"/>
              <a:gd name="csX28" fmla="*/ 3917061 w 10515600"/>
              <a:gd name="csY28" fmla="*/ 27432 h 27432"/>
              <a:gd name="csX29" fmla="*/ 3575304 w 10515600"/>
              <a:gd name="csY29" fmla="*/ 27432 h 27432"/>
              <a:gd name="csX30" fmla="*/ 3023235 w 10515600"/>
              <a:gd name="csY30" fmla="*/ 27432 h 27432"/>
              <a:gd name="csX31" fmla="*/ 2260854 w 10515600"/>
              <a:gd name="csY31" fmla="*/ 27432 h 27432"/>
              <a:gd name="csX32" fmla="*/ 1813941 w 10515600"/>
              <a:gd name="csY32" fmla="*/ 27432 h 27432"/>
              <a:gd name="csX33" fmla="*/ 946404 w 10515600"/>
              <a:gd name="csY33" fmla="*/ 27432 h 27432"/>
              <a:gd name="csX34" fmla="*/ 0 w 10515600"/>
              <a:gd name="csY34" fmla="*/ 27432 h 27432"/>
              <a:gd name="csX35" fmla="*/ 0 w 10515600"/>
              <a:gd name="csY35" fmla="*/ 0 h 27432"/>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Lst>
            <a:rect l="l" t="t" r="r" b="b"/>
            <a:pathLst>
              <a:path w="10515600" h="27432" fill="none" extrusionOk="0">
                <a:moveTo>
                  <a:pt x="0" y="0"/>
                </a:moveTo>
                <a:cubicBezTo>
                  <a:pt x="119693" y="-14343"/>
                  <a:pt x="253007" y="-7583"/>
                  <a:pt x="446913" y="0"/>
                </a:cubicBezTo>
                <a:cubicBezTo>
                  <a:pt x="640819" y="7583"/>
                  <a:pt x="841419" y="-7067"/>
                  <a:pt x="1104138" y="0"/>
                </a:cubicBezTo>
                <a:cubicBezTo>
                  <a:pt x="1366858" y="7067"/>
                  <a:pt x="1495525" y="1255"/>
                  <a:pt x="1866519" y="0"/>
                </a:cubicBezTo>
                <a:cubicBezTo>
                  <a:pt x="2237513" y="-1255"/>
                  <a:pt x="2043820" y="12003"/>
                  <a:pt x="2208276" y="0"/>
                </a:cubicBezTo>
                <a:cubicBezTo>
                  <a:pt x="2372732" y="-12003"/>
                  <a:pt x="2419452" y="9887"/>
                  <a:pt x="2550033" y="0"/>
                </a:cubicBezTo>
                <a:cubicBezTo>
                  <a:pt x="2680614" y="-9887"/>
                  <a:pt x="3098156" y="3827"/>
                  <a:pt x="3417570" y="0"/>
                </a:cubicBezTo>
                <a:cubicBezTo>
                  <a:pt x="3736984" y="-3827"/>
                  <a:pt x="3916040" y="-6233"/>
                  <a:pt x="4074795" y="0"/>
                </a:cubicBezTo>
                <a:cubicBezTo>
                  <a:pt x="4233551" y="6233"/>
                  <a:pt x="4279253" y="5661"/>
                  <a:pt x="4416552" y="0"/>
                </a:cubicBezTo>
                <a:cubicBezTo>
                  <a:pt x="4553851" y="-5661"/>
                  <a:pt x="4915758" y="26022"/>
                  <a:pt x="5073777" y="0"/>
                </a:cubicBezTo>
                <a:cubicBezTo>
                  <a:pt x="5231797" y="-26022"/>
                  <a:pt x="5612089" y="32230"/>
                  <a:pt x="5941314" y="0"/>
                </a:cubicBezTo>
                <a:cubicBezTo>
                  <a:pt x="6270539" y="-32230"/>
                  <a:pt x="6313600" y="3064"/>
                  <a:pt x="6493383" y="0"/>
                </a:cubicBezTo>
                <a:cubicBezTo>
                  <a:pt x="6673166" y="-3064"/>
                  <a:pt x="6902474" y="-21096"/>
                  <a:pt x="7045452" y="0"/>
                </a:cubicBezTo>
                <a:cubicBezTo>
                  <a:pt x="7188430" y="21096"/>
                  <a:pt x="7478162" y="17386"/>
                  <a:pt x="7702677" y="0"/>
                </a:cubicBezTo>
                <a:cubicBezTo>
                  <a:pt x="7927192" y="-17386"/>
                  <a:pt x="8295683" y="-35143"/>
                  <a:pt x="8465058" y="0"/>
                </a:cubicBezTo>
                <a:cubicBezTo>
                  <a:pt x="8634433" y="35143"/>
                  <a:pt x="8927835" y="4103"/>
                  <a:pt x="9227439" y="0"/>
                </a:cubicBezTo>
                <a:cubicBezTo>
                  <a:pt x="9527043" y="-4103"/>
                  <a:pt x="10105355" y="-17535"/>
                  <a:pt x="10515600" y="0"/>
                </a:cubicBezTo>
                <a:cubicBezTo>
                  <a:pt x="10515789" y="12323"/>
                  <a:pt x="10515633" y="14639"/>
                  <a:pt x="10515600" y="27432"/>
                </a:cubicBezTo>
                <a:cubicBezTo>
                  <a:pt x="10343646" y="15282"/>
                  <a:pt x="10223667" y="31057"/>
                  <a:pt x="10068687" y="27432"/>
                </a:cubicBezTo>
                <a:cubicBezTo>
                  <a:pt x="9913707" y="23807"/>
                  <a:pt x="9512455" y="4101"/>
                  <a:pt x="9201150" y="27432"/>
                </a:cubicBezTo>
                <a:cubicBezTo>
                  <a:pt x="8889845" y="50763"/>
                  <a:pt x="8866277" y="3158"/>
                  <a:pt x="8543925" y="27432"/>
                </a:cubicBezTo>
                <a:cubicBezTo>
                  <a:pt x="8221573" y="51706"/>
                  <a:pt x="8288348" y="37286"/>
                  <a:pt x="8202168" y="27432"/>
                </a:cubicBezTo>
                <a:cubicBezTo>
                  <a:pt x="8115988" y="17578"/>
                  <a:pt x="7797033" y="6631"/>
                  <a:pt x="7544943" y="27432"/>
                </a:cubicBezTo>
                <a:cubicBezTo>
                  <a:pt x="7292854" y="48233"/>
                  <a:pt x="7108060" y="41767"/>
                  <a:pt x="6992874" y="27432"/>
                </a:cubicBezTo>
                <a:cubicBezTo>
                  <a:pt x="6877688" y="13097"/>
                  <a:pt x="6668930" y="7947"/>
                  <a:pt x="6440805" y="27432"/>
                </a:cubicBezTo>
                <a:cubicBezTo>
                  <a:pt x="6212680" y="46917"/>
                  <a:pt x="6027476" y="35225"/>
                  <a:pt x="5888736" y="27432"/>
                </a:cubicBezTo>
                <a:cubicBezTo>
                  <a:pt x="5749996" y="19639"/>
                  <a:pt x="5574559" y="43627"/>
                  <a:pt x="5336667" y="27432"/>
                </a:cubicBezTo>
                <a:cubicBezTo>
                  <a:pt x="5098775" y="11237"/>
                  <a:pt x="4837534" y="41882"/>
                  <a:pt x="4574286" y="27432"/>
                </a:cubicBezTo>
                <a:cubicBezTo>
                  <a:pt x="4311038" y="12982"/>
                  <a:pt x="4126419" y="26678"/>
                  <a:pt x="3917061" y="27432"/>
                </a:cubicBezTo>
                <a:cubicBezTo>
                  <a:pt x="3707704" y="28186"/>
                  <a:pt x="3657291" y="40087"/>
                  <a:pt x="3575304" y="27432"/>
                </a:cubicBezTo>
                <a:cubicBezTo>
                  <a:pt x="3493317" y="14777"/>
                  <a:pt x="3185226" y="45867"/>
                  <a:pt x="3023235" y="27432"/>
                </a:cubicBezTo>
                <a:cubicBezTo>
                  <a:pt x="2861244" y="8997"/>
                  <a:pt x="2597085" y="35801"/>
                  <a:pt x="2260854" y="27432"/>
                </a:cubicBezTo>
                <a:cubicBezTo>
                  <a:pt x="1924623" y="19063"/>
                  <a:pt x="1996678" y="15705"/>
                  <a:pt x="1813941" y="27432"/>
                </a:cubicBezTo>
                <a:cubicBezTo>
                  <a:pt x="1631204" y="39159"/>
                  <a:pt x="1187542" y="49167"/>
                  <a:pt x="946404" y="27432"/>
                </a:cubicBezTo>
                <a:cubicBezTo>
                  <a:pt x="705266" y="5697"/>
                  <a:pt x="404743" y="28229"/>
                  <a:pt x="0" y="27432"/>
                </a:cubicBezTo>
                <a:cubicBezTo>
                  <a:pt x="244" y="15297"/>
                  <a:pt x="645" y="7129"/>
                  <a:pt x="0" y="0"/>
                </a:cubicBezTo>
                <a:close/>
              </a:path>
              <a:path w="10515600" h="27432" stroke="0" extrusionOk="0">
                <a:moveTo>
                  <a:pt x="0" y="0"/>
                </a:moveTo>
                <a:cubicBezTo>
                  <a:pt x="230793" y="14353"/>
                  <a:pt x="332416" y="21392"/>
                  <a:pt x="552069" y="0"/>
                </a:cubicBezTo>
                <a:cubicBezTo>
                  <a:pt x="771722" y="-21392"/>
                  <a:pt x="761737" y="-14337"/>
                  <a:pt x="893826" y="0"/>
                </a:cubicBezTo>
                <a:cubicBezTo>
                  <a:pt x="1025915" y="14337"/>
                  <a:pt x="1441584" y="-15498"/>
                  <a:pt x="1761363" y="0"/>
                </a:cubicBezTo>
                <a:cubicBezTo>
                  <a:pt x="2081142" y="15498"/>
                  <a:pt x="2111503" y="7278"/>
                  <a:pt x="2313432" y="0"/>
                </a:cubicBezTo>
                <a:cubicBezTo>
                  <a:pt x="2515361" y="-7278"/>
                  <a:pt x="2743584" y="-17845"/>
                  <a:pt x="2865501" y="0"/>
                </a:cubicBezTo>
                <a:cubicBezTo>
                  <a:pt x="2987418" y="17845"/>
                  <a:pt x="3345183" y="8208"/>
                  <a:pt x="3733038" y="0"/>
                </a:cubicBezTo>
                <a:cubicBezTo>
                  <a:pt x="4120893" y="-8208"/>
                  <a:pt x="4009066" y="-3159"/>
                  <a:pt x="4179951" y="0"/>
                </a:cubicBezTo>
                <a:cubicBezTo>
                  <a:pt x="4350836" y="3159"/>
                  <a:pt x="4735020" y="17517"/>
                  <a:pt x="5047488" y="0"/>
                </a:cubicBezTo>
                <a:cubicBezTo>
                  <a:pt x="5359956" y="-17517"/>
                  <a:pt x="5662148" y="-17777"/>
                  <a:pt x="5915025" y="0"/>
                </a:cubicBezTo>
                <a:cubicBezTo>
                  <a:pt x="6167902" y="17777"/>
                  <a:pt x="6308797" y="30350"/>
                  <a:pt x="6572250" y="0"/>
                </a:cubicBezTo>
                <a:cubicBezTo>
                  <a:pt x="6835703" y="-30350"/>
                  <a:pt x="7107419" y="-9627"/>
                  <a:pt x="7439787" y="0"/>
                </a:cubicBezTo>
                <a:cubicBezTo>
                  <a:pt x="7772155" y="9627"/>
                  <a:pt x="7844034" y="-9098"/>
                  <a:pt x="7991856" y="0"/>
                </a:cubicBezTo>
                <a:cubicBezTo>
                  <a:pt x="8139678" y="9098"/>
                  <a:pt x="8289889" y="-20239"/>
                  <a:pt x="8543925" y="0"/>
                </a:cubicBezTo>
                <a:cubicBezTo>
                  <a:pt x="8797961" y="20239"/>
                  <a:pt x="8994198" y="29575"/>
                  <a:pt x="9306306" y="0"/>
                </a:cubicBezTo>
                <a:cubicBezTo>
                  <a:pt x="9618414" y="-29575"/>
                  <a:pt x="9739118" y="-23835"/>
                  <a:pt x="9858375" y="0"/>
                </a:cubicBezTo>
                <a:cubicBezTo>
                  <a:pt x="9977632" y="23835"/>
                  <a:pt x="10370488" y="-4069"/>
                  <a:pt x="10515600" y="0"/>
                </a:cubicBezTo>
                <a:cubicBezTo>
                  <a:pt x="10515650" y="5798"/>
                  <a:pt x="10515903" y="19375"/>
                  <a:pt x="10515600" y="27432"/>
                </a:cubicBezTo>
                <a:cubicBezTo>
                  <a:pt x="10304538" y="42307"/>
                  <a:pt x="10069280" y="3335"/>
                  <a:pt x="9753219" y="27432"/>
                </a:cubicBezTo>
                <a:cubicBezTo>
                  <a:pt x="9437158" y="51529"/>
                  <a:pt x="9488415" y="23852"/>
                  <a:pt x="9411462" y="27432"/>
                </a:cubicBezTo>
                <a:cubicBezTo>
                  <a:pt x="9334509" y="31012"/>
                  <a:pt x="9183755" y="44107"/>
                  <a:pt x="8964549" y="27432"/>
                </a:cubicBezTo>
                <a:cubicBezTo>
                  <a:pt x="8745343" y="10757"/>
                  <a:pt x="8279150" y="61693"/>
                  <a:pt x="8097012" y="27432"/>
                </a:cubicBezTo>
                <a:cubicBezTo>
                  <a:pt x="7914874" y="-6829"/>
                  <a:pt x="7608717" y="59556"/>
                  <a:pt x="7439787" y="27432"/>
                </a:cubicBezTo>
                <a:cubicBezTo>
                  <a:pt x="7270858" y="-4692"/>
                  <a:pt x="7154492" y="27026"/>
                  <a:pt x="6992874" y="27432"/>
                </a:cubicBezTo>
                <a:cubicBezTo>
                  <a:pt x="6831256" y="27838"/>
                  <a:pt x="6536817" y="51174"/>
                  <a:pt x="6335649" y="27432"/>
                </a:cubicBezTo>
                <a:cubicBezTo>
                  <a:pt x="6134481" y="3690"/>
                  <a:pt x="6097824" y="11070"/>
                  <a:pt x="5993892" y="27432"/>
                </a:cubicBezTo>
                <a:cubicBezTo>
                  <a:pt x="5889960" y="43794"/>
                  <a:pt x="5793821" y="34098"/>
                  <a:pt x="5652135" y="27432"/>
                </a:cubicBezTo>
                <a:cubicBezTo>
                  <a:pt x="5510449" y="20766"/>
                  <a:pt x="5168382" y="-3650"/>
                  <a:pt x="4994910" y="27432"/>
                </a:cubicBezTo>
                <a:cubicBezTo>
                  <a:pt x="4821439" y="58514"/>
                  <a:pt x="4653937" y="21362"/>
                  <a:pt x="4547997" y="27432"/>
                </a:cubicBezTo>
                <a:cubicBezTo>
                  <a:pt x="4442057" y="33502"/>
                  <a:pt x="4153363" y="33024"/>
                  <a:pt x="3785616" y="27432"/>
                </a:cubicBezTo>
                <a:cubicBezTo>
                  <a:pt x="3417869" y="21840"/>
                  <a:pt x="3544908" y="29840"/>
                  <a:pt x="3338703" y="27432"/>
                </a:cubicBezTo>
                <a:cubicBezTo>
                  <a:pt x="3132498" y="25024"/>
                  <a:pt x="2782152" y="45947"/>
                  <a:pt x="2576322" y="27432"/>
                </a:cubicBezTo>
                <a:cubicBezTo>
                  <a:pt x="2370492" y="8917"/>
                  <a:pt x="2347214" y="14129"/>
                  <a:pt x="2234565" y="27432"/>
                </a:cubicBezTo>
                <a:cubicBezTo>
                  <a:pt x="2121916" y="40735"/>
                  <a:pt x="1785921" y="49081"/>
                  <a:pt x="1472184" y="27432"/>
                </a:cubicBezTo>
                <a:cubicBezTo>
                  <a:pt x="1158447" y="5783"/>
                  <a:pt x="1203910" y="37937"/>
                  <a:pt x="1025271" y="27432"/>
                </a:cubicBezTo>
                <a:cubicBezTo>
                  <a:pt x="846632" y="16927"/>
                  <a:pt x="846577" y="17996"/>
                  <a:pt x="683514" y="27432"/>
                </a:cubicBezTo>
                <a:cubicBezTo>
                  <a:pt x="520451" y="36868"/>
                  <a:pt x="320799" y="46677"/>
                  <a:pt x="0" y="27432"/>
                </a:cubicBezTo>
                <a:cubicBezTo>
                  <a:pt x="-510" y="19859"/>
                  <a:pt x="-1106" y="11474"/>
                  <a:pt x="0" y="0"/>
                </a:cubicBezTo>
                <a:close/>
              </a:path>
            </a:pathLst>
          </a:custGeom>
          <a:solidFill>
            <a:schemeClr val="tx1"/>
          </a:solidFill>
          <a:ln w="38100" cap="rnd">
            <a:solidFill>
              <a:schemeClr val="tx1"/>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Tree>
    <p:extLst>
      <p:ext uri="{BB962C8B-B14F-4D97-AF65-F5344CB8AC3E}">
        <p14:creationId xmlns:p14="http://schemas.microsoft.com/office/powerpoint/2010/main" val="425012128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8AE282-8875-4F49-AB21-E1C2BCAEA1F6}"/>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81712EA2-EF8C-4F18-BECF-AD121F72816A}"/>
              </a:ext>
            </a:extLst>
          </p:cNvPr>
          <p:cNvSpPr>
            <a:spLocks noGrp="1"/>
          </p:cNvSpPr>
          <p:nvPr>
            <p:ph type="body" idx="1"/>
          </p:nvPr>
        </p:nvSpPr>
        <p:spPr>
          <a:xfrm>
            <a:off x="839788" y="1938528"/>
            <a:ext cx="5157787" cy="823912"/>
          </a:xfrm>
        </p:spPr>
        <p:txBody>
          <a:bodyPr anchor="b">
            <a:normAutofit/>
          </a:bodyPr>
          <a:lstStyle>
            <a:lvl1pPr marL="0" indent="0">
              <a:buNone/>
              <a:defRPr sz="36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7D7B59D4-E93F-40C1-A1A2-F1867830C678}"/>
              </a:ext>
            </a:extLst>
          </p:cNvPr>
          <p:cNvSpPr>
            <a:spLocks noGrp="1"/>
          </p:cNvSpPr>
          <p:nvPr>
            <p:ph sz="half" idx="2"/>
          </p:nvPr>
        </p:nvSpPr>
        <p:spPr>
          <a:xfrm>
            <a:off x="839788" y="2926080"/>
            <a:ext cx="5157787" cy="3264408"/>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Text Placeholder 4">
            <a:extLst>
              <a:ext uri="{FF2B5EF4-FFF2-40B4-BE49-F238E27FC236}">
                <a16:creationId xmlns:a16="http://schemas.microsoft.com/office/drawing/2014/main" id="{6E810616-1C77-42AE-8449-D0B64E2B8475}"/>
              </a:ext>
            </a:extLst>
          </p:cNvPr>
          <p:cNvSpPr>
            <a:spLocks noGrp="1"/>
          </p:cNvSpPr>
          <p:nvPr>
            <p:ph type="body" sz="quarter" idx="3"/>
          </p:nvPr>
        </p:nvSpPr>
        <p:spPr>
          <a:xfrm>
            <a:off x="6172200" y="1938528"/>
            <a:ext cx="5183188" cy="823912"/>
          </a:xfrm>
        </p:spPr>
        <p:txBody>
          <a:bodyPr anchor="b">
            <a:normAutofit/>
          </a:bodyPr>
          <a:lstStyle>
            <a:lvl1pPr marL="0" indent="0">
              <a:buNone/>
              <a:defRPr sz="36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BA74E172-AFE8-48E4-BBB0-CA6D4EC1127C}"/>
              </a:ext>
            </a:extLst>
          </p:cNvPr>
          <p:cNvSpPr>
            <a:spLocks noGrp="1"/>
          </p:cNvSpPr>
          <p:nvPr>
            <p:ph sz="quarter" idx="4"/>
          </p:nvPr>
        </p:nvSpPr>
        <p:spPr>
          <a:xfrm>
            <a:off x="6172200" y="2926080"/>
            <a:ext cx="5183188" cy="326440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a:extLst>
              <a:ext uri="{FF2B5EF4-FFF2-40B4-BE49-F238E27FC236}">
                <a16:creationId xmlns:a16="http://schemas.microsoft.com/office/drawing/2014/main" id="{4C9407CC-270D-4C98-B95C-7AE67D2E1913}"/>
              </a:ext>
            </a:extLst>
          </p:cNvPr>
          <p:cNvSpPr>
            <a:spLocks noGrp="1"/>
          </p:cNvSpPr>
          <p:nvPr>
            <p:ph type="dt" sz="half" idx="10"/>
          </p:nvPr>
        </p:nvSpPr>
        <p:spPr/>
        <p:txBody>
          <a:bodyPr/>
          <a:lstStyle/>
          <a:p>
            <a:fld id="{72345051-2045-45DA-935E-2E3CA1A69ADC}" type="datetimeFigureOut">
              <a:rPr lang="en-US" smtClean="0"/>
              <a:t>12/9/2025</a:t>
            </a:fld>
            <a:endParaRPr lang="en-US"/>
          </a:p>
        </p:txBody>
      </p:sp>
      <p:sp>
        <p:nvSpPr>
          <p:cNvPr id="8" name="Footer Placeholder 7">
            <a:extLst>
              <a:ext uri="{FF2B5EF4-FFF2-40B4-BE49-F238E27FC236}">
                <a16:creationId xmlns:a16="http://schemas.microsoft.com/office/drawing/2014/main" id="{454070D5-9B7B-47FC-9F75-F6AD9607452E}"/>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428EAC17-33BE-4265-8C06-644C2D34FD3C}"/>
              </a:ext>
            </a:extLst>
          </p:cNvPr>
          <p:cNvSpPr>
            <a:spLocks noGrp="1"/>
          </p:cNvSpPr>
          <p:nvPr>
            <p:ph type="sldNum" sz="quarter" idx="12"/>
          </p:nvPr>
        </p:nvSpPr>
        <p:spPr/>
        <p:txBody>
          <a:bodyPr/>
          <a:lstStyle/>
          <a:p>
            <a:fld id="{A7CD31F4-64FA-4BA0-9498-67783267A8C8}" type="slidenum">
              <a:rPr lang="en-US" smtClean="0"/>
              <a:t>‹#›</a:t>
            </a:fld>
            <a:endParaRPr lang="en-US"/>
          </a:p>
        </p:txBody>
      </p:sp>
      <p:sp>
        <p:nvSpPr>
          <p:cNvPr id="11" name="Rectangle 10" descr="Tag=AccentColor&#10;Flavor=Light&#10;Target=FillAndLine">
            <a:extLst>
              <a:ext uri="{FF2B5EF4-FFF2-40B4-BE49-F238E27FC236}">
                <a16:creationId xmlns:a16="http://schemas.microsoft.com/office/drawing/2014/main" id="{F634C457-AEBF-47D7-9200-BAD05D138B12}"/>
              </a:ext>
            </a:extLst>
          </p:cNvPr>
          <p:cNvSpPr/>
          <p:nvPr/>
        </p:nvSpPr>
        <p:spPr>
          <a:xfrm>
            <a:off x="838199" y="1709928"/>
            <a:ext cx="10515600" cy="27432"/>
          </a:xfrm>
          <a:custGeom>
            <a:avLst/>
            <a:gdLst>
              <a:gd name="csX0" fmla="*/ 0 w 10515600"/>
              <a:gd name="csY0" fmla="*/ 0 h 27432"/>
              <a:gd name="csX1" fmla="*/ 446913 w 10515600"/>
              <a:gd name="csY1" fmla="*/ 0 h 27432"/>
              <a:gd name="csX2" fmla="*/ 1104138 w 10515600"/>
              <a:gd name="csY2" fmla="*/ 0 h 27432"/>
              <a:gd name="csX3" fmla="*/ 1866519 w 10515600"/>
              <a:gd name="csY3" fmla="*/ 0 h 27432"/>
              <a:gd name="csX4" fmla="*/ 2208276 w 10515600"/>
              <a:gd name="csY4" fmla="*/ 0 h 27432"/>
              <a:gd name="csX5" fmla="*/ 2550033 w 10515600"/>
              <a:gd name="csY5" fmla="*/ 0 h 27432"/>
              <a:gd name="csX6" fmla="*/ 3417570 w 10515600"/>
              <a:gd name="csY6" fmla="*/ 0 h 27432"/>
              <a:gd name="csX7" fmla="*/ 4074795 w 10515600"/>
              <a:gd name="csY7" fmla="*/ 0 h 27432"/>
              <a:gd name="csX8" fmla="*/ 4416552 w 10515600"/>
              <a:gd name="csY8" fmla="*/ 0 h 27432"/>
              <a:gd name="csX9" fmla="*/ 5073777 w 10515600"/>
              <a:gd name="csY9" fmla="*/ 0 h 27432"/>
              <a:gd name="csX10" fmla="*/ 5941314 w 10515600"/>
              <a:gd name="csY10" fmla="*/ 0 h 27432"/>
              <a:gd name="csX11" fmla="*/ 6493383 w 10515600"/>
              <a:gd name="csY11" fmla="*/ 0 h 27432"/>
              <a:gd name="csX12" fmla="*/ 7045452 w 10515600"/>
              <a:gd name="csY12" fmla="*/ 0 h 27432"/>
              <a:gd name="csX13" fmla="*/ 7702677 w 10515600"/>
              <a:gd name="csY13" fmla="*/ 0 h 27432"/>
              <a:gd name="csX14" fmla="*/ 8465058 w 10515600"/>
              <a:gd name="csY14" fmla="*/ 0 h 27432"/>
              <a:gd name="csX15" fmla="*/ 9227439 w 10515600"/>
              <a:gd name="csY15" fmla="*/ 0 h 27432"/>
              <a:gd name="csX16" fmla="*/ 10515600 w 10515600"/>
              <a:gd name="csY16" fmla="*/ 0 h 27432"/>
              <a:gd name="csX17" fmla="*/ 10515600 w 10515600"/>
              <a:gd name="csY17" fmla="*/ 27432 h 27432"/>
              <a:gd name="csX18" fmla="*/ 10068687 w 10515600"/>
              <a:gd name="csY18" fmla="*/ 27432 h 27432"/>
              <a:gd name="csX19" fmla="*/ 9201150 w 10515600"/>
              <a:gd name="csY19" fmla="*/ 27432 h 27432"/>
              <a:gd name="csX20" fmla="*/ 8543925 w 10515600"/>
              <a:gd name="csY20" fmla="*/ 27432 h 27432"/>
              <a:gd name="csX21" fmla="*/ 8202168 w 10515600"/>
              <a:gd name="csY21" fmla="*/ 27432 h 27432"/>
              <a:gd name="csX22" fmla="*/ 7544943 w 10515600"/>
              <a:gd name="csY22" fmla="*/ 27432 h 27432"/>
              <a:gd name="csX23" fmla="*/ 6992874 w 10515600"/>
              <a:gd name="csY23" fmla="*/ 27432 h 27432"/>
              <a:gd name="csX24" fmla="*/ 6440805 w 10515600"/>
              <a:gd name="csY24" fmla="*/ 27432 h 27432"/>
              <a:gd name="csX25" fmla="*/ 5888736 w 10515600"/>
              <a:gd name="csY25" fmla="*/ 27432 h 27432"/>
              <a:gd name="csX26" fmla="*/ 5336667 w 10515600"/>
              <a:gd name="csY26" fmla="*/ 27432 h 27432"/>
              <a:gd name="csX27" fmla="*/ 4574286 w 10515600"/>
              <a:gd name="csY27" fmla="*/ 27432 h 27432"/>
              <a:gd name="csX28" fmla="*/ 3917061 w 10515600"/>
              <a:gd name="csY28" fmla="*/ 27432 h 27432"/>
              <a:gd name="csX29" fmla="*/ 3575304 w 10515600"/>
              <a:gd name="csY29" fmla="*/ 27432 h 27432"/>
              <a:gd name="csX30" fmla="*/ 3023235 w 10515600"/>
              <a:gd name="csY30" fmla="*/ 27432 h 27432"/>
              <a:gd name="csX31" fmla="*/ 2260854 w 10515600"/>
              <a:gd name="csY31" fmla="*/ 27432 h 27432"/>
              <a:gd name="csX32" fmla="*/ 1813941 w 10515600"/>
              <a:gd name="csY32" fmla="*/ 27432 h 27432"/>
              <a:gd name="csX33" fmla="*/ 946404 w 10515600"/>
              <a:gd name="csY33" fmla="*/ 27432 h 27432"/>
              <a:gd name="csX34" fmla="*/ 0 w 10515600"/>
              <a:gd name="csY34" fmla="*/ 27432 h 27432"/>
              <a:gd name="csX35" fmla="*/ 0 w 10515600"/>
              <a:gd name="csY35" fmla="*/ 0 h 27432"/>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Lst>
            <a:rect l="l" t="t" r="r" b="b"/>
            <a:pathLst>
              <a:path w="10515600" h="27432" fill="none" extrusionOk="0">
                <a:moveTo>
                  <a:pt x="0" y="0"/>
                </a:moveTo>
                <a:cubicBezTo>
                  <a:pt x="119693" y="-14343"/>
                  <a:pt x="253007" y="-7583"/>
                  <a:pt x="446913" y="0"/>
                </a:cubicBezTo>
                <a:cubicBezTo>
                  <a:pt x="640819" y="7583"/>
                  <a:pt x="841419" y="-7067"/>
                  <a:pt x="1104138" y="0"/>
                </a:cubicBezTo>
                <a:cubicBezTo>
                  <a:pt x="1366858" y="7067"/>
                  <a:pt x="1495525" y="1255"/>
                  <a:pt x="1866519" y="0"/>
                </a:cubicBezTo>
                <a:cubicBezTo>
                  <a:pt x="2237513" y="-1255"/>
                  <a:pt x="2043820" y="12003"/>
                  <a:pt x="2208276" y="0"/>
                </a:cubicBezTo>
                <a:cubicBezTo>
                  <a:pt x="2372732" y="-12003"/>
                  <a:pt x="2419452" y="9887"/>
                  <a:pt x="2550033" y="0"/>
                </a:cubicBezTo>
                <a:cubicBezTo>
                  <a:pt x="2680614" y="-9887"/>
                  <a:pt x="3098156" y="3827"/>
                  <a:pt x="3417570" y="0"/>
                </a:cubicBezTo>
                <a:cubicBezTo>
                  <a:pt x="3736984" y="-3827"/>
                  <a:pt x="3916040" y="-6233"/>
                  <a:pt x="4074795" y="0"/>
                </a:cubicBezTo>
                <a:cubicBezTo>
                  <a:pt x="4233551" y="6233"/>
                  <a:pt x="4279253" y="5661"/>
                  <a:pt x="4416552" y="0"/>
                </a:cubicBezTo>
                <a:cubicBezTo>
                  <a:pt x="4553851" y="-5661"/>
                  <a:pt x="4915758" y="26022"/>
                  <a:pt x="5073777" y="0"/>
                </a:cubicBezTo>
                <a:cubicBezTo>
                  <a:pt x="5231797" y="-26022"/>
                  <a:pt x="5612089" y="32230"/>
                  <a:pt x="5941314" y="0"/>
                </a:cubicBezTo>
                <a:cubicBezTo>
                  <a:pt x="6270539" y="-32230"/>
                  <a:pt x="6313600" y="3064"/>
                  <a:pt x="6493383" y="0"/>
                </a:cubicBezTo>
                <a:cubicBezTo>
                  <a:pt x="6673166" y="-3064"/>
                  <a:pt x="6902474" y="-21096"/>
                  <a:pt x="7045452" y="0"/>
                </a:cubicBezTo>
                <a:cubicBezTo>
                  <a:pt x="7188430" y="21096"/>
                  <a:pt x="7478162" y="17386"/>
                  <a:pt x="7702677" y="0"/>
                </a:cubicBezTo>
                <a:cubicBezTo>
                  <a:pt x="7927192" y="-17386"/>
                  <a:pt x="8295683" y="-35143"/>
                  <a:pt x="8465058" y="0"/>
                </a:cubicBezTo>
                <a:cubicBezTo>
                  <a:pt x="8634433" y="35143"/>
                  <a:pt x="8927835" y="4103"/>
                  <a:pt x="9227439" y="0"/>
                </a:cubicBezTo>
                <a:cubicBezTo>
                  <a:pt x="9527043" y="-4103"/>
                  <a:pt x="10105355" y="-17535"/>
                  <a:pt x="10515600" y="0"/>
                </a:cubicBezTo>
                <a:cubicBezTo>
                  <a:pt x="10515789" y="12323"/>
                  <a:pt x="10515633" y="14639"/>
                  <a:pt x="10515600" y="27432"/>
                </a:cubicBezTo>
                <a:cubicBezTo>
                  <a:pt x="10343646" y="15282"/>
                  <a:pt x="10223667" y="31057"/>
                  <a:pt x="10068687" y="27432"/>
                </a:cubicBezTo>
                <a:cubicBezTo>
                  <a:pt x="9913707" y="23807"/>
                  <a:pt x="9512455" y="4101"/>
                  <a:pt x="9201150" y="27432"/>
                </a:cubicBezTo>
                <a:cubicBezTo>
                  <a:pt x="8889845" y="50763"/>
                  <a:pt x="8866277" y="3158"/>
                  <a:pt x="8543925" y="27432"/>
                </a:cubicBezTo>
                <a:cubicBezTo>
                  <a:pt x="8221573" y="51706"/>
                  <a:pt x="8288348" y="37286"/>
                  <a:pt x="8202168" y="27432"/>
                </a:cubicBezTo>
                <a:cubicBezTo>
                  <a:pt x="8115988" y="17578"/>
                  <a:pt x="7797033" y="6631"/>
                  <a:pt x="7544943" y="27432"/>
                </a:cubicBezTo>
                <a:cubicBezTo>
                  <a:pt x="7292854" y="48233"/>
                  <a:pt x="7108060" y="41767"/>
                  <a:pt x="6992874" y="27432"/>
                </a:cubicBezTo>
                <a:cubicBezTo>
                  <a:pt x="6877688" y="13097"/>
                  <a:pt x="6668930" y="7947"/>
                  <a:pt x="6440805" y="27432"/>
                </a:cubicBezTo>
                <a:cubicBezTo>
                  <a:pt x="6212680" y="46917"/>
                  <a:pt x="6027476" y="35225"/>
                  <a:pt x="5888736" y="27432"/>
                </a:cubicBezTo>
                <a:cubicBezTo>
                  <a:pt x="5749996" y="19639"/>
                  <a:pt x="5574559" y="43627"/>
                  <a:pt x="5336667" y="27432"/>
                </a:cubicBezTo>
                <a:cubicBezTo>
                  <a:pt x="5098775" y="11237"/>
                  <a:pt x="4837534" y="41882"/>
                  <a:pt x="4574286" y="27432"/>
                </a:cubicBezTo>
                <a:cubicBezTo>
                  <a:pt x="4311038" y="12982"/>
                  <a:pt x="4126419" y="26678"/>
                  <a:pt x="3917061" y="27432"/>
                </a:cubicBezTo>
                <a:cubicBezTo>
                  <a:pt x="3707704" y="28186"/>
                  <a:pt x="3657291" y="40087"/>
                  <a:pt x="3575304" y="27432"/>
                </a:cubicBezTo>
                <a:cubicBezTo>
                  <a:pt x="3493317" y="14777"/>
                  <a:pt x="3185226" y="45867"/>
                  <a:pt x="3023235" y="27432"/>
                </a:cubicBezTo>
                <a:cubicBezTo>
                  <a:pt x="2861244" y="8997"/>
                  <a:pt x="2597085" y="35801"/>
                  <a:pt x="2260854" y="27432"/>
                </a:cubicBezTo>
                <a:cubicBezTo>
                  <a:pt x="1924623" y="19063"/>
                  <a:pt x="1996678" y="15705"/>
                  <a:pt x="1813941" y="27432"/>
                </a:cubicBezTo>
                <a:cubicBezTo>
                  <a:pt x="1631204" y="39159"/>
                  <a:pt x="1187542" y="49167"/>
                  <a:pt x="946404" y="27432"/>
                </a:cubicBezTo>
                <a:cubicBezTo>
                  <a:pt x="705266" y="5697"/>
                  <a:pt x="404743" y="28229"/>
                  <a:pt x="0" y="27432"/>
                </a:cubicBezTo>
                <a:cubicBezTo>
                  <a:pt x="244" y="15297"/>
                  <a:pt x="645" y="7129"/>
                  <a:pt x="0" y="0"/>
                </a:cubicBezTo>
                <a:close/>
              </a:path>
              <a:path w="10515600" h="27432" stroke="0" extrusionOk="0">
                <a:moveTo>
                  <a:pt x="0" y="0"/>
                </a:moveTo>
                <a:cubicBezTo>
                  <a:pt x="230793" y="14353"/>
                  <a:pt x="332416" y="21392"/>
                  <a:pt x="552069" y="0"/>
                </a:cubicBezTo>
                <a:cubicBezTo>
                  <a:pt x="771722" y="-21392"/>
                  <a:pt x="761737" y="-14337"/>
                  <a:pt x="893826" y="0"/>
                </a:cubicBezTo>
                <a:cubicBezTo>
                  <a:pt x="1025915" y="14337"/>
                  <a:pt x="1441584" y="-15498"/>
                  <a:pt x="1761363" y="0"/>
                </a:cubicBezTo>
                <a:cubicBezTo>
                  <a:pt x="2081142" y="15498"/>
                  <a:pt x="2111503" y="7278"/>
                  <a:pt x="2313432" y="0"/>
                </a:cubicBezTo>
                <a:cubicBezTo>
                  <a:pt x="2515361" y="-7278"/>
                  <a:pt x="2743584" y="-17845"/>
                  <a:pt x="2865501" y="0"/>
                </a:cubicBezTo>
                <a:cubicBezTo>
                  <a:pt x="2987418" y="17845"/>
                  <a:pt x="3345183" y="8208"/>
                  <a:pt x="3733038" y="0"/>
                </a:cubicBezTo>
                <a:cubicBezTo>
                  <a:pt x="4120893" y="-8208"/>
                  <a:pt x="4009066" y="-3159"/>
                  <a:pt x="4179951" y="0"/>
                </a:cubicBezTo>
                <a:cubicBezTo>
                  <a:pt x="4350836" y="3159"/>
                  <a:pt x="4735020" y="17517"/>
                  <a:pt x="5047488" y="0"/>
                </a:cubicBezTo>
                <a:cubicBezTo>
                  <a:pt x="5359956" y="-17517"/>
                  <a:pt x="5662148" y="-17777"/>
                  <a:pt x="5915025" y="0"/>
                </a:cubicBezTo>
                <a:cubicBezTo>
                  <a:pt x="6167902" y="17777"/>
                  <a:pt x="6308797" y="30350"/>
                  <a:pt x="6572250" y="0"/>
                </a:cubicBezTo>
                <a:cubicBezTo>
                  <a:pt x="6835703" y="-30350"/>
                  <a:pt x="7107419" y="-9627"/>
                  <a:pt x="7439787" y="0"/>
                </a:cubicBezTo>
                <a:cubicBezTo>
                  <a:pt x="7772155" y="9627"/>
                  <a:pt x="7844034" y="-9098"/>
                  <a:pt x="7991856" y="0"/>
                </a:cubicBezTo>
                <a:cubicBezTo>
                  <a:pt x="8139678" y="9098"/>
                  <a:pt x="8289889" y="-20239"/>
                  <a:pt x="8543925" y="0"/>
                </a:cubicBezTo>
                <a:cubicBezTo>
                  <a:pt x="8797961" y="20239"/>
                  <a:pt x="8994198" y="29575"/>
                  <a:pt x="9306306" y="0"/>
                </a:cubicBezTo>
                <a:cubicBezTo>
                  <a:pt x="9618414" y="-29575"/>
                  <a:pt x="9739118" y="-23835"/>
                  <a:pt x="9858375" y="0"/>
                </a:cubicBezTo>
                <a:cubicBezTo>
                  <a:pt x="9977632" y="23835"/>
                  <a:pt x="10370488" y="-4069"/>
                  <a:pt x="10515600" y="0"/>
                </a:cubicBezTo>
                <a:cubicBezTo>
                  <a:pt x="10515650" y="5798"/>
                  <a:pt x="10515903" y="19375"/>
                  <a:pt x="10515600" y="27432"/>
                </a:cubicBezTo>
                <a:cubicBezTo>
                  <a:pt x="10304538" y="42307"/>
                  <a:pt x="10069280" y="3335"/>
                  <a:pt x="9753219" y="27432"/>
                </a:cubicBezTo>
                <a:cubicBezTo>
                  <a:pt x="9437158" y="51529"/>
                  <a:pt x="9488415" y="23852"/>
                  <a:pt x="9411462" y="27432"/>
                </a:cubicBezTo>
                <a:cubicBezTo>
                  <a:pt x="9334509" y="31012"/>
                  <a:pt x="9183755" y="44107"/>
                  <a:pt x="8964549" y="27432"/>
                </a:cubicBezTo>
                <a:cubicBezTo>
                  <a:pt x="8745343" y="10757"/>
                  <a:pt x="8279150" y="61693"/>
                  <a:pt x="8097012" y="27432"/>
                </a:cubicBezTo>
                <a:cubicBezTo>
                  <a:pt x="7914874" y="-6829"/>
                  <a:pt x="7608717" y="59556"/>
                  <a:pt x="7439787" y="27432"/>
                </a:cubicBezTo>
                <a:cubicBezTo>
                  <a:pt x="7270858" y="-4692"/>
                  <a:pt x="7154492" y="27026"/>
                  <a:pt x="6992874" y="27432"/>
                </a:cubicBezTo>
                <a:cubicBezTo>
                  <a:pt x="6831256" y="27838"/>
                  <a:pt x="6536817" y="51174"/>
                  <a:pt x="6335649" y="27432"/>
                </a:cubicBezTo>
                <a:cubicBezTo>
                  <a:pt x="6134481" y="3690"/>
                  <a:pt x="6097824" y="11070"/>
                  <a:pt x="5993892" y="27432"/>
                </a:cubicBezTo>
                <a:cubicBezTo>
                  <a:pt x="5889960" y="43794"/>
                  <a:pt x="5793821" y="34098"/>
                  <a:pt x="5652135" y="27432"/>
                </a:cubicBezTo>
                <a:cubicBezTo>
                  <a:pt x="5510449" y="20766"/>
                  <a:pt x="5168382" y="-3650"/>
                  <a:pt x="4994910" y="27432"/>
                </a:cubicBezTo>
                <a:cubicBezTo>
                  <a:pt x="4821439" y="58514"/>
                  <a:pt x="4653937" y="21362"/>
                  <a:pt x="4547997" y="27432"/>
                </a:cubicBezTo>
                <a:cubicBezTo>
                  <a:pt x="4442057" y="33502"/>
                  <a:pt x="4153363" y="33024"/>
                  <a:pt x="3785616" y="27432"/>
                </a:cubicBezTo>
                <a:cubicBezTo>
                  <a:pt x="3417869" y="21840"/>
                  <a:pt x="3544908" y="29840"/>
                  <a:pt x="3338703" y="27432"/>
                </a:cubicBezTo>
                <a:cubicBezTo>
                  <a:pt x="3132498" y="25024"/>
                  <a:pt x="2782152" y="45947"/>
                  <a:pt x="2576322" y="27432"/>
                </a:cubicBezTo>
                <a:cubicBezTo>
                  <a:pt x="2370492" y="8917"/>
                  <a:pt x="2347214" y="14129"/>
                  <a:pt x="2234565" y="27432"/>
                </a:cubicBezTo>
                <a:cubicBezTo>
                  <a:pt x="2121916" y="40735"/>
                  <a:pt x="1785921" y="49081"/>
                  <a:pt x="1472184" y="27432"/>
                </a:cubicBezTo>
                <a:cubicBezTo>
                  <a:pt x="1158447" y="5783"/>
                  <a:pt x="1203910" y="37937"/>
                  <a:pt x="1025271" y="27432"/>
                </a:cubicBezTo>
                <a:cubicBezTo>
                  <a:pt x="846632" y="16927"/>
                  <a:pt x="846577" y="17996"/>
                  <a:pt x="683514" y="27432"/>
                </a:cubicBezTo>
                <a:cubicBezTo>
                  <a:pt x="520451" y="36868"/>
                  <a:pt x="320799" y="46677"/>
                  <a:pt x="0" y="27432"/>
                </a:cubicBezTo>
                <a:cubicBezTo>
                  <a:pt x="-510" y="19859"/>
                  <a:pt x="-1106" y="11474"/>
                  <a:pt x="0" y="0"/>
                </a:cubicBezTo>
                <a:close/>
              </a:path>
            </a:pathLst>
          </a:custGeom>
          <a:solidFill>
            <a:schemeClr val="tx1"/>
          </a:solidFill>
          <a:ln w="38100" cap="rnd">
            <a:solidFill>
              <a:schemeClr val="tx1"/>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Tree>
    <p:extLst>
      <p:ext uri="{BB962C8B-B14F-4D97-AF65-F5344CB8AC3E}">
        <p14:creationId xmlns:p14="http://schemas.microsoft.com/office/powerpoint/2010/main" val="141680637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EE9AC0-40CD-4451-BF00-5E2FC7B7451B}"/>
              </a:ext>
            </a:extLst>
          </p:cNvPr>
          <p:cNvSpPr>
            <a:spLocks noGrp="1"/>
          </p:cNvSpPr>
          <p:nvPr>
            <p:ph type="title"/>
          </p:nvPr>
        </p:nvSpPr>
        <p:spPr>
          <a:xfrm>
            <a:off x="2203704" y="1728216"/>
            <a:ext cx="7781544" cy="3392424"/>
          </a:xfrm>
        </p:spPr>
        <p:txBody>
          <a:bodyPr>
            <a:normAutofit/>
          </a:bodyPr>
          <a:lstStyle>
            <a:lvl1pPr algn="ctr">
              <a:defRPr sz="7800"/>
            </a:lvl1pPr>
          </a:lstStyle>
          <a:p>
            <a:r>
              <a:rPr lang="en-US"/>
              <a:t>Click to edit Master title style</a:t>
            </a:r>
            <a:endParaRPr lang="en-US" dirty="0"/>
          </a:p>
        </p:txBody>
      </p:sp>
      <p:sp>
        <p:nvSpPr>
          <p:cNvPr id="3" name="Date Placeholder 2">
            <a:extLst>
              <a:ext uri="{FF2B5EF4-FFF2-40B4-BE49-F238E27FC236}">
                <a16:creationId xmlns:a16="http://schemas.microsoft.com/office/drawing/2014/main" id="{C6FD9A32-9C83-452B-BC69-CC6E95D3C93C}"/>
              </a:ext>
            </a:extLst>
          </p:cNvPr>
          <p:cNvSpPr>
            <a:spLocks noGrp="1"/>
          </p:cNvSpPr>
          <p:nvPr>
            <p:ph type="dt" sz="half" idx="10"/>
          </p:nvPr>
        </p:nvSpPr>
        <p:spPr/>
        <p:txBody>
          <a:bodyPr/>
          <a:lstStyle/>
          <a:p>
            <a:fld id="{72345051-2045-45DA-935E-2E3CA1A69ADC}" type="datetimeFigureOut">
              <a:rPr lang="en-US" smtClean="0"/>
              <a:t>12/9/2025</a:t>
            </a:fld>
            <a:endParaRPr lang="en-US"/>
          </a:p>
        </p:txBody>
      </p:sp>
      <p:sp>
        <p:nvSpPr>
          <p:cNvPr id="4" name="Footer Placeholder 3">
            <a:extLst>
              <a:ext uri="{FF2B5EF4-FFF2-40B4-BE49-F238E27FC236}">
                <a16:creationId xmlns:a16="http://schemas.microsoft.com/office/drawing/2014/main" id="{6B87B83E-E23E-42DE-876D-F55908A97DC6}"/>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061C03A8-D428-4010-B413-13B1E9922628}"/>
              </a:ext>
            </a:extLst>
          </p:cNvPr>
          <p:cNvSpPr>
            <a:spLocks noGrp="1"/>
          </p:cNvSpPr>
          <p:nvPr>
            <p:ph type="sldNum" sz="quarter" idx="12"/>
          </p:nvPr>
        </p:nvSpPr>
        <p:spPr/>
        <p:txBody>
          <a:bodyPr/>
          <a:lstStyle/>
          <a:p>
            <a:fld id="{A7CD31F4-64FA-4BA0-9498-67783267A8C8}" type="slidenum">
              <a:rPr lang="en-US" smtClean="0"/>
              <a:t>‹#›</a:t>
            </a:fld>
            <a:endParaRPr lang="en-US"/>
          </a:p>
        </p:txBody>
      </p:sp>
      <p:sp>
        <p:nvSpPr>
          <p:cNvPr id="6" name="Rectangle 6" descr="Tag=AccentColor&#10;Flavor=Light&#10;Target=FillAndLine">
            <a:extLst>
              <a:ext uri="{FF2B5EF4-FFF2-40B4-BE49-F238E27FC236}">
                <a16:creationId xmlns:a16="http://schemas.microsoft.com/office/drawing/2014/main" id="{17F03060-85EC-4182-8C18-C6EE0D373E4B}"/>
              </a:ext>
            </a:extLst>
          </p:cNvPr>
          <p:cNvSpPr/>
          <p:nvPr/>
        </p:nvSpPr>
        <p:spPr>
          <a:xfrm>
            <a:off x="3974206" y="5126892"/>
            <a:ext cx="4243589" cy="27432"/>
          </a:xfrm>
          <a:custGeom>
            <a:avLst/>
            <a:gdLst>
              <a:gd name="csX0" fmla="*/ 0 w 4243589"/>
              <a:gd name="csY0" fmla="*/ 0 h 27432"/>
              <a:gd name="csX1" fmla="*/ 563791 w 4243589"/>
              <a:gd name="csY1" fmla="*/ 0 h 27432"/>
              <a:gd name="csX2" fmla="*/ 1042710 w 4243589"/>
              <a:gd name="csY2" fmla="*/ 0 h 27432"/>
              <a:gd name="csX3" fmla="*/ 1564066 w 4243589"/>
              <a:gd name="csY3" fmla="*/ 0 h 27432"/>
              <a:gd name="csX4" fmla="*/ 2212729 w 4243589"/>
              <a:gd name="csY4" fmla="*/ 0 h 27432"/>
              <a:gd name="csX5" fmla="*/ 2776520 w 4243589"/>
              <a:gd name="csY5" fmla="*/ 0 h 27432"/>
              <a:gd name="csX6" fmla="*/ 3297875 w 4243589"/>
              <a:gd name="csY6" fmla="*/ 0 h 27432"/>
              <a:gd name="csX7" fmla="*/ 4243589 w 4243589"/>
              <a:gd name="csY7" fmla="*/ 0 h 27432"/>
              <a:gd name="csX8" fmla="*/ 4243589 w 4243589"/>
              <a:gd name="csY8" fmla="*/ 27432 h 27432"/>
              <a:gd name="csX9" fmla="*/ 3637362 w 4243589"/>
              <a:gd name="csY9" fmla="*/ 27432 h 27432"/>
              <a:gd name="csX10" fmla="*/ 3116007 w 4243589"/>
              <a:gd name="csY10" fmla="*/ 27432 h 27432"/>
              <a:gd name="csX11" fmla="*/ 2424908 w 4243589"/>
              <a:gd name="csY11" fmla="*/ 27432 h 27432"/>
              <a:gd name="csX12" fmla="*/ 1861117 w 4243589"/>
              <a:gd name="csY12" fmla="*/ 27432 h 27432"/>
              <a:gd name="csX13" fmla="*/ 1382198 w 4243589"/>
              <a:gd name="csY13" fmla="*/ 27432 h 27432"/>
              <a:gd name="csX14" fmla="*/ 733535 w 4243589"/>
              <a:gd name="csY14" fmla="*/ 27432 h 27432"/>
              <a:gd name="csX15" fmla="*/ 0 w 4243589"/>
              <a:gd name="csY15" fmla="*/ 27432 h 27432"/>
              <a:gd name="csX16" fmla="*/ 0 w 4243589"/>
              <a:gd name="csY16" fmla="*/ 0 h 27432"/>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Lst>
            <a:rect l="l" t="t" r="r" b="b"/>
            <a:pathLst>
              <a:path w="4243589" h="27432" fill="none" extrusionOk="0">
                <a:moveTo>
                  <a:pt x="0" y="0"/>
                </a:moveTo>
                <a:cubicBezTo>
                  <a:pt x="157351" y="-15653"/>
                  <a:pt x="378877" y="-5828"/>
                  <a:pt x="563791" y="0"/>
                </a:cubicBezTo>
                <a:cubicBezTo>
                  <a:pt x="748705" y="5828"/>
                  <a:pt x="905659" y="-5525"/>
                  <a:pt x="1042710" y="0"/>
                </a:cubicBezTo>
                <a:cubicBezTo>
                  <a:pt x="1179761" y="5525"/>
                  <a:pt x="1356845" y="-21288"/>
                  <a:pt x="1564066" y="0"/>
                </a:cubicBezTo>
                <a:cubicBezTo>
                  <a:pt x="1771287" y="21288"/>
                  <a:pt x="1912099" y="25135"/>
                  <a:pt x="2212729" y="0"/>
                </a:cubicBezTo>
                <a:cubicBezTo>
                  <a:pt x="2513359" y="-25135"/>
                  <a:pt x="2514918" y="-27119"/>
                  <a:pt x="2776520" y="0"/>
                </a:cubicBezTo>
                <a:cubicBezTo>
                  <a:pt x="3038122" y="27119"/>
                  <a:pt x="3178771" y="18116"/>
                  <a:pt x="3297875" y="0"/>
                </a:cubicBezTo>
                <a:cubicBezTo>
                  <a:pt x="3416980" y="-18116"/>
                  <a:pt x="4012240" y="-40869"/>
                  <a:pt x="4243589" y="0"/>
                </a:cubicBezTo>
                <a:cubicBezTo>
                  <a:pt x="4242616" y="8304"/>
                  <a:pt x="4243111" y="21512"/>
                  <a:pt x="4243589" y="27432"/>
                </a:cubicBezTo>
                <a:cubicBezTo>
                  <a:pt x="4112949" y="6289"/>
                  <a:pt x="3928037" y="10975"/>
                  <a:pt x="3637362" y="27432"/>
                </a:cubicBezTo>
                <a:cubicBezTo>
                  <a:pt x="3346687" y="43889"/>
                  <a:pt x="3254446" y="35813"/>
                  <a:pt x="3116007" y="27432"/>
                </a:cubicBezTo>
                <a:cubicBezTo>
                  <a:pt x="2977569" y="19051"/>
                  <a:pt x="2620228" y="38017"/>
                  <a:pt x="2424908" y="27432"/>
                </a:cubicBezTo>
                <a:cubicBezTo>
                  <a:pt x="2229588" y="16847"/>
                  <a:pt x="2088287" y="5290"/>
                  <a:pt x="1861117" y="27432"/>
                </a:cubicBezTo>
                <a:cubicBezTo>
                  <a:pt x="1633947" y="49574"/>
                  <a:pt x="1502447" y="8273"/>
                  <a:pt x="1382198" y="27432"/>
                </a:cubicBezTo>
                <a:cubicBezTo>
                  <a:pt x="1261949" y="46591"/>
                  <a:pt x="1045440" y="37497"/>
                  <a:pt x="733535" y="27432"/>
                </a:cubicBezTo>
                <a:cubicBezTo>
                  <a:pt x="421630" y="17367"/>
                  <a:pt x="341257" y="-9215"/>
                  <a:pt x="0" y="27432"/>
                </a:cubicBezTo>
                <a:cubicBezTo>
                  <a:pt x="-1048" y="14992"/>
                  <a:pt x="-1120" y="7447"/>
                  <a:pt x="0" y="0"/>
                </a:cubicBezTo>
                <a:close/>
              </a:path>
              <a:path w="4243589" h="27432" stroke="0" extrusionOk="0">
                <a:moveTo>
                  <a:pt x="0" y="0"/>
                </a:moveTo>
                <a:cubicBezTo>
                  <a:pt x="128164" y="17204"/>
                  <a:pt x="312653" y="1129"/>
                  <a:pt x="563791" y="0"/>
                </a:cubicBezTo>
                <a:cubicBezTo>
                  <a:pt x="814929" y="-1129"/>
                  <a:pt x="837271" y="8503"/>
                  <a:pt x="1042710" y="0"/>
                </a:cubicBezTo>
                <a:cubicBezTo>
                  <a:pt x="1248149" y="-8503"/>
                  <a:pt x="1588432" y="-28862"/>
                  <a:pt x="1733809" y="0"/>
                </a:cubicBezTo>
                <a:cubicBezTo>
                  <a:pt x="1879186" y="28862"/>
                  <a:pt x="2052815" y="5974"/>
                  <a:pt x="2297600" y="0"/>
                </a:cubicBezTo>
                <a:cubicBezTo>
                  <a:pt x="2542385" y="-5974"/>
                  <a:pt x="2699960" y="-23550"/>
                  <a:pt x="2861391" y="0"/>
                </a:cubicBezTo>
                <a:cubicBezTo>
                  <a:pt x="3022822" y="23550"/>
                  <a:pt x="3390411" y="25272"/>
                  <a:pt x="3552490" y="0"/>
                </a:cubicBezTo>
                <a:cubicBezTo>
                  <a:pt x="3714569" y="-25272"/>
                  <a:pt x="3950585" y="-31327"/>
                  <a:pt x="4243589" y="0"/>
                </a:cubicBezTo>
                <a:cubicBezTo>
                  <a:pt x="4244074" y="9333"/>
                  <a:pt x="4244867" y="19699"/>
                  <a:pt x="4243589" y="27432"/>
                </a:cubicBezTo>
                <a:cubicBezTo>
                  <a:pt x="4130424" y="7904"/>
                  <a:pt x="3932803" y="51393"/>
                  <a:pt x="3722234" y="27432"/>
                </a:cubicBezTo>
                <a:cubicBezTo>
                  <a:pt x="3511665" y="3471"/>
                  <a:pt x="3269903" y="55138"/>
                  <a:pt x="3116007" y="27432"/>
                </a:cubicBezTo>
                <a:cubicBezTo>
                  <a:pt x="2962111" y="-274"/>
                  <a:pt x="2744280" y="32368"/>
                  <a:pt x="2509780" y="27432"/>
                </a:cubicBezTo>
                <a:cubicBezTo>
                  <a:pt x="2275280" y="22496"/>
                  <a:pt x="2066059" y="52808"/>
                  <a:pt x="1945989" y="27432"/>
                </a:cubicBezTo>
                <a:cubicBezTo>
                  <a:pt x="1825919" y="2056"/>
                  <a:pt x="1407329" y="21760"/>
                  <a:pt x="1254890" y="27432"/>
                </a:cubicBezTo>
                <a:cubicBezTo>
                  <a:pt x="1102451" y="33104"/>
                  <a:pt x="837950" y="40817"/>
                  <a:pt x="563791" y="27432"/>
                </a:cubicBezTo>
                <a:cubicBezTo>
                  <a:pt x="289632" y="14047"/>
                  <a:pt x="132768" y="16249"/>
                  <a:pt x="0" y="27432"/>
                </a:cubicBezTo>
                <a:cubicBezTo>
                  <a:pt x="211" y="18145"/>
                  <a:pt x="120" y="6480"/>
                  <a:pt x="0" y="0"/>
                </a:cubicBezTo>
                <a:close/>
              </a:path>
            </a:pathLst>
          </a:custGeom>
          <a:solidFill>
            <a:schemeClr val="tx1"/>
          </a:solidFill>
          <a:ln w="38100" cap="rnd">
            <a:solidFill>
              <a:schemeClr val="tx1"/>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Tree>
    <p:extLst>
      <p:ext uri="{BB962C8B-B14F-4D97-AF65-F5344CB8AC3E}">
        <p14:creationId xmlns:p14="http://schemas.microsoft.com/office/powerpoint/2010/main" val="280045385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172816A0-77C4-4A3F-87BD-A7321E3C84D2}"/>
              </a:ext>
            </a:extLst>
          </p:cNvPr>
          <p:cNvSpPr>
            <a:spLocks noGrp="1"/>
          </p:cNvSpPr>
          <p:nvPr>
            <p:ph type="dt" sz="half" idx="10"/>
          </p:nvPr>
        </p:nvSpPr>
        <p:spPr/>
        <p:txBody>
          <a:bodyPr/>
          <a:lstStyle/>
          <a:p>
            <a:fld id="{72345051-2045-45DA-935E-2E3CA1A69ADC}" type="datetimeFigureOut">
              <a:rPr lang="en-US" smtClean="0"/>
              <a:t>12/9/2025</a:t>
            </a:fld>
            <a:endParaRPr lang="en-US"/>
          </a:p>
        </p:txBody>
      </p:sp>
      <p:sp>
        <p:nvSpPr>
          <p:cNvPr id="3" name="Footer Placeholder 2">
            <a:extLst>
              <a:ext uri="{FF2B5EF4-FFF2-40B4-BE49-F238E27FC236}">
                <a16:creationId xmlns:a16="http://schemas.microsoft.com/office/drawing/2014/main" id="{A5FC3464-F026-4C77-9441-55ECA5054D50}"/>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587D9257-BADE-4D0B-AF0B-D09FE95FA078}"/>
              </a:ext>
            </a:extLst>
          </p:cNvPr>
          <p:cNvSpPr>
            <a:spLocks noGrp="1"/>
          </p:cNvSpPr>
          <p:nvPr>
            <p:ph type="sldNum" sz="quarter" idx="12"/>
          </p:nvPr>
        </p:nvSpPr>
        <p:spPr/>
        <p:txBody>
          <a:bodyPr/>
          <a:lstStyle/>
          <a:p>
            <a:fld id="{A7CD31F4-64FA-4BA0-9498-67783267A8C8}" type="slidenum">
              <a:rPr lang="en-US" smtClean="0"/>
              <a:t>‹#›</a:t>
            </a:fld>
            <a:endParaRPr lang="en-US"/>
          </a:p>
        </p:txBody>
      </p:sp>
    </p:spTree>
    <p:extLst>
      <p:ext uri="{BB962C8B-B14F-4D97-AF65-F5344CB8AC3E}">
        <p14:creationId xmlns:p14="http://schemas.microsoft.com/office/powerpoint/2010/main" val="218398520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9A1C48E-F751-45A2-9010-208B81EDBE69}"/>
              </a:ext>
            </a:extLst>
          </p:cNvPr>
          <p:cNvSpPr>
            <a:spLocks noGrp="1"/>
          </p:cNvSpPr>
          <p:nvPr>
            <p:ph type="title"/>
          </p:nvPr>
        </p:nvSpPr>
        <p:spPr>
          <a:xfrm>
            <a:off x="839788" y="457200"/>
            <a:ext cx="3932237" cy="3429000"/>
          </a:xfrm>
        </p:spPr>
        <p:txBody>
          <a:bodyPr anchor="b">
            <a:normAutofit/>
          </a:bodyPr>
          <a:lstStyle>
            <a:lvl1pPr>
              <a:defRPr sz="6000"/>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59D501F6-8430-4758-8636-74D68E990EC3}"/>
              </a:ext>
            </a:extLst>
          </p:cNvPr>
          <p:cNvSpPr>
            <a:spLocks noGrp="1"/>
          </p:cNvSpPr>
          <p:nvPr>
            <p:ph idx="1"/>
          </p:nvPr>
        </p:nvSpPr>
        <p:spPr>
          <a:xfrm>
            <a:off x="5303520" y="548640"/>
            <a:ext cx="6053328" cy="5431536"/>
          </a:xfrm>
        </p:spPr>
        <p:txBody>
          <a:bodyPr anchor="ct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a:extLst>
              <a:ext uri="{FF2B5EF4-FFF2-40B4-BE49-F238E27FC236}">
                <a16:creationId xmlns:a16="http://schemas.microsoft.com/office/drawing/2014/main" id="{2E79DC39-A29C-494C-98B6-999746C5F38A}"/>
              </a:ext>
            </a:extLst>
          </p:cNvPr>
          <p:cNvSpPr>
            <a:spLocks noGrp="1"/>
          </p:cNvSpPr>
          <p:nvPr>
            <p:ph type="body" sz="half" idx="2"/>
          </p:nvPr>
        </p:nvSpPr>
        <p:spPr>
          <a:xfrm>
            <a:off x="839788" y="3977640"/>
            <a:ext cx="3932237" cy="2002536"/>
          </a:xfrm>
        </p:spPr>
        <p:txBody>
          <a:bodyPr>
            <a:normAutofit/>
          </a:bodyPr>
          <a:lstStyle>
            <a:lvl1pPr marL="0" indent="0">
              <a:buNone/>
              <a:defRPr sz="32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a:t>
            </a:r>
          </a:p>
        </p:txBody>
      </p:sp>
      <p:sp>
        <p:nvSpPr>
          <p:cNvPr id="5" name="Date Placeholder 4">
            <a:extLst>
              <a:ext uri="{FF2B5EF4-FFF2-40B4-BE49-F238E27FC236}">
                <a16:creationId xmlns:a16="http://schemas.microsoft.com/office/drawing/2014/main" id="{2584C988-A6DB-469A-B8AA-31866F36E83D}"/>
              </a:ext>
            </a:extLst>
          </p:cNvPr>
          <p:cNvSpPr>
            <a:spLocks noGrp="1"/>
          </p:cNvSpPr>
          <p:nvPr>
            <p:ph type="dt" sz="half" idx="10"/>
          </p:nvPr>
        </p:nvSpPr>
        <p:spPr/>
        <p:txBody>
          <a:bodyPr/>
          <a:lstStyle/>
          <a:p>
            <a:fld id="{72345051-2045-45DA-935E-2E3CA1A69ADC}" type="datetimeFigureOut">
              <a:rPr lang="en-US" smtClean="0"/>
              <a:t>12/9/2025</a:t>
            </a:fld>
            <a:endParaRPr lang="en-US"/>
          </a:p>
        </p:txBody>
      </p:sp>
      <p:sp>
        <p:nvSpPr>
          <p:cNvPr id="6" name="Footer Placeholder 5">
            <a:extLst>
              <a:ext uri="{FF2B5EF4-FFF2-40B4-BE49-F238E27FC236}">
                <a16:creationId xmlns:a16="http://schemas.microsoft.com/office/drawing/2014/main" id="{02BC39C3-81EB-4828-9AD3-2F1FAC521E63}"/>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4059376C-9810-49A5-BC9A-4E6A02175273}"/>
              </a:ext>
            </a:extLst>
          </p:cNvPr>
          <p:cNvSpPr>
            <a:spLocks noGrp="1"/>
          </p:cNvSpPr>
          <p:nvPr>
            <p:ph type="sldNum" sz="quarter" idx="12"/>
          </p:nvPr>
        </p:nvSpPr>
        <p:spPr/>
        <p:txBody>
          <a:bodyPr/>
          <a:lstStyle/>
          <a:p>
            <a:fld id="{A7CD31F4-64FA-4BA0-9498-67783267A8C8}" type="slidenum">
              <a:rPr lang="en-US" smtClean="0"/>
              <a:t>‹#›</a:t>
            </a:fld>
            <a:endParaRPr lang="en-US"/>
          </a:p>
        </p:txBody>
      </p:sp>
      <p:sp>
        <p:nvSpPr>
          <p:cNvPr id="8" name="Rectangle 6" descr="Tag=AccentColor&#10;Flavor=Light&#10;Target=FillAndLine">
            <a:extLst>
              <a:ext uri="{FF2B5EF4-FFF2-40B4-BE49-F238E27FC236}">
                <a16:creationId xmlns:a16="http://schemas.microsoft.com/office/drawing/2014/main" id="{B9F96F3A-E64D-4401-B02C-BCD5CAA97CFF}"/>
              </a:ext>
            </a:extLst>
          </p:cNvPr>
          <p:cNvSpPr/>
          <p:nvPr/>
        </p:nvSpPr>
        <p:spPr>
          <a:xfrm rot="5400000">
            <a:off x="2797492" y="3254143"/>
            <a:ext cx="4480560" cy="27432"/>
          </a:xfrm>
          <a:custGeom>
            <a:avLst/>
            <a:gdLst>
              <a:gd name="csX0" fmla="*/ 0 w 4480560"/>
              <a:gd name="csY0" fmla="*/ 0 h 27432"/>
              <a:gd name="csX1" fmla="*/ 595274 w 4480560"/>
              <a:gd name="csY1" fmla="*/ 0 h 27432"/>
              <a:gd name="csX2" fmla="*/ 1100938 w 4480560"/>
              <a:gd name="csY2" fmla="*/ 0 h 27432"/>
              <a:gd name="csX3" fmla="*/ 1651406 w 4480560"/>
              <a:gd name="csY3" fmla="*/ 0 h 27432"/>
              <a:gd name="csX4" fmla="*/ 2336292 w 4480560"/>
              <a:gd name="csY4" fmla="*/ 0 h 27432"/>
              <a:gd name="csX5" fmla="*/ 2931566 w 4480560"/>
              <a:gd name="csY5" fmla="*/ 0 h 27432"/>
              <a:gd name="csX6" fmla="*/ 3482035 w 4480560"/>
              <a:gd name="csY6" fmla="*/ 0 h 27432"/>
              <a:gd name="csX7" fmla="*/ 4480560 w 4480560"/>
              <a:gd name="csY7" fmla="*/ 0 h 27432"/>
              <a:gd name="csX8" fmla="*/ 4480560 w 4480560"/>
              <a:gd name="csY8" fmla="*/ 27432 h 27432"/>
              <a:gd name="csX9" fmla="*/ 3840480 w 4480560"/>
              <a:gd name="csY9" fmla="*/ 27432 h 27432"/>
              <a:gd name="csX10" fmla="*/ 3290011 w 4480560"/>
              <a:gd name="csY10" fmla="*/ 27432 h 27432"/>
              <a:gd name="csX11" fmla="*/ 2560320 w 4480560"/>
              <a:gd name="csY11" fmla="*/ 27432 h 27432"/>
              <a:gd name="csX12" fmla="*/ 1965046 w 4480560"/>
              <a:gd name="csY12" fmla="*/ 27432 h 27432"/>
              <a:gd name="csX13" fmla="*/ 1459382 w 4480560"/>
              <a:gd name="csY13" fmla="*/ 27432 h 27432"/>
              <a:gd name="csX14" fmla="*/ 774497 w 4480560"/>
              <a:gd name="csY14" fmla="*/ 27432 h 27432"/>
              <a:gd name="csX15" fmla="*/ 0 w 4480560"/>
              <a:gd name="csY15" fmla="*/ 27432 h 27432"/>
              <a:gd name="csX16" fmla="*/ 0 w 4480560"/>
              <a:gd name="csY16" fmla="*/ 0 h 27432"/>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Lst>
            <a:rect l="l" t="t" r="r" b="b"/>
            <a:pathLst>
              <a:path w="4480560" h="27432" fill="none" extrusionOk="0">
                <a:moveTo>
                  <a:pt x="0" y="0"/>
                </a:moveTo>
                <a:cubicBezTo>
                  <a:pt x="267821" y="8731"/>
                  <a:pt x="334105" y="2629"/>
                  <a:pt x="595274" y="0"/>
                </a:cubicBezTo>
                <a:cubicBezTo>
                  <a:pt x="856443" y="-2629"/>
                  <a:pt x="863808" y="-13353"/>
                  <a:pt x="1100938" y="0"/>
                </a:cubicBezTo>
                <a:cubicBezTo>
                  <a:pt x="1338068" y="13353"/>
                  <a:pt x="1431663" y="-25862"/>
                  <a:pt x="1651406" y="0"/>
                </a:cubicBezTo>
                <a:cubicBezTo>
                  <a:pt x="1871149" y="25862"/>
                  <a:pt x="2173163" y="23827"/>
                  <a:pt x="2336292" y="0"/>
                </a:cubicBezTo>
                <a:cubicBezTo>
                  <a:pt x="2499421" y="-23827"/>
                  <a:pt x="2720589" y="28148"/>
                  <a:pt x="2931566" y="0"/>
                </a:cubicBezTo>
                <a:cubicBezTo>
                  <a:pt x="3142543" y="-28148"/>
                  <a:pt x="3323630" y="27022"/>
                  <a:pt x="3482035" y="0"/>
                </a:cubicBezTo>
                <a:cubicBezTo>
                  <a:pt x="3640440" y="-27022"/>
                  <a:pt x="4012110" y="-20118"/>
                  <a:pt x="4480560" y="0"/>
                </a:cubicBezTo>
                <a:cubicBezTo>
                  <a:pt x="4479587" y="8304"/>
                  <a:pt x="4480082" y="21512"/>
                  <a:pt x="4480560" y="27432"/>
                </a:cubicBezTo>
                <a:cubicBezTo>
                  <a:pt x="4314132" y="24068"/>
                  <a:pt x="4028383" y="45776"/>
                  <a:pt x="3840480" y="27432"/>
                </a:cubicBezTo>
                <a:cubicBezTo>
                  <a:pt x="3652577" y="9088"/>
                  <a:pt x="3547615" y="11992"/>
                  <a:pt x="3290011" y="27432"/>
                </a:cubicBezTo>
                <a:cubicBezTo>
                  <a:pt x="3032407" y="42872"/>
                  <a:pt x="2830268" y="17863"/>
                  <a:pt x="2560320" y="27432"/>
                </a:cubicBezTo>
                <a:cubicBezTo>
                  <a:pt x="2290372" y="37001"/>
                  <a:pt x="2147422" y="15872"/>
                  <a:pt x="1965046" y="27432"/>
                </a:cubicBezTo>
                <a:cubicBezTo>
                  <a:pt x="1782670" y="38992"/>
                  <a:pt x="1689791" y="49824"/>
                  <a:pt x="1459382" y="27432"/>
                </a:cubicBezTo>
                <a:cubicBezTo>
                  <a:pt x="1228973" y="5040"/>
                  <a:pt x="915486" y="45645"/>
                  <a:pt x="774497" y="27432"/>
                </a:cubicBezTo>
                <a:cubicBezTo>
                  <a:pt x="633508" y="9219"/>
                  <a:pt x="361442" y="-1963"/>
                  <a:pt x="0" y="27432"/>
                </a:cubicBezTo>
                <a:cubicBezTo>
                  <a:pt x="-1048" y="14992"/>
                  <a:pt x="-1120" y="7447"/>
                  <a:pt x="0" y="0"/>
                </a:cubicBezTo>
                <a:close/>
              </a:path>
              <a:path w="4480560" h="27432" stroke="0" extrusionOk="0">
                <a:moveTo>
                  <a:pt x="0" y="0"/>
                </a:moveTo>
                <a:cubicBezTo>
                  <a:pt x="285465" y="225"/>
                  <a:pt x="322691" y="16223"/>
                  <a:pt x="595274" y="0"/>
                </a:cubicBezTo>
                <a:cubicBezTo>
                  <a:pt x="867857" y="-16223"/>
                  <a:pt x="989129" y="-11242"/>
                  <a:pt x="1100938" y="0"/>
                </a:cubicBezTo>
                <a:cubicBezTo>
                  <a:pt x="1212747" y="11242"/>
                  <a:pt x="1574350" y="-36410"/>
                  <a:pt x="1830629" y="0"/>
                </a:cubicBezTo>
                <a:cubicBezTo>
                  <a:pt x="2086908" y="36410"/>
                  <a:pt x="2180922" y="4645"/>
                  <a:pt x="2425903" y="0"/>
                </a:cubicBezTo>
                <a:cubicBezTo>
                  <a:pt x="2670884" y="-4645"/>
                  <a:pt x="2782024" y="22929"/>
                  <a:pt x="3021178" y="0"/>
                </a:cubicBezTo>
                <a:cubicBezTo>
                  <a:pt x="3260332" y="-22929"/>
                  <a:pt x="3456982" y="-1586"/>
                  <a:pt x="3750869" y="0"/>
                </a:cubicBezTo>
                <a:cubicBezTo>
                  <a:pt x="4044756" y="1586"/>
                  <a:pt x="4302726" y="17043"/>
                  <a:pt x="4480560" y="0"/>
                </a:cubicBezTo>
                <a:cubicBezTo>
                  <a:pt x="4481045" y="9333"/>
                  <a:pt x="4481838" y="19699"/>
                  <a:pt x="4480560" y="27432"/>
                </a:cubicBezTo>
                <a:cubicBezTo>
                  <a:pt x="4279652" y="2294"/>
                  <a:pt x="4200762" y="50710"/>
                  <a:pt x="3930091" y="27432"/>
                </a:cubicBezTo>
                <a:cubicBezTo>
                  <a:pt x="3659420" y="4154"/>
                  <a:pt x="3456052" y="31438"/>
                  <a:pt x="3290011" y="27432"/>
                </a:cubicBezTo>
                <a:cubicBezTo>
                  <a:pt x="3123970" y="23426"/>
                  <a:pt x="2882392" y="41962"/>
                  <a:pt x="2649931" y="27432"/>
                </a:cubicBezTo>
                <a:cubicBezTo>
                  <a:pt x="2417470" y="12902"/>
                  <a:pt x="2238426" y="16481"/>
                  <a:pt x="2054657" y="27432"/>
                </a:cubicBezTo>
                <a:cubicBezTo>
                  <a:pt x="1870888" y="38383"/>
                  <a:pt x="1566368" y="54184"/>
                  <a:pt x="1324966" y="27432"/>
                </a:cubicBezTo>
                <a:cubicBezTo>
                  <a:pt x="1083564" y="680"/>
                  <a:pt x="787410" y="20090"/>
                  <a:pt x="595274" y="27432"/>
                </a:cubicBezTo>
                <a:cubicBezTo>
                  <a:pt x="403138" y="34774"/>
                  <a:pt x="169622" y="19643"/>
                  <a:pt x="0" y="27432"/>
                </a:cubicBezTo>
                <a:cubicBezTo>
                  <a:pt x="211" y="18145"/>
                  <a:pt x="120" y="6480"/>
                  <a:pt x="0" y="0"/>
                </a:cubicBezTo>
                <a:close/>
              </a:path>
            </a:pathLst>
          </a:custGeom>
          <a:solidFill>
            <a:schemeClr val="tx1"/>
          </a:solidFill>
          <a:ln w="44450" cap="rnd">
            <a:solidFill>
              <a:schemeClr val="tx1"/>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89785920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237704-80BD-41B0-8395-41618EC3AFBC}"/>
              </a:ext>
            </a:extLst>
          </p:cNvPr>
          <p:cNvSpPr>
            <a:spLocks noGrp="1"/>
          </p:cNvSpPr>
          <p:nvPr>
            <p:ph type="title"/>
          </p:nvPr>
        </p:nvSpPr>
        <p:spPr>
          <a:xfrm>
            <a:off x="839788" y="457200"/>
            <a:ext cx="3931920" cy="3429000"/>
          </a:xfrm>
        </p:spPr>
        <p:txBody>
          <a:bodyPr anchor="b">
            <a:normAutofit/>
          </a:bodyPr>
          <a:lstStyle>
            <a:lvl1pPr>
              <a:defRPr sz="6000"/>
            </a:lvl1pPr>
          </a:lstStyle>
          <a:p>
            <a:r>
              <a:rPr lang="en-US"/>
              <a:t>Click to edit Master title style</a:t>
            </a:r>
            <a:endParaRPr lang="en-US" dirty="0"/>
          </a:p>
        </p:txBody>
      </p:sp>
      <p:sp>
        <p:nvSpPr>
          <p:cNvPr id="3" name="Picture Placeholder 2">
            <a:extLst>
              <a:ext uri="{FF2B5EF4-FFF2-40B4-BE49-F238E27FC236}">
                <a16:creationId xmlns:a16="http://schemas.microsoft.com/office/drawing/2014/main" id="{14DA4032-EC66-4974-BD30-898B60E4B562}"/>
              </a:ext>
            </a:extLst>
          </p:cNvPr>
          <p:cNvSpPr>
            <a:spLocks noGrp="1"/>
          </p:cNvSpPr>
          <p:nvPr>
            <p:ph type="pic" idx="1"/>
          </p:nvPr>
        </p:nvSpPr>
        <p:spPr>
          <a:xfrm>
            <a:off x="5303520" y="548640"/>
            <a:ext cx="6053328" cy="5431536"/>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ext Placeholder 3">
            <a:extLst>
              <a:ext uri="{FF2B5EF4-FFF2-40B4-BE49-F238E27FC236}">
                <a16:creationId xmlns:a16="http://schemas.microsoft.com/office/drawing/2014/main" id="{921802D0-5574-4631-BA49-92362F8E40DC}"/>
              </a:ext>
            </a:extLst>
          </p:cNvPr>
          <p:cNvSpPr>
            <a:spLocks noGrp="1"/>
          </p:cNvSpPr>
          <p:nvPr>
            <p:ph type="body" sz="half" idx="2"/>
          </p:nvPr>
        </p:nvSpPr>
        <p:spPr>
          <a:xfrm>
            <a:off x="839788" y="3977640"/>
            <a:ext cx="3931920" cy="2002536"/>
          </a:xfrm>
        </p:spPr>
        <p:txBody>
          <a:bodyPr>
            <a:normAutofit/>
          </a:bodyPr>
          <a:lstStyle>
            <a:lvl1pPr marL="0" indent="0">
              <a:buNone/>
              <a:defRPr sz="32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a:t>
            </a:r>
          </a:p>
        </p:txBody>
      </p:sp>
      <p:sp>
        <p:nvSpPr>
          <p:cNvPr id="5" name="Date Placeholder 4">
            <a:extLst>
              <a:ext uri="{FF2B5EF4-FFF2-40B4-BE49-F238E27FC236}">
                <a16:creationId xmlns:a16="http://schemas.microsoft.com/office/drawing/2014/main" id="{F62C2F5B-DDDD-4E64-94A9-99E46F4B06A0}"/>
              </a:ext>
            </a:extLst>
          </p:cNvPr>
          <p:cNvSpPr>
            <a:spLocks noGrp="1"/>
          </p:cNvSpPr>
          <p:nvPr>
            <p:ph type="dt" sz="half" idx="10"/>
          </p:nvPr>
        </p:nvSpPr>
        <p:spPr/>
        <p:txBody>
          <a:bodyPr/>
          <a:lstStyle/>
          <a:p>
            <a:fld id="{72345051-2045-45DA-935E-2E3CA1A69ADC}" type="datetimeFigureOut">
              <a:rPr lang="en-US" smtClean="0"/>
              <a:t>12/9/2025</a:t>
            </a:fld>
            <a:endParaRPr lang="en-US"/>
          </a:p>
        </p:txBody>
      </p:sp>
      <p:sp>
        <p:nvSpPr>
          <p:cNvPr id="6" name="Footer Placeholder 5">
            <a:extLst>
              <a:ext uri="{FF2B5EF4-FFF2-40B4-BE49-F238E27FC236}">
                <a16:creationId xmlns:a16="http://schemas.microsoft.com/office/drawing/2014/main" id="{D4FA8D36-8865-48E7-8249-ED729A5F709D}"/>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830F98C3-0B62-4361-8408-A01F70807CDB}"/>
              </a:ext>
            </a:extLst>
          </p:cNvPr>
          <p:cNvSpPr>
            <a:spLocks noGrp="1"/>
          </p:cNvSpPr>
          <p:nvPr>
            <p:ph type="sldNum" sz="quarter" idx="12"/>
          </p:nvPr>
        </p:nvSpPr>
        <p:spPr/>
        <p:txBody>
          <a:bodyPr/>
          <a:lstStyle/>
          <a:p>
            <a:fld id="{A7CD31F4-64FA-4BA0-9498-67783267A8C8}" type="slidenum">
              <a:rPr lang="en-US" smtClean="0"/>
              <a:t>‹#›</a:t>
            </a:fld>
            <a:endParaRPr lang="en-US"/>
          </a:p>
        </p:txBody>
      </p:sp>
      <p:sp>
        <p:nvSpPr>
          <p:cNvPr id="8" name="Rectangle 6" descr="Tag=AccentColor&#10;Flavor=Light&#10;Target=FillAndLine">
            <a:extLst>
              <a:ext uri="{FF2B5EF4-FFF2-40B4-BE49-F238E27FC236}">
                <a16:creationId xmlns:a16="http://schemas.microsoft.com/office/drawing/2014/main" id="{FE511AB6-FEAF-4549-BA88-0764BD10B63D}"/>
              </a:ext>
            </a:extLst>
          </p:cNvPr>
          <p:cNvSpPr/>
          <p:nvPr/>
        </p:nvSpPr>
        <p:spPr>
          <a:xfrm rot="5400000">
            <a:off x="2798064" y="3254143"/>
            <a:ext cx="4480560" cy="27432"/>
          </a:xfrm>
          <a:custGeom>
            <a:avLst/>
            <a:gdLst>
              <a:gd name="csX0" fmla="*/ 0 w 4480560"/>
              <a:gd name="csY0" fmla="*/ 0 h 27432"/>
              <a:gd name="csX1" fmla="*/ 595274 w 4480560"/>
              <a:gd name="csY1" fmla="*/ 0 h 27432"/>
              <a:gd name="csX2" fmla="*/ 1100938 w 4480560"/>
              <a:gd name="csY2" fmla="*/ 0 h 27432"/>
              <a:gd name="csX3" fmla="*/ 1651406 w 4480560"/>
              <a:gd name="csY3" fmla="*/ 0 h 27432"/>
              <a:gd name="csX4" fmla="*/ 2336292 w 4480560"/>
              <a:gd name="csY4" fmla="*/ 0 h 27432"/>
              <a:gd name="csX5" fmla="*/ 2931566 w 4480560"/>
              <a:gd name="csY5" fmla="*/ 0 h 27432"/>
              <a:gd name="csX6" fmla="*/ 3482035 w 4480560"/>
              <a:gd name="csY6" fmla="*/ 0 h 27432"/>
              <a:gd name="csX7" fmla="*/ 4480560 w 4480560"/>
              <a:gd name="csY7" fmla="*/ 0 h 27432"/>
              <a:gd name="csX8" fmla="*/ 4480560 w 4480560"/>
              <a:gd name="csY8" fmla="*/ 27432 h 27432"/>
              <a:gd name="csX9" fmla="*/ 3840480 w 4480560"/>
              <a:gd name="csY9" fmla="*/ 27432 h 27432"/>
              <a:gd name="csX10" fmla="*/ 3290011 w 4480560"/>
              <a:gd name="csY10" fmla="*/ 27432 h 27432"/>
              <a:gd name="csX11" fmla="*/ 2560320 w 4480560"/>
              <a:gd name="csY11" fmla="*/ 27432 h 27432"/>
              <a:gd name="csX12" fmla="*/ 1965046 w 4480560"/>
              <a:gd name="csY12" fmla="*/ 27432 h 27432"/>
              <a:gd name="csX13" fmla="*/ 1459382 w 4480560"/>
              <a:gd name="csY13" fmla="*/ 27432 h 27432"/>
              <a:gd name="csX14" fmla="*/ 774497 w 4480560"/>
              <a:gd name="csY14" fmla="*/ 27432 h 27432"/>
              <a:gd name="csX15" fmla="*/ 0 w 4480560"/>
              <a:gd name="csY15" fmla="*/ 27432 h 27432"/>
              <a:gd name="csX16" fmla="*/ 0 w 4480560"/>
              <a:gd name="csY16" fmla="*/ 0 h 27432"/>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Lst>
            <a:rect l="l" t="t" r="r" b="b"/>
            <a:pathLst>
              <a:path w="4480560" h="27432" fill="none" extrusionOk="0">
                <a:moveTo>
                  <a:pt x="0" y="0"/>
                </a:moveTo>
                <a:cubicBezTo>
                  <a:pt x="267821" y="8731"/>
                  <a:pt x="334105" y="2629"/>
                  <a:pt x="595274" y="0"/>
                </a:cubicBezTo>
                <a:cubicBezTo>
                  <a:pt x="856443" y="-2629"/>
                  <a:pt x="863808" y="-13353"/>
                  <a:pt x="1100938" y="0"/>
                </a:cubicBezTo>
                <a:cubicBezTo>
                  <a:pt x="1338068" y="13353"/>
                  <a:pt x="1431663" y="-25862"/>
                  <a:pt x="1651406" y="0"/>
                </a:cubicBezTo>
                <a:cubicBezTo>
                  <a:pt x="1871149" y="25862"/>
                  <a:pt x="2173163" y="23827"/>
                  <a:pt x="2336292" y="0"/>
                </a:cubicBezTo>
                <a:cubicBezTo>
                  <a:pt x="2499421" y="-23827"/>
                  <a:pt x="2720589" y="28148"/>
                  <a:pt x="2931566" y="0"/>
                </a:cubicBezTo>
                <a:cubicBezTo>
                  <a:pt x="3142543" y="-28148"/>
                  <a:pt x="3323630" y="27022"/>
                  <a:pt x="3482035" y="0"/>
                </a:cubicBezTo>
                <a:cubicBezTo>
                  <a:pt x="3640440" y="-27022"/>
                  <a:pt x="4012110" y="-20118"/>
                  <a:pt x="4480560" y="0"/>
                </a:cubicBezTo>
                <a:cubicBezTo>
                  <a:pt x="4479587" y="8304"/>
                  <a:pt x="4480082" y="21512"/>
                  <a:pt x="4480560" y="27432"/>
                </a:cubicBezTo>
                <a:cubicBezTo>
                  <a:pt x="4314132" y="24068"/>
                  <a:pt x="4028383" y="45776"/>
                  <a:pt x="3840480" y="27432"/>
                </a:cubicBezTo>
                <a:cubicBezTo>
                  <a:pt x="3652577" y="9088"/>
                  <a:pt x="3547615" y="11992"/>
                  <a:pt x="3290011" y="27432"/>
                </a:cubicBezTo>
                <a:cubicBezTo>
                  <a:pt x="3032407" y="42872"/>
                  <a:pt x="2830268" y="17863"/>
                  <a:pt x="2560320" y="27432"/>
                </a:cubicBezTo>
                <a:cubicBezTo>
                  <a:pt x="2290372" y="37001"/>
                  <a:pt x="2147422" y="15872"/>
                  <a:pt x="1965046" y="27432"/>
                </a:cubicBezTo>
                <a:cubicBezTo>
                  <a:pt x="1782670" y="38992"/>
                  <a:pt x="1689791" y="49824"/>
                  <a:pt x="1459382" y="27432"/>
                </a:cubicBezTo>
                <a:cubicBezTo>
                  <a:pt x="1228973" y="5040"/>
                  <a:pt x="915486" y="45645"/>
                  <a:pt x="774497" y="27432"/>
                </a:cubicBezTo>
                <a:cubicBezTo>
                  <a:pt x="633508" y="9219"/>
                  <a:pt x="361442" y="-1963"/>
                  <a:pt x="0" y="27432"/>
                </a:cubicBezTo>
                <a:cubicBezTo>
                  <a:pt x="-1048" y="14992"/>
                  <a:pt x="-1120" y="7447"/>
                  <a:pt x="0" y="0"/>
                </a:cubicBezTo>
                <a:close/>
              </a:path>
              <a:path w="4480560" h="27432" stroke="0" extrusionOk="0">
                <a:moveTo>
                  <a:pt x="0" y="0"/>
                </a:moveTo>
                <a:cubicBezTo>
                  <a:pt x="285465" y="225"/>
                  <a:pt x="322691" y="16223"/>
                  <a:pt x="595274" y="0"/>
                </a:cubicBezTo>
                <a:cubicBezTo>
                  <a:pt x="867857" y="-16223"/>
                  <a:pt x="989129" y="-11242"/>
                  <a:pt x="1100938" y="0"/>
                </a:cubicBezTo>
                <a:cubicBezTo>
                  <a:pt x="1212747" y="11242"/>
                  <a:pt x="1574350" y="-36410"/>
                  <a:pt x="1830629" y="0"/>
                </a:cubicBezTo>
                <a:cubicBezTo>
                  <a:pt x="2086908" y="36410"/>
                  <a:pt x="2180922" y="4645"/>
                  <a:pt x="2425903" y="0"/>
                </a:cubicBezTo>
                <a:cubicBezTo>
                  <a:pt x="2670884" y="-4645"/>
                  <a:pt x="2782024" y="22929"/>
                  <a:pt x="3021178" y="0"/>
                </a:cubicBezTo>
                <a:cubicBezTo>
                  <a:pt x="3260332" y="-22929"/>
                  <a:pt x="3456982" y="-1586"/>
                  <a:pt x="3750869" y="0"/>
                </a:cubicBezTo>
                <a:cubicBezTo>
                  <a:pt x="4044756" y="1586"/>
                  <a:pt x="4302726" y="17043"/>
                  <a:pt x="4480560" y="0"/>
                </a:cubicBezTo>
                <a:cubicBezTo>
                  <a:pt x="4481045" y="9333"/>
                  <a:pt x="4481838" y="19699"/>
                  <a:pt x="4480560" y="27432"/>
                </a:cubicBezTo>
                <a:cubicBezTo>
                  <a:pt x="4279652" y="2294"/>
                  <a:pt x="4200762" y="50710"/>
                  <a:pt x="3930091" y="27432"/>
                </a:cubicBezTo>
                <a:cubicBezTo>
                  <a:pt x="3659420" y="4154"/>
                  <a:pt x="3456052" y="31438"/>
                  <a:pt x="3290011" y="27432"/>
                </a:cubicBezTo>
                <a:cubicBezTo>
                  <a:pt x="3123970" y="23426"/>
                  <a:pt x="2882392" y="41962"/>
                  <a:pt x="2649931" y="27432"/>
                </a:cubicBezTo>
                <a:cubicBezTo>
                  <a:pt x="2417470" y="12902"/>
                  <a:pt x="2238426" y="16481"/>
                  <a:pt x="2054657" y="27432"/>
                </a:cubicBezTo>
                <a:cubicBezTo>
                  <a:pt x="1870888" y="38383"/>
                  <a:pt x="1566368" y="54184"/>
                  <a:pt x="1324966" y="27432"/>
                </a:cubicBezTo>
                <a:cubicBezTo>
                  <a:pt x="1083564" y="680"/>
                  <a:pt x="787410" y="20090"/>
                  <a:pt x="595274" y="27432"/>
                </a:cubicBezTo>
                <a:cubicBezTo>
                  <a:pt x="403138" y="34774"/>
                  <a:pt x="169622" y="19643"/>
                  <a:pt x="0" y="27432"/>
                </a:cubicBezTo>
                <a:cubicBezTo>
                  <a:pt x="211" y="18145"/>
                  <a:pt x="120" y="6480"/>
                  <a:pt x="0" y="0"/>
                </a:cubicBezTo>
                <a:close/>
              </a:path>
            </a:pathLst>
          </a:custGeom>
          <a:solidFill>
            <a:schemeClr val="tx1"/>
          </a:solidFill>
          <a:ln w="44450" cap="rnd">
            <a:solidFill>
              <a:schemeClr val="tx1"/>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36744794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F07CF8D-FF51-4FD8-B968-A2C850734787}"/>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6661A953-02EA-491B-A215-AF8420D74D3A}"/>
              </a:ext>
            </a:extLst>
          </p:cNvPr>
          <p:cNvSpPr>
            <a:spLocks noGrp="1"/>
          </p:cNvSpPr>
          <p:nvPr>
            <p:ph type="body" orient="vert" idx="1"/>
          </p:nvPr>
        </p:nvSpPr>
        <p:spPr/>
        <p:txBody>
          <a:bodyPr vert="eaVert"/>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34084D1E-BC98-44E4-8D2C-89CCDC293331}"/>
              </a:ext>
            </a:extLst>
          </p:cNvPr>
          <p:cNvSpPr>
            <a:spLocks noGrp="1"/>
          </p:cNvSpPr>
          <p:nvPr>
            <p:ph type="dt" sz="half" idx="10"/>
          </p:nvPr>
        </p:nvSpPr>
        <p:spPr/>
        <p:txBody>
          <a:bodyPr/>
          <a:lstStyle/>
          <a:p>
            <a:fld id="{72345051-2045-45DA-935E-2E3CA1A69ADC}" type="datetimeFigureOut">
              <a:rPr lang="en-US" smtClean="0"/>
              <a:t>12/9/2025</a:t>
            </a:fld>
            <a:endParaRPr lang="en-US"/>
          </a:p>
        </p:txBody>
      </p:sp>
      <p:sp>
        <p:nvSpPr>
          <p:cNvPr id="5" name="Footer Placeholder 4">
            <a:extLst>
              <a:ext uri="{FF2B5EF4-FFF2-40B4-BE49-F238E27FC236}">
                <a16:creationId xmlns:a16="http://schemas.microsoft.com/office/drawing/2014/main" id="{513019EB-9C2B-4833-B72A-14769415972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5F6E764-5688-45F5-94ED-A7357D2F5689}"/>
              </a:ext>
            </a:extLst>
          </p:cNvPr>
          <p:cNvSpPr>
            <a:spLocks noGrp="1"/>
          </p:cNvSpPr>
          <p:nvPr>
            <p:ph type="sldNum" sz="quarter" idx="12"/>
          </p:nvPr>
        </p:nvSpPr>
        <p:spPr/>
        <p:txBody>
          <a:bodyPr/>
          <a:lstStyle/>
          <a:p>
            <a:fld id="{A7CD31F4-64FA-4BA0-9498-67783267A8C8}" type="slidenum">
              <a:rPr lang="en-US" smtClean="0"/>
              <a:t>‹#›</a:t>
            </a:fld>
            <a:endParaRPr lang="en-US"/>
          </a:p>
        </p:txBody>
      </p:sp>
    </p:spTree>
    <p:extLst>
      <p:ext uri="{BB962C8B-B14F-4D97-AF65-F5344CB8AC3E}">
        <p14:creationId xmlns:p14="http://schemas.microsoft.com/office/powerpoint/2010/main" val="1291647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220E3CB6-3025-40BF-A04B-A7B0CB4C01F3}"/>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3EDD5CB3-8B24-48C7-89D3-8DCAD36A453D}"/>
              </a:ext>
            </a:extLst>
          </p:cNvPr>
          <p:cNvSpPr>
            <a:spLocks noGrp="1"/>
          </p:cNvSpPr>
          <p:nvPr>
            <p:ph type="body" orient="vert" idx="1"/>
          </p:nvPr>
        </p:nvSpPr>
        <p:spPr>
          <a:xfrm>
            <a:off x="838200" y="365125"/>
            <a:ext cx="7734300" cy="5811838"/>
          </a:xfrm>
        </p:spPr>
        <p:txBody>
          <a:bodyPr vert="eaVert"/>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150BC931-E2BF-4C1D-91AA-89F82F8268B2}"/>
              </a:ext>
            </a:extLst>
          </p:cNvPr>
          <p:cNvSpPr>
            <a:spLocks noGrp="1"/>
          </p:cNvSpPr>
          <p:nvPr>
            <p:ph type="dt" sz="half" idx="10"/>
          </p:nvPr>
        </p:nvSpPr>
        <p:spPr/>
        <p:txBody>
          <a:bodyPr/>
          <a:lstStyle/>
          <a:p>
            <a:fld id="{72345051-2045-45DA-935E-2E3CA1A69ADC}" type="datetimeFigureOut">
              <a:rPr lang="en-US" smtClean="0"/>
              <a:t>12/9/2025</a:t>
            </a:fld>
            <a:endParaRPr lang="en-US"/>
          </a:p>
        </p:txBody>
      </p:sp>
      <p:sp>
        <p:nvSpPr>
          <p:cNvPr id="5" name="Footer Placeholder 4">
            <a:extLst>
              <a:ext uri="{FF2B5EF4-FFF2-40B4-BE49-F238E27FC236}">
                <a16:creationId xmlns:a16="http://schemas.microsoft.com/office/drawing/2014/main" id="{7548A135-AEE9-4483-957E-3D143318DD0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28DEFD4-A052-46B3-B2AE-F3091D8A2F7B}"/>
              </a:ext>
            </a:extLst>
          </p:cNvPr>
          <p:cNvSpPr>
            <a:spLocks noGrp="1"/>
          </p:cNvSpPr>
          <p:nvPr>
            <p:ph type="sldNum" sz="quarter" idx="12"/>
          </p:nvPr>
        </p:nvSpPr>
        <p:spPr/>
        <p:txBody>
          <a:bodyPr/>
          <a:lstStyle/>
          <a:p>
            <a:fld id="{A7CD31F4-64FA-4BA0-9498-67783267A8C8}" type="slidenum">
              <a:rPr lang="en-US" smtClean="0"/>
              <a:t>‹#›</a:t>
            </a:fld>
            <a:endParaRPr lang="en-US"/>
          </a:p>
        </p:txBody>
      </p:sp>
    </p:spTree>
    <p:extLst>
      <p:ext uri="{BB962C8B-B14F-4D97-AF65-F5344CB8AC3E}">
        <p14:creationId xmlns:p14="http://schemas.microsoft.com/office/powerpoint/2010/main" val="163098625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accent2">
            <a:lumMod val="20000"/>
            <a:lumOff val="80000"/>
          </a:schemeClr>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FF72D13B-FFCB-4650-AD3C-CB503735257E}"/>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dirty="0"/>
              <a:t>Click to edit Master title style</a:t>
            </a:r>
          </a:p>
        </p:txBody>
      </p:sp>
      <p:sp>
        <p:nvSpPr>
          <p:cNvPr id="3" name="Text Placeholder 2">
            <a:extLst>
              <a:ext uri="{FF2B5EF4-FFF2-40B4-BE49-F238E27FC236}">
                <a16:creationId xmlns:a16="http://schemas.microsoft.com/office/drawing/2014/main" id="{D0CA9470-DF15-46A1-BF0E-8A5367A4B0F3}"/>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263047CB-E94D-482F-BACA-681E96C0EC2F}"/>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600">
                <a:solidFill>
                  <a:schemeClr val="tx1">
                    <a:tint val="75000"/>
                  </a:schemeClr>
                </a:solidFill>
              </a:defRPr>
            </a:lvl1pPr>
          </a:lstStyle>
          <a:p>
            <a:fld id="{72345051-2045-45DA-935E-2E3CA1A69ADC}" type="datetimeFigureOut">
              <a:rPr lang="en-US" smtClean="0"/>
              <a:t>12/9/2025</a:t>
            </a:fld>
            <a:endParaRPr lang="en-US" dirty="0"/>
          </a:p>
        </p:txBody>
      </p:sp>
      <p:sp>
        <p:nvSpPr>
          <p:cNvPr id="5" name="Footer Placeholder 4">
            <a:extLst>
              <a:ext uri="{FF2B5EF4-FFF2-40B4-BE49-F238E27FC236}">
                <a16:creationId xmlns:a16="http://schemas.microsoft.com/office/drawing/2014/main" id="{2CFDA4B5-E797-42FC-8B7A-2294DF24A3D9}"/>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600">
                <a:solidFill>
                  <a:schemeClr val="tx1">
                    <a:tint val="75000"/>
                  </a:schemeClr>
                </a:solidFill>
              </a:defRPr>
            </a:lvl1pPr>
          </a:lstStyle>
          <a:p>
            <a:endParaRPr lang="en-US" dirty="0"/>
          </a:p>
        </p:txBody>
      </p:sp>
      <p:sp>
        <p:nvSpPr>
          <p:cNvPr id="6" name="Slide Number Placeholder 5">
            <a:extLst>
              <a:ext uri="{FF2B5EF4-FFF2-40B4-BE49-F238E27FC236}">
                <a16:creationId xmlns:a16="http://schemas.microsoft.com/office/drawing/2014/main" id="{678ED201-6D0E-422C-B4EC-566A3DC2980E}"/>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600">
                <a:solidFill>
                  <a:schemeClr val="tx1">
                    <a:tint val="75000"/>
                  </a:schemeClr>
                </a:solidFill>
              </a:defRPr>
            </a:lvl1pPr>
          </a:lstStyle>
          <a:p>
            <a:fld id="{A7CD31F4-64FA-4BA0-9498-67783267A8C8}" type="slidenum">
              <a:rPr lang="en-US" smtClean="0"/>
              <a:t>‹#›</a:t>
            </a:fld>
            <a:endParaRPr lang="en-US" dirty="0"/>
          </a:p>
        </p:txBody>
      </p:sp>
    </p:spTree>
    <p:extLst>
      <p:ext uri="{BB962C8B-B14F-4D97-AF65-F5344CB8AC3E}">
        <p14:creationId xmlns:p14="http://schemas.microsoft.com/office/powerpoint/2010/main" val="1251784653"/>
      </p:ext>
    </p:extLst>
  </p:cSld>
  <p:clrMap bg1="lt1" tx1="dk1" bg2="lt2" tx2="dk2" accent1="accent1" accent2="accent2" accent3="accent3" accent4="accent4" accent5="accent5" accent6="accent6" hlink="hlink" folHlink="folHlink"/>
  <p:sldLayoutIdLst>
    <p:sldLayoutId id="2147483764" r:id="rId1"/>
    <p:sldLayoutId id="2147483765" r:id="rId2"/>
    <p:sldLayoutId id="2147483766" r:id="rId3"/>
    <p:sldLayoutId id="2147483767" r:id="rId4"/>
    <p:sldLayoutId id="2147483768" r:id="rId5"/>
    <p:sldLayoutId id="2147483762" r:id="rId6"/>
    <p:sldLayoutId id="2147483758" r:id="rId7"/>
    <p:sldLayoutId id="2147483759" r:id="rId8"/>
    <p:sldLayoutId id="2147483760" r:id="rId9"/>
    <p:sldLayoutId id="2147483761" r:id="rId10"/>
    <p:sldLayoutId id="2147483763" r:id="rId11"/>
  </p:sldLayoutIdLst>
  <p:txStyles>
    <p:titleStyle>
      <a:lvl1pPr algn="l" defTabSz="914400" rtl="0" eaLnBrk="1" latinLnBrk="0" hangingPunct="1">
        <a:lnSpc>
          <a:spcPct val="100000"/>
        </a:lnSpc>
        <a:spcBef>
          <a:spcPct val="0"/>
        </a:spcBef>
        <a:buNone/>
        <a:defRPr sz="5400" kern="1200">
          <a:solidFill>
            <a:schemeClr val="tx1"/>
          </a:solidFill>
          <a:latin typeface="+mj-lt"/>
          <a:ea typeface="+mj-ea"/>
          <a:cs typeface="+mj-cs"/>
        </a:defRPr>
      </a:lvl1pPr>
    </p:titleStyle>
    <p:bodyStyle>
      <a:lvl1pPr marL="228600" indent="-228600" algn="l" defTabSz="914400" rtl="0" eaLnBrk="1" latinLnBrk="0" hangingPunct="1">
        <a:lnSpc>
          <a:spcPct val="110000"/>
        </a:lnSpc>
        <a:spcBef>
          <a:spcPts val="1000"/>
        </a:spcBef>
        <a:buFont typeface="Arial" panose="020B0604020202020204" pitchFamily="34" charset="0"/>
        <a:buChar char="•"/>
        <a:defRPr sz="3200" kern="1200">
          <a:solidFill>
            <a:schemeClr val="tx1"/>
          </a:solidFill>
          <a:latin typeface="+mn-lt"/>
          <a:ea typeface="+mn-ea"/>
          <a:cs typeface="+mn-cs"/>
        </a:defRPr>
      </a:lvl1pPr>
      <a:lvl2pPr marL="685800" indent="-228600" algn="l" defTabSz="914400" rtl="0" eaLnBrk="1" latinLnBrk="0" hangingPunct="1">
        <a:lnSpc>
          <a:spcPct val="110000"/>
        </a:lnSpc>
        <a:spcBef>
          <a:spcPts val="5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lnSpc>
          <a:spcPct val="110000"/>
        </a:lnSpc>
        <a:spcBef>
          <a:spcPts val="5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lnSpc>
          <a:spcPct val="110000"/>
        </a:lnSpc>
        <a:spcBef>
          <a:spcPts val="5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lnSpc>
          <a:spcPct val="110000"/>
        </a:lnSpc>
        <a:spcBef>
          <a:spcPts val="5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Layout" Target="../slideLayouts/slideLayout2.xml"/><Relationship Id="rId5" Type="http://schemas.openxmlformats.org/officeDocument/2006/relationships/image" Target="../media/image4.png"/><Relationship Id="rId4" Type="http://schemas.openxmlformats.org/officeDocument/2006/relationships/customXml" Target="../ink/ink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5.png"/><Relationship Id="rId1" Type="http://schemas.openxmlformats.org/officeDocument/2006/relationships/slideLayout" Target="../slideLayouts/slideLayout7.xml"/><Relationship Id="rId5" Type="http://schemas.openxmlformats.org/officeDocument/2006/relationships/image" Target="../media/image4.png"/><Relationship Id="rId4" Type="http://schemas.openxmlformats.org/officeDocument/2006/relationships/customXml" Target="../ink/ink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diagramLayout" Target="../diagrams/layout2.xml"/><Relationship Id="rId2" Type="http://schemas.openxmlformats.org/officeDocument/2006/relationships/diagramData" Target="../diagrams/data2.xml"/><Relationship Id="rId1" Type="http://schemas.openxmlformats.org/officeDocument/2006/relationships/slideLayout" Target="../slideLayouts/slideLayout2.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diagramLayout" Target="../diagrams/layout3.xml"/><Relationship Id="rId2" Type="http://schemas.openxmlformats.org/officeDocument/2006/relationships/diagramData" Target="../diagrams/data3.xml"/><Relationship Id="rId1" Type="http://schemas.openxmlformats.org/officeDocument/2006/relationships/slideLayout" Target="../slideLayouts/slideLayout2.xml"/><Relationship Id="rId6" Type="http://schemas.microsoft.com/office/2007/relationships/diagramDrawing" Target="../diagrams/drawing3.xml"/><Relationship Id="rId5" Type="http://schemas.openxmlformats.org/officeDocument/2006/relationships/diagramColors" Target="../diagrams/colors3.xml"/><Relationship Id="rId4" Type="http://schemas.openxmlformats.org/officeDocument/2006/relationships/diagramQuickStyle" Target="../diagrams/quickStyle3.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6.xml.rels><?xml version="1.0" encoding="UTF-8" standalone="yes"?>
<Relationships xmlns="http://schemas.openxmlformats.org/package/2006/relationships"><Relationship Id="rId3" Type="http://schemas.openxmlformats.org/officeDocument/2006/relationships/diagramLayout" Target="../diagrams/layout4.xml"/><Relationship Id="rId2" Type="http://schemas.openxmlformats.org/officeDocument/2006/relationships/diagramData" Target="../diagrams/data4.xml"/><Relationship Id="rId1" Type="http://schemas.openxmlformats.org/officeDocument/2006/relationships/slideLayout" Target="../slideLayouts/slideLayout2.xml"/><Relationship Id="rId6" Type="http://schemas.microsoft.com/office/2007/relationships/diagramDrawing" Target="../diagrams/drawing4.xml"/><Relationship Id="rId5" Type="http://schemas.openxmlformats.org/officeDocument/2006/relationships/diagramColors" Target="../diagrams/colors4.xml"/><Relationship Id="rId4" Type="http://schemas.openxmlformats.org/officeDocument/2006/relationships/diagramQuickStyle" Target="../diagrams/quickStyle4.xml"/></Relationships>
</file>

<file path=ppt/slides/_rels/slide17.xml.rels><?xml version="1.0" encoding="UTF-8" standalone="yes"?>
<Relationships xmlns="http://schemas.openxmlformats.org/package/2006/relationships"><Relationship Id="rId2" Type="http://schemas.openxmlformats.org/officeDocument/2006/relationships/image" Target="../media/image16.jpe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customXml" Target="../ink/ink3.xml"/><Relationship Id="rId1" Type="http://schemas.openxmlformats.org/officeDocument/2006/relationships/slideLayout" Target="../slideLayouts/slideLayout2.xml"/><Relationship Id="rId5" Type="http://schemas.openxmlformats.org/officeDocument/2006/relationships/image" Target="../media/image19.svg"/><Relationship Id="rId4" Type="http://schemas.openxmlformats.org/officeDocument/2006/relationships/image" Target="../media/image18.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customXml" Target="../ink/ink4.xml"/><Relationship Id="rId1" Type="http://schemas.openxmlformats.org/officeDocument/2006/relationships/slideLayout" Target="../slideLayouts/slideLayout2.xml"/><Relationship Id="rId5" Type="http://schemas.openxmlformats.org/officeDocument/2006/relationships/image" Target="../media/image22.svg"/><Relationship Id="rId4" Type="http://schemas.openxmlformats.org/officeDocument/2006/relationships/image" Target="../media/image21.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diagramLayout" Target="../diagrams/layout5.xml"/><Relationship Id="rId2" Type="http://schemas.openxmlformats.org/officeDocument/2006/relationships/diagramData" Target="../diagrams/data5.xml"/><Relationship Id="rId1" Type="http://schemas.openxmlformats.org/officeDocument/2006/relationships/slideLayout" Target="../slideLayouts/slideLayout2.xml"/><Relationship Id="rId6" Type="http://schemas.microsoft.com/office/2007/relationships/diagramDrawing" Target="../diagrams/drawing5.xml"/><Relationship Id="rId5" Type="http://schemas.openxmlformats.org/officeDocument/2006/relationships/diagramColors" Target="../diagrams/colors5.xml"/><Relationship Id="rId4" Type="http://schemas.openxmlformats.org/officeDocument/2006/relationships/diagramQuickStyle" Target="../diagrams/quickStyle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7.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customXml" Target="../ink/ink5.xml"/><Relationship Id="rId1" Type="http://schemas.openxmlformats.org/officeDocument/2006/relationships/slideLayout" Target="../slideLayouts/slideLayout2.xml"/><Relationship Id="rId5" Type="http://schemas.openxmlformats.org/officeDocument/2006/relationships/image" Target="../media/image31.svg"/><Relationship Id="rId4" Type="http://schemas.openxmlformats.org/officeDocument/2006/relationships/image" Target="../media/image30.png"/></Relationships>
</file>

<file path=ppt/slides/_rels/slide28.xml.rels><?xml version="1.0" encoding="UTF-8" standalone="yes"?>
<Relationships xmlns="http://schemas.openxmlformats.org/package/2006/relationships"><Relationship Id="rId3" Type="http://schemas.openxmlformats.org/officeDocument/2006/relationships/image" Target="../media/image33.svg"/><Relationship Id="rId2" Type="http://schemas.openxmlformats.org/officeDocument/2006/relationships/image" Target="../media/image32.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9B7AD9F6-8CE7-4299-8FC6-328F4DCD3FF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ctrTitle"/>
          </p:nvPr>
        </p:nvSpPr>
        <p:spPr>
          <a:xfrm>
            <a:off x="5297762" y="640080"/>
            <a:ext cx="6251110" cy="3566160"/>
          </a:xfrm>
        </p:spPr>
        <p:txBody>
          <a:bodyPr anchor="b">
            <a:normAutofit/>
          </a:bodyPr>
          <a:lstStyle/>
          <a:p>
            <a:r>
              <a:rPr lang="en-US" dirty="0"/>
              <a:t>Working A Case</a:t>
            </a:r>
          </a:p>
        </p:txBody>
      </p:sp>
      <p:sp>
        <p:nvSpPr>
          <p:cNvPr id="3" name="Subtitle 2"/>
          <p:cNvSpPr>
            <a:spLocks noGrp="1"/>
          </p:cNvSpPr>
          <p:nvPr>
            <p:ph type="subTitle" idx="1"/>
          </p:nvPr>
        </p:nvSpPr>
        <p:spPr>
          <a:xfrm>
            <a:off x="5297760" y="4636008"/>
            <a:ext cx="6251111" cy="1572768"/>
          </a:xfrm>
        </p:spPr>
        <p:txBody>
          <a:bodyPr vert="horz" lIns="91440" tIns="45720" rIns="91440" bIns="45720" rtlCol="0">
            <a:normAutofit/>
          </a:bodyPr>
          <a:lstStyle/>
          <a:p>
            <a:r>
              <a:rPr lang="en-US" dirty="0"/>
              <a:t>A walkthrough guide to assist on the process of working a case for a grievant. This course will help in understanding the role you play as a steward and the steps taken for resolution.</a:t>
            </a:r>
          </a:p>
        </p:txBody>
      </p:sp>
      <p:sp>
        <p:nvSpPr>
          <p:cNvPr id="11" name="Rectangle 6">
            <a:extLst>
              <a:ext uri="{FF2B5EF4-FFF2-40B4-BE49-F238E27FC236}">
                <a16:creationId xmlns:a16="http://schemas.microsoft.com/office/drawing/2014/main" id="{F49775AF-8896-43EE-92C6-83497D6DC56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412862" y="4409267"/>
            <a:ext cx="4243589" cy="27432"/>
          </a:xfrm>
          <a:custGeom>
            <a:avLst/>
            <a:gdLst>
              <a:gd name="csX0" fmla="*/ 0 w 4243589"/>
              <a:gd name="csY0" fmla="*/ 0 h 27432"/>
              <a:gd name="csX1" fmla="*/ 563791 w 4243589"/>
              <a:gd name="csY1" fmla="*/ 0 h 27432"/>
              <a:gd name="csX2" fmla="*/ 1042710 w 4243589"/>
              <a:gd name="csY2" fmla="*/ 0 h 27432"/>
              <a:gd name="csX3" fmla="*/ 1564066 w 4243589"/>
              <a:gd name="csY3" fmla="*/ 0 h 27432"/>
              <a:gd name="csX4" fmla="*/ 2212729 w 4243589"/>
              <a:gd name="csY4" fmla="*/ 0 h 27432"/>
              <a:gd name="csX5" fmla="*/ 2776520 w 4243589"/>
              <a:gd name="csY5" fmla="*/ 0 h 27432"/>
              <a:gd name="csX6" fmla="*/ 3297875 w 4243589"/>
              <a:gd name="csY6" fmla="*/ 0 h 27432"/>
              <a:gd name="csX7" fmla="*/ 4243589 w 4243589"/>
              <a:gd name="csY7" fmla="*/ 0 h 27432"/>
              <a:gd name="csX8" fmla="*/ 4243589 w 4243589"/>
              <a:gd name="csY8" fmla="*/ 27432 h 27432"/>
              <a:gd name="csX9" fmla="*/ 3637362 w 4243589"/>
              <a:gd name="csY9" fmla="*/ 27432 h 27432"/>
              <a:gd name="csX10" fmla="*/ 3116007 w 4243589"/>
              <a:gd name="csY10" fmla="*/ 27432 h 27432"/>
              <a:gd name="csX11" fmla="*/ 2424908 w 4243589"/>
              <a:gd name="csY11" fmla="*/ 27432 h 27432"/>
              <a:gd name="csX12" fmla="*/ 1861117 w 4243589"/>
              <a:gd name="csY12" fmla="*/ 27432 h 27432"/>
              <a:gd name="csX13" fmla="*/ 1382198 w 4243589"/>
              <a:gd name="csY13" fmla="*/ 27432 h 27432"/>
              <a:gd name="csX14" fmla="*/ 733535 w 4243589"/>
              <a:gd name="csY14" fmla="*/ 27432 h 27432"/>
              <a:gd name="csX15" fmla="*/ 0 w 4243589"/>
              <a:gd name="csY15" fmla="*/ 27432 h 27432"/>
              <a:gd name="csX16" fmla="*/ 0 w 4243589"/>
              <a:gd name="csY16" fmla="*/ 0 h 27432"/>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Lst>
            <a:rect l="l" t="t" r="r" b="b"/>
            <a:pathLst>
              <a:path w="4243589" h="27432" fill="none" extrusionOk="0">
                <a:moveTo>
                  <a:pt x="0" y="0"/>
                </a:moveTo>
                <a:cubicBezTo>
                  <a:pt x="157351" y="-15653"/>
                  <a:pt x="378877" y="-5828"/>
                  <a:pt x="563791" y="0"/>
                </a:cubicBezTo>
                <a:cubicBezTo>
                  <a:pt x="748705" y="5828"/>
                  <a:pt x="905659" y="-5525"/>
                  <a:pt x="1042710" y="0"/>
                </a:cubicBezTo>
                <a:cubicBezTo>
                  <a:pt x="1179761" y="5525"/>
                  <a:pt x="1356845" y="-21288"/>
                  <a:pt x="1564066" y="0"/>
                </a:cubicBezTo>
                <a:cubicBezTo>
                  <a:pt x="1771287" y="21288"/>
                  <a:pt x="1912099" y="25135"/>
                  <a:pt x="2212729" y="0"/>
                </a:cubicBezTo>
                <a:cubicBezTo>
                  <a:pt x="2513359" y="-25135"/>
                  <a:pt x="2514918" y="-27119"/>
                  <a:pt x="2776520" y="0"/>
                </a:cubicBezTo>
                <a:cubicBezTo>
                  <a:pt x="3038122" y="27119"/>
                  <a:pt x="3178771" y="18116"/>
                  <a:pt x="3297875" y="0"/>
                </a:cubicBezTo>
                <a:cubicBezTo>
                  <a:pt x="3416980" y="-18116"/>
                  <a:pt x="4012240" y="-40869"/>
                  <a:pt x="4243589" y="0"/>
                </a:cubicBezTo>
                <a:cubicBezTo>
                  <a:pt x="4242616" y="8304"/>
                  <a:pt x="4243111" y="21512"/>
                  <a:pt x="4243589" y="27432"/>
                </a:cubicBezTo>
                <a:cubicBezTo>
                  <a:pt x="4112949" y="6289"/>
                  <a:pt x="3928037" y="10975"/>
                  <a:pt x="3637362" y="27432"/>
                </a:cubicBezTo>
                <a:cubicBezTo>
                  <a:pt x="3346687" y="43889"/>
                  <a:pt x="3254446" y="35813"/>
                  <a:pt x="3116007" y="27432"/>
                </a:cubicBezTo>
                <a:cubicBezTo>
                  <a:pt x="2977569" y="19051"/>
                  <a:pt x="2620228" y="38017"/>
                  <a:pt x="2424908" y="27432"/>
                </a:cubicBezTo>
                <a:cubicBezTo>
                  <a:pt x="2229588" y="16847"/>
                  <a:pt x="2088287" y="5290"/>
                  <a:pt x="1861117" y="27432"/>
                </a:cubicBezTo>
                <a:cubicBezTo>
                  <a:pt x="1633947" y="49574"/>
                  <a:pt x="1502447" y="8273"/>
                  <a:pt x="1382198" y="27432"/>
                </a:cubicBezTo>
                <a:cubicBezTo>
                  <a:pt x="1261949" y="46591"/>
                  <a:pt x="1045440" y="37497"/>
                  <a:pt x="733535" y="27432"/>
                </a:cubicBezTo>
                <a:cubicBezTo>
                  <a:pt x="421630" y="17367"/>
                  <a:pt x="341257" y="-9215"/>
                  <a:pt x="0" y="27432"/>
                </a:cubicBezTo>
                <a:cubicBezTo>
                  <a:pt x="-1048" y="14992"/>
                  <a:pt x="-1120" y="7447"/>
                  <a:pt x="0" y="0"/>
                </a:cubicBezTo>
                <a:close/>
              </a:path>
              <a:path w="4243589" h="27432" stroke="0" extrusionOk="0">
                <a:moveTo>
                  <a:pt x="0" y="0"/>
                </a:moveTo>
                <a:cubicBezTo>
                  <a:pt x="128164" y="17204"/>
                  <a:pt x="312653" y="1129"/>
                  <a:pt x="563791" y="0"/>
                </a:cubicBezTo>
                <a:cubicBezTo>
                  <a:pt x="814929" y="-1129"/>
                  <a:pt x="837271" y="8503"/>
                  <a:pt x="1042710" y="0"/>
                </a:cubicBezTo>
                <a:cubicBezTo>
                  <a:pt x="1248149" y="-8503"/>
                  <a:pt x="1588432" y="-28862"/>
                  <a:pt x="1733809" y="0"/>
                </a:cubicBezTo>
                <a:cubicBezTo>
                  <a:pt x="1879186" y="28862"/>
                  <a:pt x="2052815" y="5974"/>
                  <a:pt x="2297600" y="0"/>
                </a:cubicBezTo>
                <a:cubicBezTo>
                  <a:pt x="2542385" y="-5974"/>
                  <a:pt x="2699960" y="-23550"/>
                  <a:pt x="2861391" y="0"/>
                </a:cubicBezTo>
                <a:cubicBezTo>
                  <a:pt x="3022822" y="23550"/>
                  <a:pt x="3390411" y="25272"/>
                  <a:pt x="3552490" y="0"/>
                </a:cubicBezTo>
                <a:cubicBezTo>
                  <a:pt x="3714569" y="-25272"/>
                  <a:pt x="3950585" y="-31327"/>
                  <a:pt x="4243589" y="0"/>
                </a:cubicBezTo>
                <a:cubicBezTo>
                  <a:pt x="4244074" y="9333"/>
                  <a:pt x="4244867" y="19699"/>
                  <a:pt x="4243589" y="27432"/>
                </a:cubicBezTo>
                <a:cubicBezTo>
                  <a:pt x="4130424" y="7904"/>
                  <a:pt x="3932803" y="51393"/>
                  <a:pt x="3722234" y="27432"/>
                </a:cubicBezTo>
                <a:cubicBezTo>
                  <a:pt x="3511665" y="3471"/>
                  <a:pt x="3269903" y="55138"/>
                  <a:pt x="3116007" y="27432"/>
                </a:cubicBezTo>
                <a:cubicBezTo>
                  <a:pt x="2962111" y="-274"/>
                  <a:pt x="2744280" y="32368"/>
                  <a:pt x="2509780" y="27432"/>
                </a:cubicBezTo>
                <a:cubicBezTo>
                  <a:pt x="2275280" y="22496"/>
                  <a:pt x="2066059" y="52808"/>
                  <a:pt x="1945989" y="27432"/>
                </a:cubicBezTo>
                <a:cubicBezTo>
                  <a:pt x="1825919" y="2056"/>
                  <a:pt x="1407329" y="21760"/>
                  <a:pt x="1254890" y="27432"/>
                </a:cubicBezTo>
                <a:cubicBezTo>
                  <a:pt x="1102451" y="33104"/>
                  <a:pt x="837950" y="40817"/>
                  <a:pt x="563791" y="27432"/>
                </a:cubicBezTo>
                <a:cubicBezTo>
                  <a:pt x="289632" y="14047"/>
                  <a:pt x="132768" y="16249"/>
                  <a:pt x="0" y="27432"/>
                </a:cubicBezTo>
                <a:cubicBezTo>
                  <a:pt x="211" y="18145"/>
                  <a:pt x="120" y="6480"/>
                  <a:pt x="0" y="0"/>
                </a:cubicBezTo>
                <a:close/>
              </a:path>
            </a:pathLst>
          </a:custGeom>
          <a:solidFill>
            <a:srgbClr val="B5FD26"/>
          </a:solidFill>
          <a:ln w="38100" cap="rnd">
            <a:solidFill>
              <a:srgbClr val="B5FD26"/>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Picture 3">
            <a:extLst>
              <a:ext uri="{FF2B5EF4-FFF2-40B4-BE49-F238E27FC236}">
                <a16:creationId xmlns:a16="http://schemas.microsoft.com/office/drawing/2014/main" id="{A7546243-BD23-8C0A-0AC7-57398E870C4B}"/>
              </a:ext>
            </a:extLst>
          </p:cNvPr>
          <p:cNvPicPr>
            <a:picLocks noChangeAspect="1"/>
          </p:cNvPicPr>
          <p:nvPr/>
        </p:nvPicPr>
        <p:blipFill>
          <a:blip r:embed="rId2"/>
          <a:srcRect l="47177" r="-2" b="-2"/>
          <a:stretch>
            <a:fillRect/>
          </a:stretch>
        </p:blipFill>
        <p:spPr>
          <a:xfrm>
            <a:off x="1" y="10"/>
            <a:ext cx="4657344" cy="6857990"/>
          </a:xfrm>
          <a:custGeom>
            <a:avLst/>
            <a:gdLst/>
            <a:ahLst/>
            <a:cxnLst/>
            <a:rect l="l" t="t" r="r" b="b"/>
            <a:pathLst>
              <a:path w="4657344" h="6858000">
                <a:moveTo>
                  <a:pt x="0" y="0"/>
                </a:moveTo>
                <a:lnTo>
                  <a:pt x="3429755" y="0"/>
                </a:lnTo>
                <a:lnTo>
                  <a:pt x="3526016" y="148742"/>
                </a:lnTo>
                <a:cubicBezTo>
                  <a:pt x="3657740" y="365513"/>
                  <a:pt x="3777402" y="589569"/>
                  <a:pt x="3886489" y="819975"/>
                </a:cubicBezTo>
                <a:cubicBezTo>
                  <a:pt x="3891856" y="833492"/>
                  <a:pt x="3900663" y="845393"/>
                  <a:pt x="3912049" y="854514"/>
                </a:cubicBezTo>
                <a:cubicBezTo>
                  <a:pt x="3897352" y="819849"/>
                  <a:pt x="3883037" y="784928"/>
                  <a:pt x="3868083" y="750263"/>
                </a:cubicBezTo>
                <a:cubicBezTo>
                  <a:pt x="3806989" y="608712"/>
                  <a:pt x="3742478" y="469145"/>
                  <a:pt x="3674155" y="331786"/>
                </a:cubicBezTo>
                <a:lnTo>
                  <a:pt x="3496656" y="0"/>
                </a:lnTo>
                <a:lnTo>
                  <a:pt x="3554371" y="0"/>
                </a:lnTo>
                <a:lnTo>
                  <a:pt x="3661621" y="196614"/>
                </a:lnTo>
                <a:cubicBezTo>
                  <a:pt x="3856899" y="573253"/>
                  <a:pt x="4021071" y="966066"/>
                  <a:pt x="4161279" y="1371196"/>
                </a:cubicBezTo>
                <a:cubicBezTo>
                  <a:pt x="4379525" y="2007265"/>
                  <a:pt x="4530141" y="2664286"/>
                  <a:pt x="4610660" y="3331516"/>
                </a:cubicBezTo>
                <a:cubicBezTo>
                  <a:pt x="4652837" y="3672965"/>
                  <a:pt x="4671625" y="4013908"/>
                  <a:pt x="4645040" y="4357388"/>
                </a:cubicBezTo>
                <a:cubicBezTo>
                  <a:pt x="4613599" y="4758899"/>
                  <a:pt x="4566181" y="5157998"/>
                  <a:pt x="4485789" y="5552906"/>
                </a:cubicBezTo>
                <a:cubicBezTo>
                  <a:pt x="4397121" y="5988893"/>
                  <a:pt x="4276748" y="6414594"/>
                  <a:pt x="4117769" y="6828295"/>
                </a:cubicBezTo>
                <a:lnTo>
                  <a:pt x="4105288" y="6858000"/>
                </a:lnTo>
                <a:lnTo>
                  <a:pt x="4052520" y="6858000"/>
                </a:lnTo>
                <a:lnTo>
                  <a:pt x="4059369" y="6841549"/>
                </a:lnTo>
                <a:cubicBezTo>
                  <a:pt x="4147276" y="6614016"/>
                  <a:pt x="4224193" y="6380817"/>
                  <a:pt x="4291518" y="6142729"/>
                </a:cubicBezTo>
                <a:cubicBezTo>
                  <a:pt x="4350055" y="5935370"/>
                  <a:pt x="4393256" y="5723695"/>
                  <a:pt x="4443357" y="5513923"/>
                </a:cubicBezTo>
                <a:cubicBezTo>
                  <a:pt x="4444541" y="5502788"/>
                  <a:pt x="4445137" y="5491601"/>
                  <a:pt x="4445146" y="5480401"/>
                </a:cubicBezTo>
                <a:cubicBezTo>
                  <a:pt x="4408465" y="5607635"/>
                  <a:pt x="4379196" y="5719759"/>
                  <a:pt x="4344559" y="5830359"/>
                </a:cubicBezTo>
                <a:cubicBezTo>
                  <a:pt x="4254261" y="6118381"/>
                  <a:pt x="4150112" y="6398531"/>
                  <a:pt x="4031702" y="6670527"/>
                </a:cubicBezTo>
                <a:lnTo>
                  <a:pt x="3943824" y="6858000"/>
                </a:lnTo>
                <a:lnTo>
                  <a:pt x="0" y="6858000"/>
                </a:lnTo>
                <a:close/>
              </a:path>
            </a:pathLst>
          </a:custGeom>
        </p:spPr>
      </p:pic>
    </p:spTree>
    <p:extLst>
      <p:ext uri="{BB962C8B-B14F-4D97-AF65-F5344CB8AC3E}">
        <p14:creationId xmlns:p14="http://schemas.microsoft.com/office/powerpoint/2010/main" val="10985722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B7B8C6-0553-BA0E-33A9-7CB6E7CEDFE7}"/>
              </a:ext>
            </a:extLst>
          </p:cNvPr>
          <p:cNvSpPr>
            <a:spLocks noGrp="1"/>
          </p:cNvSpPr>
          <p:nvPr>
            <p:ph type="title"/>
          </p:nvPr>
        </p:nvSpPr>
        <p:spPr/>
        <p:txBody>
          <a:bodyPr/>
          <a:lstStyle/>
          <a:p>
            <a:r>
              <a:rPr lang="en-US" dirty="0"/>
              <a:t>Goals to Achieve Today</a:t>
            </a:r>
          </a:p>
        </p:txBody>
      </p:sp>
      <p:graphicFrame>
        <p:nvGraphicFramePr>
          <p:cNvPr id="5" name="Content Placeholder 2">
            <a:extLst>
              <a:ext uri="{FF2B5EF4-FFF2-40B4-BE49-F238E27FC236}">
                <a16:creationId xmlns:a16="http://schemas.microsoft.com/office/drawing/2014/main" id="{B177B6E8-B656-C424-2EC8-645161E2FF7B}"/>
              </a:ext>
            </a:extLst>
          </p:cNvPr>
          <p:cNvGraphicFramePr>
            <a:graphicFrameLocks noGrp="1"/>
          </p:cNvGraphicFramePr>
          <p:nvPr>
            <p:ph idx="1"/>
          </p:nvPr>
        </p:nvGraphicFramePr>
        <p:xfrm>
          <a:off x="838200" y="1929384"/>
          <a:ext cx="10515600" cy="425196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394709836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accent2">
            <a:lumMod val="20000"/>
            <a:lumOff val="80000"/>
          </a:schemeClr>
        </a:solidFill>
        <a:effectLst/>
      </p:bgPr>
    </p:bg>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DA381740-063A-41A4-836D-85D14980EEF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38200" y="4736883"/>
            <a:ext cx="4243589" cy="27432"/>
          </a:xfrm>
          <a:custGeom>
            <a:avLst/>
            <a:gdLst>
              <a:gd name="csX0" fmla="*/ 0 w 4243589"/>
              <a:gd name="csY0" fmla="*/ 0 h 27432"/>
              <a:gd name="csX1" fmla="*/ 563791 w 4243589"/>
              <a:gd name="csY1" fmla="*/ 0 h 27432"/>
              <a:gd name="csX2" fmla="*/ 1042710 w 4243589"/>
              <a:gd name="csY2" fmla="*/ 0 h 27432"/>
              <a:gd name="csX3" fmla="*/ 1564066 w 4243589"/>
              <a:gd name="csY3" fmla="*/ 0 h 27432"/>
              <a:gd name="csX4" fmla="*/ 2212729 w 4243589"/>
              <a:gd name="csY4" fmla="*/ 0 h 27432"/>
              <a:gd name="csX5" fmla="*/ 2776520 w 4243589"/>
              <a:gd name="csY5" fmla="*/ 0 h 27432"/>
              <a:gd name="csX6" fmla="*/ 3297875 w 4243589"/>
              <a:gd name="csY6" fmla="*/ 0 h 27432"/>
              <a:gd name="csX7" fmla="*/ 4243589 w 4243589"/>
              <a:gd name="csY7" fmla="*/ 0 h 27432"/>
              <a:gd name="csX8" fmla="*/ 4243589 w 4243589"/>
              <a:gd name="csY8" fmla="*/ 27432 h 27432"/>
              <a:gd name="csX9" fmla="*/ 3637362 w 4243589"/>
              <a:gd name="csY9" fmla="*/ 27432 h 27432"/>
              <a:gd name="csX10" fmla="*/ 3116007 w 4243589"/>
              <a:gd name="csY10" fmla="*/ 27432 h 27432"/>
              <a:gd name="csX11" fmla="*/ 2424908 w 4243589"/>
              <a:gd name="csY11" fmla="*/ 27432 h 27432"/>
              <a:gd name="csX12" fmla="*/ 1861117 w 4243589"/>
              <a:gd name="csY12" fmla="*/ 27432 h 27432"/>
              <a:gd name="csX13" fmla="*/ 1382198 w 4243589"/>
              <a:gd name="csY13" fmla="*/ 27432 h 27432"/>
              <a:gd name="csX14" fmla="*/ 733535 w 4243589"/>
              <a:gd name="csY14" fmla="*/ 27432 h 27432"/>
              <a:gd name="csX15" fmla="*/ 0 w 4243589"/>
              <a:gd name="csY15" fmla="*/ 27432 h 27432"/>
              <a:gd name="csX16" fmla="*/ 0 w 4243589"/>
              <a:gd name="csY16" fmla="*/ 0 h 27432"/>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Lst>
            <a:rect l="l" t="t" r="r" b="b"/>
            <a:pathLst>
              <a:path w="4243589" h="27432" fill="none" extrusionOk="0">
                <a:moveTo>
                  <a:pt x="0" y="0"/>
                </a:moveTo>
                <a:cubicBezTo>
                  <a:pt x="157351" y="-15653"/>
                  <a:pt x="378877" y="-5828"/>
                  <a:pt x="563791" y="0"/>
                </a:cubicBezTo>
                <a:cubicBezTo>
                  <a:pt x="748705" y="5828"/>
                  <a:pt x="905659" y="-5525"/>
                  <a:pt x="1042710" y="0"/>
                </a:cubicBezTo>
                <a:cubicBezTo>
                  <a:pt x="1179761" y="5525"/>
                  <a:pt x="1356845" y="-21288"/>
                  <a:pt x="1564066" y="0"/>
                </a:cubicBezTo>
                <a:cubicBezTo>
                  <a:pt x="1771287" y="21288"/>
                  <a:pt x="1912099" y="25135"/>
                  <a:pt x="2212729" y="0"/>
                </a:cubicBezTo>
                <a:cubicBezTo>
                  <a:pt x="2513359" y="-25135"/>
                  <a:pt x="2514918" y="-27119"/>
                  <a:pt x="2776520" y="0"/>
                </a:cubicBezTo>
                <a:cubicBezTo>
                  <a:pt x="3038122" y="27119"/>
                  <a:pt x="3178771" y="18116"/>
                  <a:pt x="3297875" y="0"/>
                </a:cubicBezTo>
                <a:cubicBezTo>
                  <a:pt x="3416980" y="-18116"/>
                  <a:pt x="4012240" y="-40869"/>
                  <a:pt x="4243589" y="0"/>
                </a:cubicBezTo>
                <a:cubicBezTo>
                  <a:pt x="4242616" y="8304"/>
                  <a:pt x="4243111" y="21512"/>
                  <a:pt x="4243589" y="27432"/>
                </a:cubicBezTo>
                <a:cubicBezTo>
                  <a:pt x="4112949" y="6289"/>
                  <a:pt x="3928037" y="10975"/>
                  <a:pt x="3637362" y="27432"/>
                </a:cubicBezTo>
                <a:cubicBezTo>
                  <a:pt x="3346687" y="43889"/>
                  <a:pt x="3254446" y="35813"/>
                  <a:pt x="3116007" y="27432"/>
                </a:cubicBezTo>
                <a:cubicBezTo>
                  <a:pt x="2977569" y="19051"/>
                  <a:pt x="2620228" y="38017"/>
                  <a:pt x="2424908" y="27432"/>
                </a:cubicBezTo>
                <a:cubicBezTo>
                  <a:pt x="2229588" y="16847"/>
                  <a:pt x="2088287" y="5290"/>
                  <a:pt x="1861117" y="27432"/>
                </a:cubicBezTo>
                <a:cubicBezTo>
                  <a:pt x="1633947" y="49574"/>
                  <a:pt x="1502447" y="8273"/>
                  <a:pt x="1382198" y="27432"/>
                </a:cubicBezTo>
                <a:cubicBezTo>
                  <a:pt x="1261949" y="46591"/>
                  <a:pt x="1045440" y="37497"/>
                  <a:pt x="733535" y="27432"/>
                </a:cubicBezTo>
                <a:cubicBezTo>
                  <a:pt x="421630" y="17367"/>
                  <a:pt x="341257" y="-9215"/>
                  <a:pt x="0" y="27432"/>
                </a:cubicBezTo>
                <a:cubicBezTo>
                  <a:pt x="-1048" y="14992"/>
                  <a:pt x="-1120" y="7447"/>
                  <a:pt x="0" y="0"/>
                </a:cubicBezTo>
                <a:close/>
              </a:path>
              <a:path w="4243589" h="27432" stroke="0" extrusionOk="0">
                <a:moveTo>
                  <a:pt x="0" y="0"/>
                </a:moveTo>
                <a:cubicBezTo>
                  <a:pt x="128164" y="17204"/>
                  <a:pt x="312653" y="1129"/>
                  <a:pt x="563791" y="0"/>
                </a:cubicBezTo>
                <a:cubicBezTo>
                  <a:pt x="814929" y="-1129"/>
                  <a:pt x="837271" y="8503"/>
                  <a:pt x="1042710" y="0"/>
                </a:cubicBezTo>
                <a:cubicBezTo>
                  <a:pt x="1248149" y="-8503"/>
                  <a:pt x="1588432" y="-28862"/>
                  <a:pt x="1733809" y="0"/>
                </a:cubicBezTo>
                <a:cubicBezTo>
                  <a:pt x="1879186" y="28862"/>
                  <a:pt x="2052815" y="5974"/>
                  <a:pt x="2297600" y="0"/>
                </a:cubicBezTo>
                <a:cubicBezTo>
                  <a:pt x="2542385" y="-5974"/>
                  <a:pt x="2699960" y="-23550"/>
                  <a:pt x="2861391" y="0"/>
                </a:cubicBezTo>
                <a:cubicBezTo>
                  <a:pt x="3022822" y="23550"/>
                  <a:pt x="3390411" y="25272"/>
                  <a:pt x="3552490" y="0"/>
                </a:cubicBezTo>
                <a:cubicBezTo>
                  <a:pt x="3714569" y="-25272"/>
                  <a:pt x="3950585" y="-31327"/>
                  <a:pt x="4243589" y="0"/>
                </a:cubicBezTo>
                <a:cubicBezTo>
                  <a:pt x="4244074" y="9333"/>
                  <a:pt x="4244867" y="19699"/>
                  <a:pt x="4243589" y="27432"/>
                </a:cubicBezTo>
                <a:cubicBezTo>
                  <a:pt x="4130424" y="7904"/>
                  <a:pt x="3932803" y="51393"/>
                  <a:pt x="3722234" y="27432"/>
                </a:cubicBezTo>
                <a:cubicBezTo>
                  <a:pt x="3511665" y="3471"/>
                  <a:pt x="3269903" y="55138"/>
                  <a:pt x="3116007" y="27432"/>
                </a:cubicBezTo>
                <a:cubicBezTo>
                  <a:pt x="2962111" y="-274"/>
                  <a:pt x="2744280" y="32368"/>
                  <a:pt x="2509780" y="27432"/>
                </a:cubicBezTo>
                <a:cubicBezTo>
                  <a:pt x="2275280" y="22496"/>
                  <a:pt x="2066059" y="52808"/>
                  <a:pt x="1945989" y="27432"/>
                </a:cubicBezTo>
                <a:cubicBezTo>
                  <a:pt x="1825919" y="2056"/>
                  <a:pt x="1407329" y="21760"/>
                  <a:pt x="1254890" y="27432"/>
                </a:cubicBezTo>
                <a:cubicBezTo>
                  <a:pt x="1102451" y="33104"/>
                  <a:pt x="837950" y="40817"/>
                  <a:pt x="563791" y="27432"/>
                </a:cubicBezTo>
                <a:cubicBezTo>
                  <a:pt x="289632" y="14047"/>
                  <a:pt x="132768" y="16249"/>
                  <a:pt x="0" y="27432"/>
                </a:cubicBezTo>
                <a:cubicBezTo>
                  <a:pt x="211" y="18145"/>
                  <a:pt x="120" y="6480"/>
                  <a:pt x="0" y="0"/>
                </a:cubicBezTo>
                <a:close/>
              </a:path>
            </a:pathLst>
          </a:custGeom>
          <a:solidFill>
            <a:schemeClr val="tx1"/>
          </a:solidFill>
          <a:ln w="38100" cap="rnd">
            <a:solidFill>
              <a:schemeClr val="tx1"/>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useBgFill="1">
        <p:nvSpPr>
          <p:cNvPr id="9" name="Rectangle 8">
            <a:extLst>
              <a:ext uri="{FF2B5EF4-FFF2-40B4-BE49-F238E27FC236}">
                <a16:creationId xmlns:a16="http://schemas.microsoft.com/office/drawing/2014/main" id="{289ED1AA-8684-4D37-B208-8777E1A7780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51">
            <a:extLst>
              <a:ext uri="{FF2B5EF4-FFF2-40B4-BE49-F238E27FC236}">
                <a16:creationId xmlns:a16="http://schemas.microsoft.com/office/drawing/2014/main" id="{5E0D0E5A-6E97-46A9-AF74-EAEA1E04429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119417" y="6756322"/>
            <a:ext cx="5657849" cy="101678"/>
          </a:xfrm>
          <a:custGeom>
            <a:avLst/>
            <a:gdLst>
              <a:gd name="connsiteX0" fmla="*/ 0 w 2374107"/>
              <a:gd name="connsiteY0" fmla="*/ 0 h 45719"/>
              <a:gd name="connsiteX1" fmla="*/ 2374107 w 2374107"/>
              <a:gd name="connsiteY1" fmla="*/ 0 h 45719"/>
              <a:gd name="connsiteX2" fmla="*/ 2374107 w 2374107"/>
              <a:gd name="connsiteY2" fmla="*/ 45719 h 45719"/>
              <a:gd name="connsiteX3" fmla="*/ 0 w 2374107"/>
              <a:gd name="connsiteY3" fmla="*/ 45719 h 45719"/>
              <a:gd name="connsiteX4" fmla="*/ 0 w 2374107"/>
              <a:gd name="connsiteY4" fmla="*/ 0 h 45719"/>
              <a:gd name="connsiteX0" fmla="*/ 0 w 2430067"/>
              <a:gd name="connsiteY0" fmla="*/ 0 h 64769"/>
              <a:gd name="connsiteX1" fmla="*/ 2430067 w 2430067"/>
              <a:gd name="connsiteY1" fmla="*/ 19050 h 64769"/>
              <a:gd name="connsiteX2" fmla="*/ 2430067 w 2430067"/>
              <a:gd name="connsiteY2" fmla="*/ 64769 h 64769"/>
              <a:gd name="connsiteX3" fmla="*/ 55960 w 2430067"/>
              <a:gd name="connsiteY3" fmla="*/ 64769 h 64769"/>
              <a:gd name="connsiteX4" fmla="*/ 0 w 2430067"/>
              <a:gd name="connsiteY4" fmla="*/ 0 h 64769"/>
              <a:gd name="connsiteX0" fmla="*/ 0 w 2431088"/>
              <a:gd name="connsiteY0" fmla="*/ 0 h 94534"/>
              <a:gd name="connsiteX1" fmla="*/ 2431088 w 2431088"/>
              <a:gd name="connsiteY1" fmla="*/ 48815 h 94534"/>
              <a:gd name="connsiteX2" fmla="*/ 2431088 w 2431088"/>
              <a:gd name="connsiteY2" fmla="*/ 94534 h 94534"/>
              <a:gd name="connsiteX3" fmla="*/ 56981 w 2431088"/>
              <a:gd name="connsiteY3" fmla="*/ 94534 h 94534"/>
              <a:gd name="connsiteX4" fmla="*/ 0 w 2431088"/>
              <a:gd name="connsiteY4" fmla="*/ 0 h 94534"/>
              <a:gd name="connsiteX0" fmla="*/ 0 w 2425473"/>
              <a:gd name="connsiteY0" fmla="*/ 0 h 101678"/>
              <a:gd name="connsiteX1" fmla="*/ 2425473 w 2425473"/>
              <a:gd name="connsiteY1" fmla="*/ 55959 h 101678"/>
              <a:gd name="connsiteX2" fmla="*/ 2425473 w 2425473"/>
              <a:gd name="connsiteY2" fmla="*/ 101678 h 101678"/>
              <a:gd name="connsiteX3" fmla="*/ 51366 w 2425473"/>
              <a:gd name="connsiteY3" fmla="*/ 101678 h 101678"/>
              <a:gd name="connsiteX4" fmla="*/ 0 w 2425473"/>
              <a:gd name="connsiteY4" fmla="*/ 0 h 10167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425473" h="101678">
                <a:moveTo>
                  <a:pt x="0" y="0"/>
                </a:moveTo>
                <a:lnTo>
                  <a:pt x="2425473" y="55959"/>
                </a:lnTo>
                <a:lnTo>
                  <a:pt x="2425473" y="101678"/>
                </a:lnTo>
                <a:lnTo>
                  <a:pt x="51366" y="101678"/>
                </a:lnTo>
                <a:lnTo>
                  <a:pt x="0" y="0"/>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52">
            <a:extLst>
              <a:ext uri="{FF2B5EF4-FFF2-40B4-BE49-F238E27FC236}">
                <a16:creationId xmlns:a16="http://schemas.microsoft.com/office/drawing/2014/main" id="{E197A7FD-CD8D-4609-AE35-64C89063E33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58697" y="6809135"/>
            <a:ext cx="160496" cy="48864"/>
          </a:xfrm>
          <a:custGeom>
            <a:avLst/>
            <a:gdLst>
              <a:gd name="connsiteX0" fmla="*/ 0 w 91440"/>
              <a:gd name="connsiteY0" fmla="*/ 0 h 27432"/>
              <a:gd name="connsiteX1" fmla="*/ 91440 w 91440"/>
              <a:gd name="connsiteY1" fmla="*/ 0 h 27432"/>
              <a:gd name="connsiteX2" fmla="*/ 91440 w 91440"/>
              <a:gd name="connsiteY2" fmla="*/ 27432 h 27432"/>
              <a:gd name="connsiteX3" fmla="*/ 0 w 91440"/>
              <a:gd name="connsiteY3" fmla="*/ 27432 h 27432"/>
              <a:gd name="connsiteX4" fmla="*/ 0 w 91440"/>
              <a:gd name="connsiteY4" fmla="*/ 0 h 27432"/>
              <a:gd name="connsiteX0" fmla="*/ 0 w 128350"/>
              <a:gd name="connsiteY0" fmla="*/ 0 h 36957"/>
              <a:gd name="connsiteX1" fmla="*/ 128350 w 128350"/>
              <a:gd name="connsiteY1" fmla="*/ 9525 h 36957"/>
              <a:gd name="connsiteX2" fmla="*/ 128350 w 128350"/>
              <a:gd name="connsiteY2" fmla="*/ 36957 h 36957"/>
              <a:gd name="connsiteX3" fmla="*/ 36910 w 128350"/>
              <a:gd name="connsiteY3" fmla="*/ 36957 h 36957"/>
              <a:gd name="connsiteX4" fmla="*/ 0 w 128350"/>
              <a:gd name="connsiteY4" fmla="*/ 0 h 36957"/>
              <a:gd name="connsiteX0" fmla="*/ 0 w 128350"/>
              <a:gd name="connsiteY0" fmla="*/ 0 h 36957"/>
              <a:gd name="connsiteX1" fmla="*/ 83106 w 128350"/>
              <a:gd name="connsiteY1" fmla="*/ 11906 h 36957"/>
              <a:gd name="connsiteX2" fmla="*/ 128350 w 128350"/>
              <a:gd name="connsiteY2" fmla="*/ 36957 h 36957"/>
              <a:gd name="connsiteX3" fmla="*/ 36910 w 128350"/>
              <a:gd name="connsiteY3" fmla="*/ 36957 h 36957"/>
              <a:gd name="connsiteX4" fmla="*/ 0 w 128350"/>
              <a:gd name="connsiteY4" fmla="*/ 0 h 36957"/>
              <a:gd name="connsiteX0" fmla="*/ 0 w 162878"/>
              <a:gd name="connsiteY0" fmla="*/ 0 h 44101"/>
              <a:gd name="connsiteX1" fmla="*/ 117634 w 162878"/>
              <a:gd name="connsiteY1" fmla="*/ 19050 h 44101"/>
              <a:gd name="connsiteX2" fmla="*/ 162878 w 162878"/>
              <a:gd name="connsiteY2" fmla="*/ 44101 h 44101"/>
              <a:gd name="connsiteX3" fmla="*/ 71438 w 162878"/>
              <a:gd name="connsiteY3" fmla="*/ 44101 h 44101"/>
              <a:gd name="connsiteX4" fmla="*/ 0 w 162878"/>
              <a:gd name="connsiteY4" fmla="*/ 0 h 44101"/>
              <a:gd name="connsiteX0" fmla="*/ 0 w 160496"/>
              <a:gd name="connsiteY0" fmla="*/ 0 h 48864"/>
              <a:gd name="connsiteX1" fmla="*/ 115252 w 160496"/>
              <a:gd name="connsiteY1" fmla="*/ 23813 h 48864"/>
              <a:gd name="connsiteX2" fmla="*/ 160496 w 160496"/>
              <a:gd name="connsiteY2" fmla="*/ 48864 h 48864"/>
              <a:gd name="connsiteX3" fmla="*/ 69056 w 160496"/>
              <a:gd name="connsiteY3" fmla="*/ 48864 h 48864"/>
              <a:gd name="connsiteX4" fmla="*/ 0 w 160496"/>
              <a:gd name="connsiteY4" fmla="*/ 0 h 48864"/>
              <a:gd name="connsiteX0" fmla="*/ 0 w 160496"/>
              <a:gd name="connsiteY0" fmla="*/ 0 h 48864"/>
              <a:gd name="connsiteX1" fmla="*/ 115252 w 160496"/>
              <a:gd name="connsiteY1" fmla="*/ 23813 h 48864"/>
              <a:gd name="connsiteX2" fmla="*/ 160496 w 160496"/>
              <a:gd name="connsiteY2" fmla="*/ 48864 h 48864"/>
              <a:gd name="connsiteX3" fmla="*/ 61912 w 160496"/>
              <a:gd name="connsiteY3" fmla="*/ 48864 h 48864"/>
              <a:gd name="connsiteX4" fmla="*/ 0 w 160496"/>
              <a:gd name="connsiteY4" fmla="*/ 0 h 4886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60496" h="48864">
                <a:moveTo>
                  <a:pt x="0" y="0"/>
                </a:moveTo>
                <a:lnTo>
                  <a:pt x="115252" y="23813"/>
                </a:lnTo>
                <a:lnTo>
                  <a:pt x="160496" y="48864"/>
                </a:lnTo>
                <a:lnTo>
                  <a:pt x="61912" y="48864"/>
                </a:lnTo>
                <a:lnTo>
                  <a:pt x="0" y="0"/>
                </a:lnTo>
                <a:close/>
              </a:path>
            </a:pathLst>
          </a:cu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5" name="Graphic 33">
            <a:extLst>
              <a:ext uri="{FF2B5EF4-FFF2-40B4-BE49-F238E27FC236}">
                <a16:creationId xmlns:a16="http://schemas.microsoft.com/office/drawing/2014/main" id="{4180E01B-B1F4-437C-807D-1C930718EE6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318417" y="0"/>
            <a:ext cx="9570431" cy="6858000"/>
          </a:xfrm>
          <a:custGeom>
            <a:avLst/>
            <a:gdLst>
              <a:gd name="connsiteX0" fmla="*/ 7178288 w 7187261"/>
              <a:gd name="connsiteY0" fmla="*/ 2604802 h 5150263"/>
              <a:gd name="connsiteX1" fmla="*/ 7169335 w 7187261"/>
              <a:gd name="connsiteY1" fmla="*/ 2328577 h 5150263"/>
              <a:gd name="connsiteX2" fmla="*/ 7060845 w 7187261"/>
              <a:gd name="connsiteY2" fmla="*/ 1661160 h 5150263"/>
              <a:gd name="connsiteX3" fmla="*/ 6212263 w 7187261"/>
              <a:gd name="connsiteY3" fmla="*/ 243840 h 5150263"/>
              <a:gd name="connsiteX4" fmla="*/ 5953564 w 7187261"/>
              <a:gd name="connsiteY4" fmla="*/ 0 h 5150263"/>
              <a:gd name="connsiteX5" fmla="*/ 1408615 w 7187261"/>
              <a:gd name="connsiteY5" fmla="*/ 0 h 5150263"/>
              <a:gd name="connsiteX6" fmla="*/ 805111 w 7187261"/>
              <a:gd name="connsiteY6" fmla="*/ 676275 h 5150263"/>
              <a:gd name="connsiteX7" fmla="*/ 104928 w 7187261"/>
              <a:gd name="connsiteY7" fmla="*/ 2183035 h 5150263"/>
              <a:gd name="connsiteX8" fmla="*/ 51588 w 7187261"/>
              <a:gd name="connsiteY8" fmla="*/ 2400014 h 5150263"/>
              <a:gd name="connsiteX9" fmla="*/ 41301 w 7187261"/>
              <a:gd name="connsiteY9" fmla="*/ 2424208 h 5150263"/>
              <a:gd name="connsiteX10" fmla="*/ 119692 w 7187261"/>
              <a:gd name="connsiteY10" fmla="*/ 1834801 h 5150263"/>
              <a:gd name="connsiteX11" fmla="*/ 870071 w 7187261"/>
              <a:gd name="connsiteY11" fmla="*/ 462248 h 5150263"/>
              <a:gd name="connsiteX12" fmla="*/ 1389279 w 7187261"/>
              <a:gd name="connsiteY12" fmla="*/ 476 h 5150263"/>
              <a:gd name="connsiteX13" fmla="*/ 1320223 w 7187261"/>
              <a:gd name="connsiteY13" fmla="*/ 476 h 5150263"/>
              <a:gd name="connsiteX14" fmla="*/ 423158 w 7187261"/>
              <a:gd name="connsiteY14" fmla="*/ 989743 h 5150263"/>
              <a:gd name="connsiteX15" fmla="*/ 25585 w 7187261"/>
              <a:gd name="connsiteY15" fmla="*/ 2113693 h 5150263"/>
              <a:gd name="connsiteX16" fmla="*/ 2344 w 7187261"/>
              <a:gd name="connsiteY16" fmla="*/ 2725865 h 5150263"/>
              <a:gd name="connsiteX17" fmla="*/ 447256 w 7187261"/>
              <a:gd name="connsiteY17" fmla="*/ 4210717 h 5150263"/>
              <a:gd name="connsiteX18" fmla="*/ 1138962 w 7187261"/>
              <a:gd name="connsiteY18" fmla="*/ 4988910 h 5150263"/>
              <a:gd name="connsiteX19" fmla="*/ 1348512 w 7187261"/>
              <a:gd name="connsiteY19" fmla="*/ 5146834 h 5150263"/>
              <a:gd name="connsiteX20" fmla="*/ 1422712 w 7187261"/>
              <a:gd name="connsiteY20" fmla="*/ 5146834 h 5150263"/>
              <a:gd name="connsiteX21" fmla="*/ 480594 w 7187261"/>
              <a:gd name="connsiteY21" fmla="*/ 4187952 h 5150263"/>
              <a:gd name="connsiteX22" fmla="*/ 398679 w 7187261"/>
              <a:gd name="connsiteY22" fmla="*/ 4046125 h 5150263"/>
              <a:gd name="connsiteX23" fmla="*/ 411823 w 7187261"/>
              <a:gd name="connsiteY23" fmla="*/ 4053078 h 5150263"/>
              <a:gd name="connsiteX24" fmla="*/ 1439380 w 7187261"/>
              <a:gd name="connsiteY24" fmla="*/ 5147405 h 5150263"/>
              <a:gd name="connsiteX25" fmla="*/ 5710010 w 7187261"/>
              <a:gd name="connsiteY25" fmla="*/ 5150263 h 5150263"/>
              <a:gd name="connsiteX26" fmla="*/ 5999665 w 7187261"/>
              <a:gd name="connsiteY26" fmla="*/ 4910900 h 5150263"/>
              <a:gd name="connsiteX27" fmla="*/ 6954165 w 7187261"/>
              <a:gd name="connsiteY27" fmla="*/ 3545777 h 5150263"/>
              <a:gd name="connsiteX28" fmla="*/ 7137712 w 7187261"/>
              <a:gd name="connsiteY28" fmla="*/ 2799207 h 5150263"/>
              <a:gd name="connsiteX29" fmla="*/ 7142951 w 7187261"/>
              <a:gd name="connsiteY29" fmla="*/ 2754535 h 5150263"/>
              <a:gd name="connsiteX30" fmla="*/ 7149428 w 7187261"/>
              <a:gd name="connsiteY30" fmla="*/ 2774823 h 5150263"/>
              <a:gd name="connsiteX31" fmla="*/ 7066465 w 7187261"/>
              <a:gd name="connsiteY31" fmla="*/ 3465672 h 5150263"/>
              <a:gd name="connsiteX32" fmla="*/ 6452578 w 7187261"/>
              <a:gd name="connsiteY32" fmla="*/ 4552760 h 5150263"/>
              <a:gd name="connsiteX33" fmla="*/ 5752110 w 7187261"/>
              <a:gd name="connsiteY33" fmla="*/ 5150263 h 5150263"/>
              <a:gd name="connsiteX34" fmla="*/ 5827643 w 7187261"/>
              <a:gd name="connsiteY34" fmla="*/ 5150263 h 5150263"/>
              <a:gd name="connsiteX35" fmla="*/ 6642793 w 7187261"/>
              <a:gd name="connsiteY35" fmla="*/ 4389406 h 5150263"/>
              <a:gd name="connsiteX36" fmla="*/ 7102469 w 7187261"/>
              <a:gd name="connsiteY36" fmla="*/ 3490817 h 5150263"/>
              <a:gd name="connsiteX37" fmla="*/ 7187242 w 7187261"/>
              <a:gd name="connsiteY37" fmla="*/ 2990183 h 5150263"/>
              <a:gd name="connsiteX38" fmla="*/ 7178288 w 7187261"/>
              <a:gd name="connsiteY38" fmla="*/ 2604802 h 5150263"/>
              <a:gd name="connsiteX39" fmla="*/ 6342565 w 7187261"/>
              <a:gd name="connsiteY39" fmla="*/ 441389 h 5150263"/>
              <a:gd name="connsiteX40" fmla="*/ 7126567 w 7187261"/>
              <a:gd name="connsiteY40" fmla="*/ 2355056 h 5150263"/>
              <a:gd name="connsiteX41" fmla="*/ 6342565 w 7187261"/>
              <a:gd name="connsiteY41" fmla="*/ 441389 h 51502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Lst>
            <a:rect l="l" t="t" r="r" b="b"/>
            <a:pathLst>
              <a:path w="7187261" h="5150263">
                <a:moveTo>
                  <a:pt x="7178288" y="2604802"/>
                </a:moveTo>
                <a:cubicBezTo>
                  <a:pt x="7168763" y="2513076"/>
                  <a:pt x="7174478" y="2420684"/>
                  <a:pt x="7169335" y="2328577"/>
                </a:cubicBezTo>
                <a:cubicBezTo>
                  <a:pt x="7156952" y="2102882"/>
                  <a:pt x="7120586" y="1879149"/>
                  <a:pt x="7060845" y="1661160"/>
                </a:cubicBezTo>
                <a:cubicBezTo>
                  <a:pt x="6910588" y="1121007"/>
                  <a:pt x="6617428" y="631374"/>
                  <a:pt x="6212263" y="243840"/>
                </a:cubicBezTo>
                <a:cubicBezTo>
                  <a:pt x="6126538" y="162496"/>
                  <a:pt x="6040813" y="80201"/>
                  <a:pt x="5953564" y="0"/>
                </a:cubicBezTo>
                <a:lnTo>
                  <a:pt x="1408615" y="0"/>
                </a:lnTo>
                <a:cubicBezTo>
                  <a:pt x="1180967" y="200316"/>
                  <a:pt x="978332" y="427387"/>
                  <a:pt x="805111" y="676275"/>
                </a:cubicBezTo>
                <a:cubicBezTo>
                  <a:pt x="481261" y="1136523"/>
                  <a:pt x="252089" y="1640872"/>
                  <a:pt x="104928" y="2183035"/>
                </a:cubicBezTo>
                <a:cubicBezTo>
                  <a:pt x="85878" y="2254853"/>
                  <a:pt x="69495" y="2327720"/>
                  <a:pt x="51588" y="2400014"/>
                </a:cubicBezTo>
                <a:cubicBezTo>
                  <a:pt x="49683" y="2407634"/>
                  <a:pt x="51588" y="2416969"/>
                  <a:pt x="41301" y="2424208"/>
                </a:cubicBezTo>
                <a:cubicBezTo>
                  <a:pt x="45900" y="2225469"/>
                  <a:pt x="72186" y="2027834"/>
                  <a:pt x="119692" y="1834801"/>
                </a:cubicBezTo>
                <a:cubicBezTo>
                  <a:pt x="247993" y="1310926"/>
                  <a:pt x="506121" y="857726"/>
                  <a:pt x="870071" y="462248"/>
                </a:cubicBezTo>
                <a:cubicBezTo>
                  <a:pt x="1027729" y="291823"/>
                  <a:pt x="1201617" y="137169"/>
                  <a:pt x="1389279" y="476"/>
                </a:cubicBezTo>
                <a:lnTo>
                  <a:pt x="1320223" y="476"/>
                </a:lnTo>
                <a:cubicBezTo>
                  <a:pt x="960844" y="274320"/>
                  <a:pt x="656330" y="599123"/>
                  <a:pt x="423158" y="989743"/>
                </a:cubicBezTo>
                <a:cubicBezTo>
                  <a:pt x="215608" y="1337596"/>
                  <a:pt x="80258" y="1711357"/>
                  <a:pt x="25585" y="2113693"/>
                </a:cubicBezTo>
                <a:cubicBezTo>
                  <a:pt x="-2705" y="2316480"/>
                  <a:pt x="-2228" y="2521077"/>
                  <a:pt x="2344" y="2725865"/>
                </a:cubicBezTo>
                <a:cubicBezTo>
                  <a:pt x="14155" y="3261932"/>
                  <a:pt x="170650" y="3754565"/>
                  <a:pt x="447256" y="4210717"/>
                </a:cubicBezTo>
                <a:cubicBezTo>
                  <a:pt x="629851" y="4511612"/>
                  <a:pt x="866356" y="4767167"/>
                  <a:pt x="1138962" y="4988910"/>
                </a:cubicBezTo>
                <a:cubicBezTo>
                  <a:pt x="1207161" y="5044345"/>
                  <a:pt x="1277008" y="5096990"/>
                  <a:pt x="1348512" y="5146834"/>
                </a:cubicBezTo>
                <a:lnTo>
                  <a:pt x="1422712" y="5146834"/>
                </a:lnTo>
                <a:cubicBezTo>
                  <a:pt x="1043426" y="4892802"/>
                  <a:pt x="724720" y="4577334"/>
                  <a:pt x="480594" y="4187952"/>
                </a:cubicBezTo>
                <a:cubicBezTo>
                  <a:pt x="452019" y="4141851"/>
                  <a:pt x="423444" y="4095179"/>
                  <a:pt x="398679" y="4046125"/>
                </a:cubicBezTo>
                <a:cubicBezTo>
                  <a:pt x="407442" y="4043267"/>
                  <a:pt x="409156" y="4048982"/>
                  <a:pt x="411823" y="4053078"/>
                </a:cubicBezTo>
                <a:cubicBezTo>
                  <a:pt x="683572" y="4484656"/>
                  <a:pt x="1033139" y="4842701"/>
                  <a:pt x="1439380" y="5147405"/>
                </a:cubicBezTo>
                <a:lnTo>
                  <a:pt x="5710010" y="5150263"/>
                </a:lnTo>
                <a:cubicBezTo>
                  <a:pt x="5810594" y="5075482"/>
                  <a:pt x="5907272" y="4995587"/>
                  <a:pt x="5999665" y="4910900"/>
                </a:cubicBezTo>
                <a:cubicBezTo>
                  <a:pt x="6418765" y="4526661"/>
                  <a:pt x="6746901" y="4078129"/>
                  <a:pt x="6954165" y="3545777"/>
                </a:cubicBezTo>
                <a:cubicBezTo>
                  <a:pt x="7048234" y="3306175"/>
                  <a:pt x="7109956" y="3055115"/>
                  <a:pt x="7137712" y="2799207"/>
                </a:cubicBezTo>
                <a:cubicBezTo>
                  <a:pt x="7139236" y="2784920"/>
                  <a:pt x="7141046" y="2770632"/>
                  <a:pt x="7142951" y="2754535"/>
                </a:cubicBezTo>
                <a:cubicBezTo>
                  <a:pt x="7151714" y="2760440"/>
                  <a:pt x="7149237" y="2768441"/>
                  <a:pt x="7149428" y="2774823"/>
                </a:cubicBezTo>
                <a:cubicBezTo>
                  <a:pt x="7156743" y="3007967"/>
                  <a:pt x="7128777" y="3240881"/>
                  <a:pt x="7066465" y="3465672"/>
                </a:cubicBezTo>
                <a:cubicBezTo>
                  <a:pt x="6952165" y="3878580"/>
                  <a:pt x="6737948" y="4235863"/>
                  <a:pt x="6452578" y="4552760"/>
                </a:cubicBezTo>
                <a:cubicBezTo>
                  <a:pt x="6244553" y="4783836"/>
                  <a:pt x="6008809" y="4980242"/>
                  <a:pt x="5752110" y="5150263"/>
                </a:cubicBezTo>
                <a:lnTo>
                  <a:pt x="5827643" y="5150263"/>
                </a:lnTo>
                <a:cubicBezTo>
                  <a:pt x="6136539" y="4938904"/>
                  <a:pt x="6412192" y="4689348"/>
                  <a:pt x="6642793" y="4389406"/>
                </a:cubicBezTo>
                <a:cubicBezTo>
                  <a:pt x="6851295" y="4118324"/>
                  <a:pt x="7009125" y="3820859"/>
                  <a:pt x="7102469" y="3490817"/>
                </a:cubicBezTo>
                <a:cubicBezTo>
                  <a:pt x="7148646" y="3327473"/>
                  <a:pt x="7177069" y="3159624"/>
                  <a:pt x="7187242" y="2990183"/>
                </a:cubicBezTo>
                <a:cubicBezTo>
                  <a:pt x="7187623" y="2984087"/>
                  <a:pt x="7182384" y="2642330"/>
                  <a:pt x="7178288" y="2604802"/>
                </a:cubicBezTo>
                <a:close/>
                <a:moveTo>
                  <a:pt x="6342565" y="441389"/>
                </a:moveTo>
                <a:cubicBezTo>
                  <a:pt x="6829797" y="986533"/>
                  <a:pt x="7091135" y="1624422"/>
                  <a:pt x="7126567" y="2355056"/>
                </a:cubicBezTo>
                <a:cubicBezTo>
                  <a:pt x="7001123" y="1661827"/>
                  <a:pt x="6756426" y="1017365"/>
                  <a:pt x="6342565" y="441389"/>
                </a:cubicBezTo>
                <a:close/>
              </a:path>
            </a:pathLst>
          </a:custGeom>
          <a:solidFill>
            <a:schemeClr val="accent1"/>
          </a:solidFill>
          <a:ln w="9525" cap="flat">
            <a:noFill/>
            <a:prstDash val="solid"/>
            <a:miter/>
          </a:ln>
        </p:spPr>
        <p:txBody>
          <a:bodyPr rtlCol="0" anchor="ctr"/>
          <a:lstStyle/>
          <a:p>
            <a:endParaRPr lang="en-US"/>
          </a:p>
        </p:txBody>
      </p:sp>
      <p:sp>
        <p:nvSpPr>
          <p:cNvPr id="2" name="Title 1">
            <a:extLst>
              <a:ext uri="{FF2B5EF4-FFF2-40B4-BE49-F238E27FC236}">
                <a16:creationId xmlns:a16="http://schemas.microsoft.com/office/drawing/2014/main" id="{C09082DE-857B-B388-1172-C1680D5706A8}"/>
              </a:ext>
            </a:extLst>
          </p:cNvPr>
          <p:cNvSpPr>
            <a:spLocks noGrp="1"/>
          </p:cNvSpPr>
          <p:nvPr>
            <p:ph type="title"/>
          </p:nvPr>
        </p:nvSpPr>
        <p:spPr>
          <a:xfrm>
            <a:off x="2558716" y="955309"/>
            <a:ext cx="7074568" cy="2898975"/>
          </a:xfrm>
        </p:spPr>
        <p:txBody>
          <a:bodyPr vert="horz" lIns="91440" tIns="45720" rIns="91440" bIns="45720" rtlCol="0" anchor="b">
            <a:normAutofit/>
          </a:bodyPr>
          <a:lstStyle/>
          <a:p>
            <a:r>
              <a:rPr lang="en-US" sz="9650">
                <a:solidFill>
                  <a:srgbClr val="FFFFFF"/>
                </a:solidFill>
              </a:rPr>
              <a:t>Intake</a:t>
            </a:r>
          </a:p>
        </p:txBody>
      </p:sp>
      <p:sp>
        <p:nvSpPr>
          <p:cNvPr id="17" name="Rectangle 6">
            <a:extLst>
              <a:ext uri="{FF2B5EF4-FFF2-40B4-BE49-F238E27FC236}">
                <a16:creationId xmlns:a16="http://schemas.microsoft.com/office/drawing/2014/main" id="{C0B64B74-19BE-47D9-8BB8-7081BF0E083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974206" y="4113338"/>
            <a:ext cx="4243589" cy="27432"/>
          </a:xfrm>
          <a:custGeom>
            <a:avLst/>
            <a:gdLst>
              <a:gd name="csX0" fmla="*/ 0 w 4243589"/>
              <a:gd name="csY0" fmla="*/ 0 h 27432"/>
              <a:gd name="csX1" fmla="*/ 563791 w 4243589"/>
              <a:gd name="csY1" fmla="*/ 0 h 27432"/>
              <a:gd name="csX2" fmla="*/ 1042710 w 4243589"/>
              <a:gd name="csY2" fmla="*/ 0 h 27432"/>
              <a:gd name="csX3" fmla="*/ 1564066 w 4243589"/>
              <a:gd name="csY3" fmla="*/ 0 h 27432"/>
              <a:gd name="csX4" fmla="*/ 2212729 w 4243589"/>
              <a:gd name="csY4" fmla="*/ 0 h 27432"/>
              <a:gd name="csX5" fmla="*/ 2776520 w 4243589"/>
              <a:gd name="csY5" fmla="*/ 0 h 27432"/>
              <a:gd name="csX6" fmla="*/ 3297875 w 4243589"/>
              <a:gd name="csY6" fmla="*/ 0 h 27432"/>
              <a:gd name="csX7" fmla="*/ 4243589 w 4243589"/>
              <a:gd name="csY7" fmla="*/ 0 h 27432"/>
              <a:gd name="csX8" fmla="*/ 4243589 w 4243589"/>
              <a:gd name="csY8" fmla="*/ 27432 h 27432"/>
              <a:gd name="csX9" fmla="*/ 3637362 w 4243589"/>
              <a:gd name="csY9" fmla="*/ 27432 h 27432"/>
              <a:gd name="csX10" fmla="*/ 3116007 w 4243589"/>
              <a:gd name="csY10" fmla="*/ 27432 h 27432"/>
              <a:gd name="csX11" fmla="*/ 2424908 w 4243589"/>
              <a:gd name="csY11" fmla="*/ 27432 h 27432"/>
              <a:gd name="csX12" fmla="*/ 1861117 w 4243589"/>
              <a:gd name="csY12" fmla="*/ 27432 h 27432"/>
              <a:gd name="csX13" fmla="*/ 1382198 w 4243589"/>
              <a:gd name="csY13" fmla="*/ 27432 h 27432"/>
              <a:gd name="csX14" fmla="*/ 733535 w 4243589"/>
              <a:gd name="csY14" fmla="*/ 27432 h 27432"/>
              <a:gd name="csX15" fmla="*/ 0 w 4243589"/>
              <a:gd name="csY15" fmla="*/ 27432 h 27432"/>
              <a:gd name="csX16" fmla="*/ 0 w 4243589"/>
              <a:gd name="csY16" fmla="*/ 0 h 27432"/>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Lst>
            <a:rect l="l" t="t" r="r" b="b"/>
            <a:pathLst>
              <a:path w="4243589" h="27432" fill="none" extrusionOk="0">
                <a:moveTo>
                  <a:pt x="0" y="0"/>
                </a:moveTo>
                <a:cubicBezTo>
                  <a:pt x="157351" y="-15653"/>
                  <a:pt x="378877" y="-5828"/>
                  <a:pt x="563791" y="0"/>
                </a:cubicBezTo>
                <a:cubicBezTo>
                  <a:pt x="748705" y="5828"/>
                  <a:pt x="905659" y="-5525"/>
                  <a:pt x="1042710" y="0"/>
                </a:cubicBezTo>
                <a:cubicBezTo>
                  <a:pt x="1179761" y="5525"/>
                  <a:pt x="1356845" y="-21288"/>
                  <a:pt x="1564066" y="0"/>
                </a:cubicBezTo>
                <a:cubicBezTo>
                  <a:pt x="1771287" y="21288"/>
                  <a:pt x="1912099" y="25135"/>
                  <a:pt x="2212729" y="0"/>
                </a:cubicBezTo>
                <a:cubicBezTo>
                  <a:pt x="2513359" y="-25135"/>
                  <a:pt x="2514918" y="-27119"/>
                  <a:pt x="2776520" y="0"/>
                </a:cubicBezTo>
                <a:cubicBezTo>
                  <a:pt x="3038122" y="27119"/>
                  <a:pt x="3178771" y="18116"/>
                  <a:pt x="3297875" y="0"/>
                </a:cubicBezTo>
                <a:cubicBezTo>
                  <a:pt x="3416980" y="-18116"/>
                  <a:pt x="4012240" y="-40869"/>
                  <a:pt x="4243589" y="0"/>
                </a:cubicBezTo>
                <a:cubicBezTo>
                  <a:pt x="4242616" y="8304"/>
                  <a:pt x="4243111" y="21512"/>
                  <a:pt x="4243589" y="27432"/>
                </a:cubicBezTo>
                <a:cubicBezTo>
                  <a:pt x="4112949" y="6289"/>
                  <a:pt x="3928037" y="10975"/>
                  <a:pt x="3637362" y="27432"/>
                </a:cubicBezTo>
                <a:cubicBezTo>
                  <a:pt x="3346687" y="43889"/>
                  <a:pt x="3254446" y="35813"/>
                  <a:pt x="3116007" y="27432"/>
                </a:cubicBezTo>
                <a:cubicBezTo>
                  <a:pt x="2977569" y="19051"/>
                  <a:pt x="2620228" y="38017"/>
                  <a:pt x="2424908" y="27432"/>
                </a:cubicBezTo>
                <a:cubicBezTo>
                  <a:pt x="2229588" y="16847"/>
                  <a:pt x="2088287" y="5290"/>
                  <a:pt x="1861117" y="27432"/>
                </a:cubicBezTo>
                <a:cubicBezTo>
                  <a:pt x="1633947" y="49574"/>
                  <a:pt x="1502447" y="8273"/>
                  <a:pt x="1382198" y="27432"/>
                </a:cubicBezTo>
                <a:cubicBezTo>
                  <a:pt x="1261949" y="46591"/>
                  <a:pt x="1045440" y="37497"/>
                  <a:pt x="733535" y="27432"/>
                </a:cubicBezTo>
                <a:cubicBezTo>
                  <a:pt x="421630" y="17367"/>
                  <a:pt x="341257" y="-9215"/>
                  <a:pt x="0" y="27432"/>
                </a:cubicBezTo>
                <a:cubicBezTo>
                  <a:pt x="-1048" y="14992"/>
                  <a:pt x="-1120" y="7447"/>
                  <a:pt x="0" y="0"/>
                </a:cubicBezTo>
                <a:close/>
              </a:path>
              <a:path w="4243589" h="27432" stroke="0" extrusionOk="0">
                <a:moveTo>
                  <a:pt x="0" y="0"/>
                </a:moveTo>
                <a:cubicBezTo>
                  <a:pt x="128164" y="17204"/>
                  <a:pt x="312653" y="1129"/>
                  <a:pt x="563791" y="0"/>
                </a:cubicBezTo>
                <a:cubicBezTo>
                  <a:pt x="814929" y="-1129"/>
                  <a:pt x="837271" y="8503"/>
                  <a:pt x="1042710" y="0"/>
                </a:cubicBezTo>
                <a:cubicBezTo>
                  <a:pt x="1248149" y="-8503"/>
                  <a:pt x="1588432" y="-28862"/>
                  <a:pt x="1733809" y="0"/>
                </a:cubicBezTo>
                <a:cubicBezTo>
                  <a:pt x="1879186" y="28862"/>
                  <a:pt x="2052815" y="5974"/>
                  <a:pt x="2297600" y="0"/>
                </a:cubicBezTo>
                <a:cubicBezTo>
                  <a:pt x="2542385" y="-5974"/>
                  <a:pt x="2699960" y="-23550"/>
                  <a:pt x="2861391" y="0"/>
                </a:cubicBezTo>
                <a:cubicBezTo>
                  <a:pt x="3022822" y="23550"/>
                  <a:pt x="3390411" y="25272"/>
                  <a:pt x="3552490" y="0"/>
                </a:cubicBezTo>
                <a:cubicBezTo>
                  <a:pt x="3714569" y="-25272"/>
                  <a:pt x="3950585" y="-31327"/>
                  <a:pt x="4243589" y="0"/>
                </a:cubicBezTo>
                <a:cubicBezTo>
                  <a:pt x="4244074" y="9333"/>
                  <a:pt x="4244867" y="19699"/>
                  <a:pt x="4243589" y="27432"/>
                </a:cubicBezTo>
                <a:cubicBezTo>
                  <a:pt x="4130424" y="7904"/>
                  <a:pt x="3932803" y="51393"/>
                  <a:pt x="3722234" y="27432"/>
                </a:cubicBezTo>
                <a:cubicBezTo>
                  <a:pt x="3511665" y="3471"/>
                  <a:pt x="3269903" y="55138"/>
                  <a:pt x="3116007" y="27432"/>
                </a:cubicBezTo>
                <a:cubicBezTo>
                  <a:pt x="2962111" y="-274"/>
                  <a:pt x="2744280" y="32368"/>
                  <a:pt x="2509780" y="27432"/>
                </a:cubicBezTo>
                <a:cubicBezTo>
                  <a:pt x="2275280" y="22496"/>
                  <a:pt x="2066059" y="52808"/>
                  <a:pt x="1945989" y="27432"/>
                </a:cubicBezTo>
                <a:cubicBezTo>
                  <a:pt x="1825919" y="2056"/>
                  <a:pt x="1407329" y="21760"/>
                  <a:pt x="1254890" y="27432"/>
                </a:cubicBezTo>
                <a:cubicBezTo>
                  <a:pt x="1102451" y="33104"/>
                  <a:pt x="837950" y="40817"/>
                  <a:pt x="563791" y="27432"/>
                </a:cubicBezTo>
                <a:cubicBezTo>
                  <a:pt x="289632" y="14047"/>
                  <a:pt x="132768" y="16249"/>
                  <a:pt x="0" y="27432"/>
                </a:cubicBezTo>
                <a:cubicBezTo>
                  <a:pt x="211" y="18145"/>
                  <a:pt x="120" y="6480"/>
                  <a:pt x="0" y="0"/>
                </a:cubicBezTo>
                <a:close/>
              </a:path>
            </a:pathLst>
          </a:custGeom>
          <a:solidFill>
            <a:srgbClr val="FFFFFF"/>
          </a:solidFill>
          <a:ln w="38100" cap="rnd">
            <a:solidFill>
              <a:srgbClr val="FFFFFF"/>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10214820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accent2">
            <a:lumMod val="20000"/>
            <a:lumOff val="80000"/>
          </a:schemeClr>
        </a:solidFill>
        <a:effectLst/>
      </p:bgPr>
    </p:bg>
    <p:spTree>
      <p:nvGrpSpPr>
        <p:cNvPr id="1" name=""/>
        <p:cNvGrpSpPr/>
        <p:nvPr/>
      </p:nvGrpSpPr>
      <p:grpSpPr>
        <a:xfrm>
          <a:off x="0" y="0"/>
          <a:ext cx="0" cy="0"/>
          <a:chOff x="0" y="0"/>
          <a:chExt cx="0" cy="0"/>
        </a:xfrm>
      </p:grpSpPr>
      <p:sp useBgFill="1">
        <p:nvSpPr>
          <p:cNvPr id="19" name="Rectangle 18">
            <a:extLst>
              <a:ext uri="{FF2B5EF4-FFF2-40B4-BE49-F238E27FC236}">
                <a16:creationId xmlns:a16="http://schemas.microsoft.com/office/drawing/2014/main" id="{7B831B6F-405A-4B47-B9BB-5CA88F28584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7" name="Graphic 6" descr="Office Worker">
            <a:extLst>
              <a:ext uri="{FF2B5EF4-FFF2-40B4-BE49-F238E27FC236}">
                <a16:creationId xmlns:a16="http://schemas.microsoft.com/office/drawing/2014/main" id="{C317667C-80D1-044A-A60B-E0F5465D6ACA}"/>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764988" y="1744515"/>
            <a:ext cx="3368969" cy="3368969"/>
          </a:xfrm>
          <a:prstGeom prst="rect">
            <a:avLst/>
          </a:prstGeom>
        </p:spPr>
      </p:pic>
      <p:sp>
        <p:nvSpPr>
          <p:cNvPr id="21" name="Freeform: Shape 20">
            <a:extLst>
              <a:ext uri="{FF2B5EF4-FFF2-40B4-BE49-F238E27FC236}">
                <a16:creationId xmlns:a16="http://schemas.microsoft.com/office/drawing/2014/main" id="{15109354-9C5D-4F8C-B0E6-D1043C7BF20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629992" y="0"/>
            <a:ext cx="7562008" cy="6858000"/>
          </a:xfrm>
          <a:custGeom>
            <a:avLst/>
            <a:gdLst>
              <a:gd name="connsiteX0" fmla="*/ 7529613 w 7529613"/>
              <a:gd name="connsiteY0" fmla="*/ 0 h 6858000"/>
              <a:gd name="connsiteX1" fmla="*/ 1222331 w 7529613"/>
              <a:gd name="connsiteY1" fmla="*/ 0 h 6858000"/>
              <a:gd name="connsiteX2" fmla="*/ 1126483 w 7529613"/>
              <a:gd name="connsiteY2" fmla="*/ 148742 h 6858000"/>
              <a:gd name="connsiteX3" fmla="*/ 767554 w 7529613"/>
              <a:gd name="connsiteY3" fmla="*/ 819975 h 6858000"/>
              <a:gd name="connsiteX4" fmla="*/ 742103 w 7529613"/>
              <a:gd name="connsiteY4" fmla="*/ 854514 h 6858000"/>
              <a:gd name="connsiteX5" fmla="*/ 785881 w 7529613"/>
              <a:gd name="connsiteY5" fmla="*/ 750263 h 6858000"/>
              <a:gd name="connsiteX6" fmla="*/ 978978 w 7529613"/>
              <a:gd name="connsiteY6" fmla="*/ 331786 h 6858000"/>
              <a:gd name="connsiteX7" fmla="*/ 1155717 w 7529613"/>
              <a:gd name="connsiteY7" fmla="*/ 0 h 6858000"/>
              <a:gd name="connsiteX8" fmla="*/ 1098249 w 7529613"/>
              <a:gd name="connsiteY8" fmla="*/ 0 h 6858000"/>
              <a:gd name="connsiteX9" fmla="*/ 991458 w 7529613"/>
              <a:gd name="connsiteY9" fmla="*/ 196614 h 6858000"/>
              <a:gd name="connsiteX10" fmla="*/ 493941 w 7529613"/>
              <a:gd name="connsiteY10" fmla="*/ 1371196 h 6858000"/>
              <a:gd name="connsiteX11" fmla="*/ 46485 w 7529613"/>
              <a:gd name="connsiteY11" fmla="*/ 3331516 h 6858000"/>
              <a:gd name="connsiteX12" fmla="*/ 12252 w 7529613"/>
              <a:gd name="connsiteY12" fmla="*/ 4357388 h 6858000"/>
              <a:gd name="connsiteX13" fmla="*/ 170821 w 7529613"/>
              <a:gd name="connsiteY13" fmla="*/ 5552906 h 6858000"/>
              <a:gd name="connsiteX14" fmla="*/ 537265 w 7529613"/>
              <a:gd name="connsiteY14" fmla="*/ 6828295 h 6858000"/>
              <a:gd name="connsiteX15" fmla="*/ 549692 w 7529613"/>
              <a:gd name="connsiteY15" fmla="*/ 6858000 h 6858000"/>
              <a:gd name="connsiteX16" fmla="*/ 602234 w 7529613"/>
              <a:gd name="connsiteY16" fmla="*/ 6858000 h 6858000"/>
              <a:gd name="connsiteX17" fmla="*/ 595414 w 7529613"/>
              <a:gd name="connsiteY17" fmla="*/ 6841549 h 6858000"/>
              <a:gd name="connsiteX18" fmla="*/ 364260 w 7529613"/>
              <a:gd name="connsiteY18" fmla="*/ 6142729 h 6858000"/>
              <a:gd name="connsiteX19" fmla="*/ 213071 w 7529613"/>
              <a:gd name="connsiteY19" fmla="*/ 5513923 h 6858000"/>
              <a:gd name="connsiteX20" fmla="*/ 211290 w 7529613"/>
              <a:gd name="connsiteY20" fmla="*/ 5480401 h 6858000"/>
              <a:gd name="connsiteX21" fmla="*/ 311446 w 7529613"/>
              <a:gd name="connsiteY21" fmla="*/ 5830359 h 6858000"/>
              <a:gd name="connsiteX22" fmla="*/ 622963 w 7529613"/>
              <a:gd name="connsiteY22" fmla="*/ 6670527 h 6858000"/>
              <a:gd name="connsiteX23" fmla="*/ 710464 w 7529613"/>
              <a:gd name="connsiteY23" fmla="*/ 6858000 h 6858000"/>
              <a:gd name="connsiteX24" fmla="*/ 7529613 w 7529613"/>
              <a:gd name="connsiteY24"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7529613" h="6858000">
                <a:moveTo>
                  <a:pt x="7529613" y="0"/>
                </a:moveTo>
                <a:lnTo>
                  <a:pt x="1222331" y="0"/>
                </a:lnTo>
                <a:lnTo>
                  <a:pt x="1126483" y="148742"/>
                </a:lnTo>
                <a:cubicBezTo>
                  <a:pt x="995323" y="365513"/>
                  <a:pt x="876174" y="589569"/>
                  <a:pt x="767554" y="819975"/>
                </a:cubicBezTo>
                <a:cubicBezTo>
                  <a:pt x="762210" y="833492"/>
                  <a:pt x="753441" y="845393"/>
                  <a:pt x="742103" y="854514"/>
                </a:cubicBezTo>
                <a:cubicBezTo>
                  <a:pt x="756737" y="819849"/>
                  <a:pt x="770991" y="784928"/>
                  <a:pt x="785881" y="750263"/>
                </a:cubicBezTo>
                <a:cubicBezTo>
                  <a:pt x="846713" y="608712"/>
                  <a:pt x="910948" y="469145"/>
                  <a:pt x="978978" y="331786"/>
                </a:cubicBezTo>
                <a:lnTo>
                  <a:pt x="1155717" y="0"/>
                </a:lnTo>
                <a:lnTo>
                  <a:pt x="1098249" y="0"/>
                </a:lnTo>
                <a:lnTo>
                  <a:pt x="991458" y="196614"/>
                </a:lnTo>
                <a:cubicBezTo>
                  <a:pt x="797017" y="573253"/>
                  <a:pt x="633548" y="966066"/>
                  <a:pt x="493941" y="1371196"/>
                </a:cubicBezTo>
                <a:cubicBezTo>
                  <a:pt x="276630" y="2007265"/>
                  <a:pt x="126659" y="2664286"/>
                  <a:pt x="46485" y="3331516"/>
                </a:cubicBezTo>
                <a:cubicBezTo>
                  <a:pt x="4488" y="3672965"/>
                  <a:pt x="-14219" y="4013908"/>
                  <a:pt x="12252" y="4357388"/>
                </a:cubicBezTo>
                <a:cubicBezTo>
                  <a:pt x="43558" y="4758899"/>
                  <a:pt x="90773" y="5157998"/>
                  <a:pt x="170821" y="5552906"/>
                </a:cubicBezTo>
                <a:cubicBezTo>
                  <a:pt x="259109" y="5988893"/>
                  <a:pt x="378967" y="6414594"/>
                  <a:pt x="537265" y="6828295"/>
                </a:cubicBezTo>
                <a:lnTo>
                  <a:pt x="549692" y="6858000"/>
                </a:lnTo>
                <a:lnTo>
                  <a:pt x="602234" y="6858000"/>
                </a:lnTo>
                <a:lnTo>
                  <a:pt x="595414" y="6841549"/>
                </a:lnTo>
                <a:cubicBezTo>
                  <a:pt x="507884" y="6614016"/>
                  <a:pt x="431296" y="6380817"/>
                  <a:pt x="364260" y="6142729"/>
                </a:cubicBezTo>
                <a:cubicBezTo>
                  <a:pt x="305974" y="5935370"/>
                  <a:pt x="262958" y="5723695"/>
                  <a:pt x="213071" y="5513923"/>
                </a:cubicBezTo>
                <a:cubicBezTo>
                  <a:pt x="211892" y="5502788"/>
                  <a:pt x="211299" y="5491601"/>
                  <a:pt x="211290" y="5480401"/>
                </a:cubicBezTo>
                <a:cubicBezTo>
                  <a:pt x="247814" y="5607635"/>
                  <a:pt x="276958" y="5719759"/>
                  <a:pt x="311446" y="5830359"/>
                </a:cubicBezTo>
                <a:cubicBezTo>
                  <a:pt x="401357" y="6118381"/>
                  <a:pt x="505060" y="6398531"/>
                  <a:pt x="622963" y="6670527"/>
                </a:cubicBezTo>
                <a:lnTo>
                  <a:pt x="710464" y="6858000"/>
                </a:lnTo>
                <a:lnTo>
                  <a:pt x="7529613" y="6858000"/>
                </a:lnTo>
                <a:close/>
              </a:path>
            </a:pathLst>
          </a:custGeom>
          <a:solidFill>
            <a:schemeClr val="accent1"/>
          </a:solidFill>
          <a:ln w="6857" cap="flat">
            <a:noFill/>
            <a:prstDash val="solid"/>
            <a:miter/>
          </a:ln>
        </p:spPr>
        <p:txBody>
          <a:bodyPr wrap="square" rtlCol="0" anchor="ctr">
            <a:noAutofit/>
          </a:bodyPr>
          <a:lstStyle/>
          <a:p>
            <a:endParaRPr lang="en-US"/>
          </a:p>
        </p:txBody>
      </p:sp>
      <p:sp>
        <p:nvSpPr>
          <p:cNvPr id="2" name="Title 1">
            <a:extLst>
              <a:ext uri="{FF2B5EF4-FFF2-40B4-BE49-F238E27FC236}">
                <a16:creationId xmlns:a16="http://schemas.microsoft.com/office/drawing/2014/main" id="{C324BD23-B888-C9EE-1010-205ADD6D672C}"/>
              </a:ext>
            </a:extLst>
          </p:cNvPr>
          <p:cNvSpPr>
            <a:spLocks noGrp="1"/>
          </p:cNvSpPr>
          <p:nvPr>
            <p:ph type="title"/>
          </p:nvPr>
        </p:nvSpPr>
        <p:spPr>
          <a:xfrm>
            <a:off x="6388832" y="936262"/>
            <a:ext cx="3172749" cy="924628"/>
          </a:xfrm>
        </p:spPr>
        <p:txBody>
          <a:bodyPr anchor="b">
            <a:normAutofit fontScale="90000"/>
          </a:bodyPr>
          <a:lstStyle/>
          <a:p>
            <a:pPr algn="ctr"/>
            <a:r>
              <a:rPr lang="en-US" sz="5600">
                <a:solidFill>
                  <a:srgbClr val="FFFFFF"/>
                </a:solidFill>
              </a:rPr>
              <a:t>Case Details</a:t>
            </a:r>
          </a:p>
        </p:txBody>
      </p:sp>
      <p:sp>
        <p:nvSpPr>
          <p:cNvPr id="23" name="Rectangle 6">
            <a:extLst>
              <a:ext uri="{FF2B5EF4-FFF2-40B4-BE49-F238E27FC236}">
                <a16:creationId xmlns:a16="http://schemas.microsoft.com/office/drawing/2014/main" id="{3CE8AF5E-D374-4CF1-90CC-35CF73B81C3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916304" y="2368177"/>
            <a:ext cx="4114800" cy="18288"/>
          </a:xfrm>
          <a:custGeom>
            <a:avLst/>
            <a:gdLst>
              <a:gd name="csX0" fmla="*/ 0 w 4114800"/>
              <a:gd name="csY0" fmla="*/ 0 h 18288"/>
              <a:gd name="csX1" fmla="*/ 768096 w 4114800"/>
              <a:gd name="csY1" fmla="*/ 0 h 18288"/>
              <a:gd name="csX2" fmla="*/ 1495044 w 4114800"/>
              <a:gd name="csY2" fmla="*/ 0 h 18288"/>
              <a:gd name="csX3" fmla="*/ 2221992 w 4114800"/>
              <a:gd name="csY3" fmla="*/ 0 h 18288"/>
              <a:gd name="csX4" fmla="*/ 2784348 w 4114800"/>
              <a:gd name="csY4" fmla="*/ 0 h 18288"/>
              <a:gd name="csX5" fmla="*/ 3387852 w 4114800"/>
              <a:gd name="csY5" fmla="*/ 0 h 18288"/>
              <a:gd name="csX6" fmla="*/ 4114800 w 4114800"/>
              <a:gd name="csY6" fmla="*/ 0 h 18288"/>
              <a:gd name="csX7" fmla="*/ 4114800 w 4114800"/>
              <a:gd name="csY7" fmla="*/ 18288 h 18288"/>
              <a:gd name="csX8" fmla="*/ 3429000 w 4114800"/>
              <a:gd name="csY8" fmla="*/ 18288 h 18288"/>
              <a:gd name="csX9" fmla="*/ 2866644 w 4114800"/>
              <a:gd name="csY9" fmla="*/ 18288 h 18288"/>
              <a:gd name="csX10" fmla="*/ 2304288 w 4114800"/>
              <a:gd name="csY10" fmla="*/ 18288 h 18288"/>
              <a:gd name="csX11" fmla="*/ 1577340 w 4114800"/>
              <a:gd name="csY11" fmla="*/ 18288 h 18288"/>
              <a:gd name="csX12" fmla="*/ 973836 w 4114800"/>
              <a:gd name="csY12" fmla="*/ 18288 h 18288"/>
              <a:gd name="csX13" fmla="*/ 0 w 4114800"/>
              <a:gd name="csY13" fmla="*/ 18288 h 18288"/>
              <a:gd name="csX14" fmla="*/ 0 w 4114800"/>
              <a:gd name="csY14"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Lst>
            <a:rect l="l" t="t" r="r" b="b"/>
            <a:pathLst>
              <a:path w="4114800" h="18288" fill="none" extrusionOk="0">
                <a:moveTo>
                  <a:pt x="0" y="0"/>
                </a:moveTo>
                <a:cubicBezTo>
                  <a:pt x="338280" y="-26110"/>
                  <a:pt x="483942" y="6555"/>
                  <a:pt x="768096" y="0"/>
                </a:cubicBezTo>
                <a:cubicBezTo>
                  <a:pt x="1052250" y="-6555"/>
                  <a:pt x="1331484" y="24616"/>
                  <a:pt x="1495044" y="0"/>
                </a:cubicBezTo>
                <a:cubicBezTo>
                  <a:pt x="1658604" y="-24616"/>
                  <a:pt x="2056661" y="-33562"/>
                  <a:pt x="2221992" y="0"/>
                </a:cubicBezTo>
                <a:cubicBezTo>
                  <a:pt x="2387323" y="33562"/>
                  <a:pt x="2629463" y="-20094"/>
                  <a:pt x="2784348" y="0"/>
                </a:cubicBezTo>
                <a:cubicBezTo>
                  <a:pt x="2939233" y="20094"/>
                  <a:pt x="3151981" y="1524"/>
                  <a:pt x="3387852" y="0"/>
                </a:cubicBezTo>
                <a:cubicBezTo>
                  <a:pt x="3623723" y="-1524"/>
                  <a:pt x="3882724" y="26165"/>
                  <a:pt x="4114800" y="0"/>
                </a:cubicBezTo>
                <a:cubicBezTo>
                  <a:pt x="4114300" y="8855"/>
                  <a:pt x="4114909" y="14521"/>
                  <a:pt x="4114800" y="18288"/>
                </a:cubicBezTo>
                <a:cubicBezTo>
                  <a:pt x="3910038" y="37744"/>
                  <a:pt x="3683432" y="-3969"/>
                  <a:pt x="3429000" y="18288"/>
                </a:cubicBezTo>
                <a:cubicBezTo>
                  <a:pt x="3174568" y="40545"/>
                  <a:pt x="3085815" y="44166"/>
                  <a:pt x="2866644" y="18288"/>
                </a:cubicBezTo>
                <a:cubicBezTo>
                  <a:pt x="2647473" y="-7590"/>
                  <a:pt x="2580474" y="31338"/>
                  <a:pt x="2304288" y="18288"/>
                </a:cubicBezTo>
                <a:cubicBezTo>
                  <a:pt x="2028102" y="5238"/>
                  <a:pt x="1863008" y="-2001"/>
                  <a:pt x="1577340" y="18288"/>
                </a:cubicBezTo>
                <a:cubicBezTo>
                  <a:pt x="1291672" y="38577"/>
                  <a:pt x="1243931" y="9893"/>
                  <a:pt x="973836" y="18288"/>
                </a:cubicBezTo>
                <a:cubicBezTo>
                  <a:pt x="703741" y="26683"/>
                  <a:pt x="317656" y="-5910"/>
                  <a:pt x="0" y="18288"/>
                </a:cubicBezTo>
                <a:cubicBezTo>
                  <a:pt x="683" y="12014"/>
                  <a:pt x="724" y="5908"/>
                  <a:pt x="0" y="0"/>
                </a:cubicBezTo>
                <a:close/>
              </a:path>
              <a:path w="4114800" h="18288" stroke="0" extrusionOk="0">
                <a:moveTo>
                  <a:pt x="0" y="0"/>
                </a:moveTo>
                <a:cubicBezTo>
                  <a:pt x="276109" y="5266"/>
                  <a:pt x="325589" y="-19584"/>
                  <a:pt x="644652" y="0"/>
                </a:cubicBezTo>
                <a:cubicBezTo>
                  <a:pt x="963715" y="19584"/>
                  <a:pt x="1064991" y="6066"/>
                  <a:pt x="1207008" y="0"/>
                </a:cubicBezTo>
                <a:cubicBezTo>
                  <a:pt x="1349025" y="-6066"/>
                  <a:pt x="1791724" y="14506"/>
                  <a:pt x="1975104" y="0"/>
                </a:cubicBezTo>
                <a:cubicBezTo>
                  <a:pt x="2158484" y="-14506"/>
                  <a:pt x="2397469" y="20822"/>
                  <a:pt x="2619756" y="0"/>
                </a:cubicBezTo>
                <a:cubicBezTo>
                  <a:pt x="2842043" y="-20822"/>
                  <a:pt x="2992157" y="20388"/>
                  <a:pt x="3264408" y="0"/>
                </a:cubicBezTo>
                <a:cubicBezTo>
                  <a:pt x="3536659" y="-20388"/>
                  <a:pt x="3855620" y="38211"/>
                  <a:pt x="4114800" y="0"/>
                </a:cubicBezTo>
                <a:cubicBezTo>
                  <a:pt x="4113902" y="7180"/>
                  <a:pt x="4114969" y="13790"/>
                  <a:pt x="4114800" y="18288"/>
                </a:cubicBezTo>
                <a:cubicBezTo>
                  <a:pt x="3968901" y="8593"/>
                  <a:pt x="3623428" y="17559"/>
                  <a:pt x="3429000" y="18288"/>
                </a:cubicBezTo>
                <a:cubicBezTo>
                  <a:pt x="3234572" y="19017"/>
                  <a:pt x="3085079" y="41804"/>
                  <a:pt x="2866644" y="18288"/>
                </a:cubicBezTo>
                <a:cubicBezTo>
                  <a:pt x="2648209" y="-5228"/>
                  <a:pt x="2451737" y="24580"/>
                  <a:pt x="2180844" y="18288"/>
                </a:cubicBezTo>
                <a:cubicBezTo>
                  <a:pt x="1909951" y="11996"/>
                  <a:pt x="1681589" y="12244"/>
                  <a:pt x="1495044" y="18288"/>
                </a:cubicBezTo>
                <a:cubicBezTo>
                  <a:pt x="1308499" y="24332"/>
                  <a:pt x="1136614" y="21789"/>
                  <a:pt x="850392" y="18288"/>
                </a:cubicBezTo>
                <a:cubicBezTo>
                  <a:pt x="564170" y="14787"/>
                  <a:pt x="210636" y="54701"/>
                  <a:pt x="0" y="18288"/>
                </a:cubicBezTo>
                <a:cubicBezTo>
                  <a:pt x="571" y="10093"/>
                  <a:pt x="-125" y="8407"/>
                  <a:pt x="0" y="0"/>
                </a:cubicBezTo>
                <a:close/>
              </a:path>
            </a:pathLst>
          </a:custGeom>
          <a:solidFill>
            <a:srgbClr val="FFFFFF"/>
          </a:solidFill>
          <a:ln w="38100" cap="rnd">
            <a:solidFill>
              <a:srgbClr val="FFFFFF"/>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A8758545-4DEE-0BC9-0981-B74A6BAD15D9}"/>
              </a:ext>
            </a:extLst>
          </p:cNvPr>
          <p:cNvSpPr>
            <a:spLocks noGrp="1"/>
          </p:cNvSpPr>
          <p:nvPr>
            <p:ph idx="1"/>
          </p:nvPr>
        </p:nvSpPr>
        <p:spPr>
          <a:xfrm>
            <a:off x="4975268" y="2664886"/>
            <a:ext cx="6753180" cy="3904180"/>
          </a:xfrm>
        </p:spPr>
        <p:txBody>
          <a:bodyPr vert="horz" lIns="91440" tIns="45720" rIns="91440" bIns="45720" rtlCol="0" anchor="t">
            <a:normAutofit fontScale="92500" lnSpcReduction="10000"/>
          </a:bodyPr>
          <a:lstStyle/>
          <a:p>
            <a:pPr>
              <a:lnSpc>
                <a:spcPct val="100000"/>
              </a:lnSpc>
            </a:pPr>
            <a:r>
              <a:rPr lang="en-US" sz="2400" dirty="0">
                <a:solidFill>
                  <a:srgbClr val="FFFFFF"/>
                </a:solidFill>
              </a:rPr>
              <a:t>Employee : Wally Mart</a:t>
            </a:r>
          </a:p>
          <a:p>
            <a:pPr>
              <a:lnSpc>
                <a:spcPct val="100000"/>
              </a:lnSpc>
            </a:pPr>
            <a:r>
              <a:rPr lang="en-US" sz="2400" dirty="0">
                <a:solidFill>
                  <a:srgbClr val="FFFFFF"/>
                </a:solidFill>
              </a:rPr>
              <a:t>Manager : Ms. Costco</a:t>
            </a:r>
          </a:p>
          <a:p>
            <a:pPr>
              <a:lnSpc>
                <a:spcPct val="100000"/>
              </a:lnSpc>
            </a:pPr>
            <a:r>
              <a:rPr lang="en-US" sz="2400" dirty="0">
                <a:solidFill>
                  <a:srgbClr val="FFFFFF"/>
                </a:solidFill>
              </a:rPr>
              <a:t>Department Manager : Mr. Sam</a:t>
            </a:r>
          </a:p>
          <a:p>
            <a:pPr>
              <a:lnSpc>
                <a:spcPct val="100000"/>
              </a:lnSpc>
            </a:pPr>
            <a:r>
              <a:rPr lang="en-US" sz="2400" dirty="0">
                <a:solidFill>
                  <a:srgbClr val="FFFFFF"/>
                </a:solidFill>
              </a:rPr>
              <a:t>Ops Manager : Ms. K. Mart (No relation to grievant)</a:t>
            </a:r>
          </a:p>
          <a:p>
            <a:pPr>
              <a:lnSpc>
                <a:spcPct val="100000"/>
              </a:lnSpc>
            </a:pPr>
            <a:r>
              <a:rPr lang="en-US" sz="2400" dirty="0">
                <a:solidFill>
                  <a:srgbClr val="FFFFFF"/>
                </a:solidFill>
              </a:rPr>
              <a:t>Issue : 120 Hrs. of AWOL Issued</a:t>
            </a:r>
          </a:p>
          <a:p>
            <a:pPr>
              <a:lnSpc>
                <a:spcPct val="100000"/>
              </a:lnSpc>
            </a:pPr>
            <a:r>
              <a:rPr lang="en-US" sz="2400" dirty="0">
                <a:solidFill>
                  <a:srgbClr val="FFFFFF"/>
                </a:solidFill>
              </a:rPr>
              <a:t>Information : Mr. Mart, Wally, had called in each day over a 3-week period to tell his manager that he would not be in to work due to his medical condition. Wally provided Ms. Costco with documentation to support this. Ms. Costco did not say anything to Wally about the leave being approved or denied. After Wally returned to work, 4 weeks later, he was issued an AWOL notice for the 3 weeks he needed to take care of his medical condition.</a:t>
            </a:r>
          </a:p>
        </p:txBody>
      </p:sp>
      <mc:AlternateContent xmlns:mc="http://schemas.openxmlformats.org/markup-compatibility/2006" xmlns:p14="http://schemas.microsoft.com/office/powerpoint/2010/main">
        <mc:Choice Requires="p14">
          <p:contentPart p14:bwMode="auto" r:id="rId4">
            <p14:nvContentPartPr>
              <p14:cNvPr id="25" name="Ink 24">
                <a:extLst>
                  <a:ext uri="{FF2B5EF4-FFF2-40B4-BE49-F238E27FC236}">
                    <a16:creationId xmlns:a16="http://schemas.microsoft.com/office/drawing/2014/main" id="{070477C5-0410-4E4F-97A1-F84C2465C187}"/>
                  </a:ext>
                  <a:ext uri="{C183D7F6-B498-43B3-948B-1728B52AA6E4}">
                    <adec:decorative xmlns:adec="http://schemas.microsoft.com/office/drawing/2017/decorative" val="1"/>
                  </a:ext>
                </a:extLst>
              </p14:cNvPr>
              <p14:cNvContentPartPr>
                <a14:cpLocks xmlns:a14="http://schemas.microsoft.com/office/drawing/2010/main" noGrp="1" noRot="1" noChangeAspect="1" noMove="1" noResize="1" noEditPoints="1" noAdjustHandles="1" noChangeArrowheads="1" noChangeShapeType="1"/>
              </p14:cNvContentPartPr>
              <p14:nvPr>
                <p:extLst>
                  <p:ext uri="{386F3935-93C4-4BCD-93E2-E3B085C9AB24}">
                    <p16:designElem xmlns:p16="http://schemas.microsoft.com/office/powerpoint/2015/main" val="1"/>
                  </p:ext>
                </p:extLst>
              </p14:nvPr>
            </p14:nvContentPartPr>
            <p14:xfrm>
              <a:off x="6436237" y="1971579"/>
              <a:ext cx="360" cy="2160"/>
            </p14:xfrm>
          </p:contentPart>
        </mc:Choice>
        <mc:Fallback xmlns="">
          <p:pic>
            <p:nvPicPr>
              <p:cNvPr id="25" name="Ink 24">
                <a:extLst>
                  <a:ext uri="{FF2B5EF4-FFF2-40B4-BE49-F238E27FC236}">
                    <a16:creationId xmlns:a16="http://schemas.microsoft.com/office/drawing/2014/main" id="{070477C5-0410-4E4F-97A1-F84C2465C187}"/>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p:cNvPicPr>
              <p:nvPr/>
            </p:nvPicPr>
            <p:blipFill>
              <a:blip r:embed="rId5"/>
              <a:stretch>
                <a:fillRect/>
              </a:stretch>
            </p:blipFill>
            <p:spPr>
              <a:xfrm>
                <a:off x="6418237" y="1956150"/>
                <a:ext cx="36000" cy="32709"/>
              </a:xfrm>
              <a:prstGeom prst="rect">
                <a:avLst/>
              </a:prstGeom>
            </p:spPr>
          </p:pic>
        </mc:Fallback>
      </mc:AlternateContent>
    </p:spTree>
    <p:extLst>
      <p:ext uri="{BB962C8B-B14F-4D97-AF65-F5344CB8AC3E}">
        <p14:creationId xmlns:p14="http://schemas.microsoft.com/office/powerpoint/2010/main" val="333312476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accent2">
            <a:lumMod val="20000"/>
            <a:lumOff val="80000"/>
          </a:schemeClr>
        </a:solidFill>
        <a:effectLst/>
      </p:bgPr>
    </p:bg>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DA381740-063A-41A4-836D-85D14980EEF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38200" y="4736883"/>
            <a:ext cx="4243589" cy="27432"/>
          </a:xfrm>
          <a:custGeom>
            <a:avLst/>
            <a:gdLst>
              <a:gd name="csX0" fmla="*/ 0 w 4243589"/>
              <a:gd name="csY0" fmla="*/ 0 h 27432"/>
              <a:gd name="csX1" fmla="*/ 563791 w 4243589"/>
              <a:gd name="csY1" fmla="*/ 0 h 27432"/>
              <a:gd name="csX2" fmla="*/ 1042710 w 4243589"/>
              <a:gd name="csY2" fmla="*/ 0 h 27432"/>
              <a:gd name="csX3" fmla="*/ 1564066 w 4243589"/>
              <a:gd name="csY3" fmla="*/ 0 h 27432"/>
              <a:gd name="csX4" fmla="*/ 2212729 w 4243589"/>
              <a:gd name="csY4" fmla="*/ 0 h 27432"/>
              <a:gd name="csX5" fmla="*/ 2776520 w 4243589"/>
              <a:gd name="csY5" fmla="*/ 0 h 27432"/>
              <a:gd name="csX6" fmla="*/ 3297875 w 4243589"/>
              <a:gd name="csY6" fmla="*/ 0 h 27432"/>
              <a:gd name="csX7" fmla="*/ 4243589 w 4243589"/>
              <a:gd name="csY7" fmla="*/ 0 h 27432"/>
              <a:gd name="csX8" fmla="*/ 4243589 w 4243589"/>
              <a:gd name="csY8" fmla="*/ 27432 h 27432"/>
              <a:gd name="csX9" fmla="*/ 3637362 w 4243589"/>
              <a:gd name="csY9" fmla="*/ 27432 h 27432"/>
              <a:gd name="csX10" fmla="*/ 3116007 w 4243589"/>
              <a:gd name="csY10" fmla="*/ 27432 h 27432"/>
              <a:gd name="csX11" fmla="*/ 2424908 w 4243589"/>
              <a:gd name="csY11" fmla="*/ 27432 h 27432"/>
              <a:gd name="csX12" fmla="*/ 1861117 w 4243589"/>
              <a:gd name="csY12" fmla="*/ 27432 h 27432"/>
              <a:gd name="csX13" fmla="*/ 1382198 w 4243589"/>
              <a:gd name="csY13" fmla="*/ 27432 h 27432"/>
              <a:gd name="csX14" fmla="*/ 733535 w 4243589"/>
              <a:gd name="csY14" fmla="*/ 27432 h 27432"/>
              <a:gd name="csX15" fmla="*/ 0 w 4243589"/>
              <a:gd name="csY15" fmla="*/ 27432 h 27432"/>
              <a:gd name="csX16" fmla="*/ 0 w 4243589"/>
              <a:gd name="csY16" fmla="*/ 0 h 27432"/>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Lst>
            <a:rect l="l" t="t" r="r" b="b"/>
            <a:pathLst>
              <a:path w="4243589" h="27432" fill="none" extrusionOk="0">
                <a:moveTo>
                  <a:pt x="0" y="0"/>
                </a:moveTo>
                <a:cubicBezTo>
                  <a:pt x="157351" y="-15653"/>
                  <a:pt x="378877" y="-5828"/>
                  <a:pt x="563791" y="0"/>
                </a:cubicBezTo>
                <a:cubicBezTo>
                  <a:pt x="748705" y="5828"/>
                  <a:pt x="905659" y="-5525"/>
                  <a:pt x="1042710" y="0"/>
                </a:cubicBezTo>
                <a:cubicBezTo>
                  <a:pt x="1179761" y="5525"/>
                  <a:pt x="1356845" y="-21288"/>
                  <a:pt x="1564066" y="0"/>
                </a:cubicBezTo>
                <a:cubicBezTo>
                  <a:pt x="1771287" y="21288"/>
                  <a:pt x="1912099" y="25135"/>
                  <a:pt x="2212729" y="0"/>
                </a:cubicBezTo>
                <a:cubicBezTo>
                  <a:pt x="2513359" y="-25135"/>
                  <a:pt x="2514918" y="-27119"/>
                  <a:pt x="2776520" y="0"/>
                </a:cubicBezTo>
                <a:cubicBezTo>
                  <a:pt x="3038122" y="27119"/>
                  <a:pt x="3178771" y="18116"/>
                  <a:pt x="3297875" y="0"/>
                </a:cubicBezTo>
                <a:cubicBezTo>
                  <a:pt x="3416980" y="-18116"/>
                  <a:pt x="4012240" y="-40869"/>
                  <a:pt x="4243589" y="0"/>
                </a:cubicBezTo>
                <a:cubicBezTo>
                  <a:pt x="4242616" y="8304"/>
                  <a:pt x="4243111" y="21512"/>
                  <a:pt x="4243589" y="27432"/>
                </a:cubicBezTo>
                <a:cubicBezTo>
                  <a:pt x="4112949" y="6289"/>
                  <a:pt x="3928037" y="10975"/>
                  <a:pt x="3637362" y="27432"/>
                </a:cubicBezTo>
                <a:cubicBezTo>
                  <a:pt x="3346687" y="43889"/>
                  <a:pt x="3254446" y="35813"/>
                  <a:pt x="3116007" y="27432"/>
                </a:cubicBezTo>
                <a:cubicBezTo>
                  <a:pt x="2977569" y="19051"/>
                  <a:pt x="2620228" y="38017"/>
                  <a:pt x="2424908" y="27432"/>
                </a:cubicBezTo>
                <a:cubicBezTo>
                  <a:pt x="2229588" y="16847"/>
                  <a:pt x="2088287" y="5290"/>
                  <a:pt x="1861117" y="27432"/>
                </a:cubicBezTo>
                <a:cubicBezTo>
                  <a:pt x="1633947" y="49574"/>
                  <a:pt x="1502447" y="8273"/>
                  <a:pt x="1382198" y="27432"/>
                </a:cubicBezTo>
                <a:cubicBezTo>
                  <a:pt x="1261949" y="46591"/>
                  <a:pt x="1045440" y="37497"/>
                  <a:pt x="733535" y="27432"/>
                </a:cubicBezTo>
                <a:cubicBezTo>
                  <a:pt x="421630" y="17367"/>
                  <a:pt x="341257" y="-9215"/>
                  <a:pt x="0" y="27432"/>
                </a:cubicBezTo>
                <a:cubicBezTo>
                  <a:pt x="-1048" y="14992"/>
                  <a:pt x="-1120" y="7447"/>
                  <a:pt x="0" y="0"/>
                </a:cubicBezTo>
                <a:close/>
              </a:path>
              <a:path w="4243589" h="27432" stroke="0" extrusionOk="0">
                <a:moveTo>
                  <a:pt x="0" y="0"/>
                </a:moveTo>
                <a:cubicBezTo>
                  <a:pt x="128164" y="17204"/>
                  <a:pt x="312653" y="1129"/>
                  <a:pt x="563791" y="0"/>
                </a:cubicBezTo>
                <a:cubicBezTo>
                  <a:pt x="814929" y="-1129"/>
                  <a:pt x="837271" y="8503"/>
                  <a:pt x="1042710" y="0"/>
                </a:cubicBezTo>
                <a:cubicBezTo>
                  <a:pt x="1248149" y="-8503"/>
                  <a:pt x="1588432" y="-28862"/>
                  <a:pt x="1733809" y="0"/>
                </a:cubicBezTo>
                <a:cubicBezTo>
                  <a:pt x="1879186" y="28862"/>
                  <a:pt x="2052815" y="5974"/>
                  <a:pt x="2297600" y="0"/>
                </a:cubicBezTo>
                <a:cubicBezTo>
                  <a:pt x="2542385" y="-5974"/>
                  <a:pt x="2699960" y="-23550"/>
                  <a:pt x="2861391" y="0"/>
                </a:cubicBezTo>
                <a:cubicBezTo>
                  <a:pt x="3022822" y="23550"/>
                  <a:pt x="3390411" y="25272"/>
                  <a:pt x="3552490" y="0"/>
                </a:cubicBezTo>
                <a:cubicBezTo>
                  <a:pt x="3714569" y="-25272"/>
                  <a:pt x="3950585" y="-31327"/>
                  <a:pt x="4243589" y="0"/>
                </a:cubicBezTo>
                <a:cubicBezTo>
                  <a:pt x="4244074" y="9333"/>
                  <a:pt x="4244867" y="19699"/>
                  <a:pt x="4243589" y="27432"/>
                </a:cubicBezTo>
                <a:cubicBezTo>
                  <a:pt x="4130424" y="7904"/>
                  <a:pt x="3932803" y="51393"/>
                  <a:pt x="3722234" y="27432"/>
                </a:cubicBezTo>
                <a:cubicBezTo>
                  <a:pt x="3511665" y="3471"/>
                  <a:pt x="3269903" y="55138"/>
                  <a:pt x="3116007" y="27432"/>
                </a:cubicBezTo>
                <a:cubicBezTo>
                  <a:pt x="2962111" y="-274"/>
                  <a:pt x="2744280" y="32368"/>
                  <a:pt x="2509780" y="27432"/>
                </a:cubicBezTo>
                <a:cubicBezTo>
                  <a:pt x="2275280" y="22496"/>
                  <a:pt x="2066059" y="52808"/>
                  <a:pt x="1945989" y="27432"/>
                </a:cubicBezTo>
                <a:cubicBezTo>
                  <a:pt x="1825919" y="2056"/>
                  <a:pt x="1407329" y="21760"/>
                  <a:pt x="1254890" y="27432"/>
                </a:cubicBezTo>
                <a:cubicBezTo>
                  <a:pt x="1102451" y="33104"/>
                  <a:pt x="837950" y="40817"/>
                  <a:pt x="563791" y="27432"/>
                </a:cubicBezTo>
                <a:cubicBezTo>
                  <a:pt x="289632" y="14047"/>
                  <a:pt x="132768" y="16249"/>
                  <a:pt x="0" y="27432"/>
                </a:cubicBezTo>
                <a:cubicBezTo>
                  <a:pt x="211" y="18145"/>
                  <a:pt x="120" y="6480"/>
                  <a:pt x="0" y="0"/>
                </a:cubicBezTo>
                <a:close/>
              </a:path>
            </a:pathLst>
          </a:custGeom>
          <a:solidFill>
            <a:schemeClr val="tx1"/>
          </a:solidFill>
          <a:ln w="38100" cap="rnd">
            <a:solidFill>
              <a:schemeClr val="tx1"/>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useBgFill="1">
        <p:nvSpPr>
          <p:cNvPr id="9" name="Rectangle 8">
            <a:extLst>
              <a:ext uri="{FF2B5EF4-FFF2-40B4-BE49-F238E27FC236}">
                <a16:creationId xmlns:a16="http://schemas.microsoft.com/office/drawing/2014/main" id="{ED8E54F9-849C-4865-8C5E-FD967B81D75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Freeform: Shape 10">
            <a:extLst>
              <a:ext uri="{FF2B5EF4-FFF2-40B4-BE49-F238E27FC236}">
                <a16:creationId xmlns:a16="http://schemas.microsoft.com/office/drawing/2014/main" id="{391AE6B3-1D2D-4C67-A4DB-888635B527A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2192000" cy="6054983"/>
          </a:xfrm>
          <a:custGeom>
            <a:avLst/>
            <a:gdLst>
              <a:gd name="connsiteX0" fmla="*/ 6788003 w 12188952"/>
              <a:gd name="connsiteY0" fmla="*/ 5986774 h 6054983"/>
              <a:gd name="connsiteX1" fmla="*/ 6787005 w 12188952"/>
              <a:gd name="connsiteY1" fmla="*/ 5986852 h 6054983"/>
              <a:gd name="connsiteX2" fmla="*/ 6786779 w 12188952"/>
              <a:gd name="connsiteY2" fmla="*/ 5987386 h 6054983"/>
              <a:gd name="connsiteX3" fmla="*/ 0 w 12188952"/>
              <a:gd name="connsiteY3" fmla="*/ 0 h 6054983"/>
              <a:gd name="connsiteX4" fmla="*/ 12188952 w 12188952"/>
              <a:gd name="connsiteY4" fmla="*/ 0 h 6054983"/>
              <a:gd name="connsiteX5" fmla="*/ 12188952 w 12188952"/>
              <a:gd name="connsiteY5" fmla="*/ 5092539 h 6054983"/>
              <a:gd name="connsiteX6" fmla="*/ 12058081 w 12188952"/>
              <a:gd name="connsiteY6" fmla="*/ 5131579 h 6054983"/>
              <a:gd name="connsiteX7" fmla="*/ 11673881 w 12188952"/>
              <a:gd name="connsiteY7" fmla="*/ 5235154 h 6054983"/>
              <a:gd name="connsiteX8" fmla="*/ 10422749 w 12188952"/>
              <a:gd name="connsiteY8" fmla="*/ 5518693 h 6054983"/>
              <a:gd name="connsiteX9" fmla="*/ 9421666 w 12188952"/>
              <a:gd name="connsiteY9" fmla="*/ 5693855 h 6054983"/>
              <a:gd name="connsiteX10" fmla="*/ 8456304 w 12188952"/>
              <a:gd name="connsiteY10" fmla="*/ 5827556 h 6054983"/>
              <a:gd name="connsiteX11" fmla="*/ 7714041 w 12188952"/>
              <a:gd name="connsiteY11" fmla="*/ 5907503 h 6054983"/>
              <a:gd name="connsiteX12" fmla="*/ 6949978 w 12188952"/>
              <a:gd name="connsiteY12" fmla="*/ 5973283 h 6054983"/>
              <a:gd name="connsiteX13" fmla="*/ 6934569 w 12188952"/>
              <a:gd name="connsiteY13" fmla="*/ 5975354 h 6054983"/>
              <a:gd name="connsiteX14" fmla="*/ 6788750 w 12188952"/>
              <a:gd name="connsiteY14" fmla="*/ 5986715 h 6054983"/>
              <a:gd name="connsiteX15" fmla="*/ 6798241 w 12188952"/>
              <a:gd name="connsiteY15" fmla="*/ 5988535 h 6054983"/>
              <a:gd name="connsiteX16" fmla="*/ 6833723 w 12188952"/>
              <a:gd name="connsiteY16" fmla="*/ 5986828 h 6054983"/>
              <a:gd name="connsiteX17" fmla="*/ 6882282 w 12188952"/>
              <a:gd name="connsiteY17" fmla="*/ 5983850 h 6054983"/>
              <a:gd name="connsiteX18" fmla="*/ 7576876 w 12188952"/>
              <a:gd name="connsiteY18" fmla="*/ 5951323 h 6054983"/>
              <a:gd name="connsiteX19" fmla="*/ 8621689 w 12188952"/>
              <a:gd name="connsiteY19" fmla="*/ 5864426 h 6054983"/>
              <a:gd name="connsiteX20" fmla="*/ 9477600 w 12188952"/>
              <a:gd name="connsiteY20" fmla="*/ 5760520 h 6054983"/>
              <a:gd name="connsiteX21" fmla="*/ 10626651 w 12188952"/>
              <a:gd name="connsiteY21" fmla="*/ 5566363 h 6054983"/>
              <a:gd name="connsiteX22" fmla="*/ 11995498 w 12188952"/>
              <a:gd name="connsiteY22" fmla="*/ 5240369 h 6054983"/>
              <a:gd name="connsiteX23" fmla="*/ 12188952 w 12188952"/>
              <a:gd name="connsiteY23" fmla="*/ 5183370 h 6054983"/>
              <a:gd name="connsiteX24" fmla="*/ 12188952 w 12188952"/>
              <a:gd name="connsiteY24" fmla="*/ 5238107 h 6054983"/>
              <a:gd name="connsiteX25" fmla="*/ 11826300 w 12188952"/>
              <a:gd name="connsiteY25" fmla="*/ 5343406 h 6054983"/>
              <a:gd name="connsiteX26" fmla="*/ 10936448 w 12188952"/>
              <a:gd name="connsiteY26" fmla="*/ 5557921 h 6054983"/>
              <a:gd name="connsiteX27" fmla="*/ 9983034 w 12188952"/>
              <a:gd name="connsiteY27" fmla="*/ 5737926 h 6054983"/>
              <a:gd name="connsiteX28" fmla="*/ 9184585 w 12188952"/>
              <a:gd name="connsiteY28" fmla="*/ 5853873 h 6054983"/>
              <a:gd name="connsiteX29" fmla="*/ 8576053 w 12188952"/>
              <a:gd name="connsiteY29" fmla="*/ 5923392 h 6054983"/>
              <a:gd name="connsiteX30" fmla="*/ 7862392 w 12188952"/>
              <a:gd name="connsiteY30" fmla="*/ 5984843 h 6054983"/>
              <a:gd name="connsiteX31" fmla="*/ 6933768 w 12188952"/>
              <a:gd name="connsiteY31" fmla="*/ 6036237 h 6054983"/>
              <a:gd name="connsiteX32" fmla="*/ 6476130 w 12188952"/>
              <a:gd name="connsiteY32" fmla="*/ 6050140 h 6054983"/>
              <a:gd name="connsiteX33" fmla="*/ 6360703 w 12188952"/>
              <a:gd name="connsiteY33" fmla="*/ 6054983 h 6054983"/>
              <a:gd name="connsiteX34" fmla="*/ 6055614 w 12188952"/>
              <a:gd name="connsiteY34" fmla="*/ 6054983 h 6054983"/>
              <a:gd name="connsiteX35" fmla="*/ 5976289 w 12188952"/>
              <a:gd name="connsiteY35" fmla="*/ 6050389 h 6054983"/>
              <a:gd name="connsiteX36" fmla="*/ 5263770 w 12188952"/>
              <a:gd name="connsiteY36" fmla="*/ 6014140 h 6054983"/>
              <a:gd name="connsiteX37" fmla="*/ 4345190 w 12188952"/>
              <a:gd name="connsiteY37" fmla="*/ 5952070 h 6054983"/>
              <a:gd name="connsiteX38" fmla="*/ 3372201 w 12188952"/>
              <a:gd name="connsiteY38" fmla="*/ 5853501 h 6054983"/>
              <a:gd name="connsiteX39" fmla="*/ 2361582 w 12188952"/>
              <a:gd name="connsiteY39" fmla="*/ 5734574 h 6054983"/>
              <a:gd name="connsiteX40" fmla="*/ 1232869 w 12188952"/>
              <a:gd name="connsiteY40" fmla="*/ 5561398 h 6054983"/>
              <a:gd name="connsiteX41" fmla="*/ 68483 w 12188952"/>
              <a:gd name="connsiteY41" fmla="*/ 5321691 h 6054983"/>
              <a:gd name="connsiteX42" fmla="*/ 0 w 12188952"/>
              <a:gd name="connsiteY42" fmla="*/ 5304336 h 6054983"/>
              <a:gd name="connsiteX43" fmla="*/ 0 w 12188952"/>
              <a:gd name="connsiteY43" fmla="*/ 5247847 h 6054983"/>
              <a:gd name="connsiteX44" fmla="*/ 72423 w 12188952"/>
              <a:gd name="connsiteY44" fmla="*/ 5266624 h 6054983"/>
              <a:gd name="connsiteX45" fmla="*/ 600566 w 12188952"/>
              <a:gd name="connsiteY45" fmla="*/ 5384994 h 6054983"/>
              <a:gd name="connsiteX46" fmla="*/ 1769069 w 12188952"/>
              <a:gd name="connsiteY46" fmla="*/ 5595162 h 6054983"/>
              <a:gd name="connsiteX47" fmla="*/ 2612900 w 12188952"/>
              <a:gd name="connsiteY47" fmla="*/ 5712104 h 6054983"/>
              <a:gd name="connsiteX48" fmla="*/ 2580488 w 12188952"/>
              <a:gd name="connsiteY48" fmla="*/ 5702173 h 6054983"/>
              <a:gd name="connsiteX49" fmla="*/ 1112357 w 12188952"/>
              <a:gd name="connsiteY49" fmla="*/ 5369476 h 6054983"/>
              <a:gd name="connsiteX50" fmla="*/ 420307 w 12188952"/>
              <a:gd name="connsiteY50" fmla="*/ 5170043 h 6054983"/>
              <a:gd name="connsiteX51" fmla="*/ 0 w 12188952"/>
              <a:gd name="connsiteY51" fmla="*/ 5031126 h 605498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Lst>
            <a:rect l="l" t="t" r="r" b="b"/>
            <a:pathLst>
              <a:path w="12188952" h="6054983">
                <a:moveTo>
                  <a:pt x="6788003" y="5986774"/>
                </a:moveTo>
                <a:lnTo>
                  <a:pt x="6787005" y="5986852"/>
                </a:lnTo>
                <a:lnTo>
                  <a:pt x="6786779" y="5987386"/>
                </a:lnTo>
                <a:close/>
                <a:moveTo>
                  <a:pt x="0" y="0"/>
                </a:moveTo>
                <a:lnTo>
                  <a:pt x="12188952" y="0"/>
                </a:lnTo>
                <a:lnTo>
                  <a:pt x="12188952" y="5092539"/>
                </a:lnTo>
                <a:lnTo>
                  <a:pt x="12058081" y="5131579"/>
                </a:lnTo>
                <a:cubicBezTo>
                  <a:pt x="11930517" y="5167793"/>
                  <a:pt x="11802439" y="5202322"/>
                  <a:pt x="11673881" y="5235154"/>
                </a:cubicBezTo>
                <a:cubicBezTo>
                  <a:pt x="11259973" y="5342661"/>
                  <a:pt x="10842632" y="5436263"/>
                  <a:pt x="10422749" y="5518693"/>
                </a:cubicBezTo>
                <a:cubicBezTo>
                  <a:pt x="10090287" y="5583904"/>
                  <a:pt x="9756593" y="5642301"/>
                  <a:pt x="9421666" y="5693855"/>
                </a:cubicBezTo>
                <a:cubicBezTo>
                  <a:pt x="9100721" y="5743512"/>
                  <a:pt x="8778938" y="5788079"/>
                  <a:pt x="8456304" y="5827556"/>
                </a:cubicBezTo>
                <a:cubicBezTo>
                  <a:pt x="8209307" y="5857722"/>
                  <a:pt x="7961801" y="5883295"/>
                  <a:pt x="7714041" y="5907503"/>
                </a:cubicBezTo>
                <a:lnTo>
                  <a:pt x="6949978" y="5973283"/>
                </a:lnTo>
                <a:lnTo>
                  <a:pt x="6934569" y="5975354"/>
                </a:lnTo>
                <a:lnTo>
                  <a:pt x="6788750" y="5986715"/>
                </a:lnTo>
                <a:lnTo>
                  <a:pt x="6798241" y="5988535"/>
                </a:lnTo>
                <a:cubicBezTo>
                  <a:pt x="6809920" y="5989001"/>
                  <a:pt x="6822028" y="5986828"/>
                  <a:pt x="6833723" y="5986828"/>
                </a:cubicBezTo>
                <a:cubicBezTo>
                  <a:pt x="6849867" y="5986828"/>
                  <a:pt x="6866012" y="5984221"/>
                  <a:pt x="6882282" y="5983850"/>
                </a:cubicBezTo>
                <a:cubicBezTo>
                  <a:pt x="7114026" y="5978388"/>
                  <a:pt x="7345514" y="5966221"/>
                  <a:pt x="7576876" y="5951323"/>
                </a:cubicBezTo>
                <a:cubicBezTo>
                  <a:pt x="7925570" y="5928855"/>
                  <a:pt x="8274011" y="5900676"/>
                  <a:pt x="8621689" y="5864426"/>
                </a:cubicBezTo>
                <a:cubicBezTo>
                  <a:pt x="8907712" y="5835128"/>
                  <a:pt x="9193011" y="5800493"/>
                  <a:pt x="9477600" y="5760520"/>
                </a:cubicBezTo>
                <a:cubicBezTo>
                  <a:pt x="9862435" y="5706146"/>
                  <a:pt x="10245452" y="5641432"/>
                  <a:pt x="10626651" y="5566363"/>
                </a:cubicBezTo>
                <a:cubicBezTo>
                  <a:pt x="11087341" y="5475243"/>
                  <a:pt x="11544088" y="5367737"/>
                  <a:pt x="11995498" y="5240369"/>
                </a:cubicBezTo>
                <a:lnTo>
                  <a:pt x="12188952" y="5183370"/>
                </a:lnTo>
                <a:lnTo>
                  <a:pt x="12188952" y="5238107"/>
                </a:lnTo>
                <a:lnTo>
                  <a:pt x="11826300" y="5343406"/>
                </a:lnTo>
                <a:cubicBezTo>
                  <a:pt x="11531885" y="5423103"/>
                  <a:pt x="11235310" y="5493989"/>
                  <a:pt x="10936448" y="5557921"/>
                </a:cubicBezTo>
                <a:cubicBezTo>
                  <a:pt x="10620168" y="5625703"/>
                  <a:pt x="10302365" y="5685700"/>
                  <a:pt x="9983034" y="5737926"/>
                </a:cubicBezTo>
                <a:cubicBezTo>
                  <a:pt x="9717606" y="5781375"/>
                  <a:pt x="9451451" y="5820020"/>
                  <a:pt x="9184585" y="5853873"/>
                </a:cubicBezTo>
                <a:cubicBezTo>
                  <a:pt x="8981951" y="5879447"/>
                  <a:pt x="8779319" y="5903530"/>
                  <a:pt x="8576053" y="5923392"/>
                </a:cubicBezTo>
                <a:cubicBezTo>
                  <a:pt x="8338462" y="5946112"/>
                  <a:pt x="8100618" y="5967587"/>
                  <a:pt x="7862392" y="5984843"/>
                </a:cubicBezTo>
                <a:cubicBezTo>
                  <a:pt x="7553105" y="6007187"/>
                  <a:pt x="7243690" y="6025065"/>
                  <a:pt x="6933768" y="6036237"/>
                </a:cubicBezTo>
                <a:cubicBezTo>
                  <a:pt x="6781221" y="6041700"/>
                  <a:pt x="6628676" y="6045548"/>
                  <a:pt x="6476130" y="6050140"/>
                </a:cubicBezTo>
                <a:cubicBezTo>
                  <a:pt x="6437585" y="6048056"/>
                  <a:pt x="6398929" y="6049681"/>
                  <a:pt x="6360703" y="6054983"/>
                </a:cubicBezTo>
                <a:lnTo>
                  <a:pt x="6055614" y="6054983"/>
                </a:lnTo>
                <a:lnTo>
                  <a:pt x="5976289" y="6050389"/>
                </a:lnTo>
                <a:cubicBezTo>
                  <a:pt x="5738826" y="6037976"/>
                  <a:pt x="5501363" y="6024197"/>
                  <a:pt x="5263770" y="6014140"/>
                </a:cubicBezTo>
                <a:cubicBezTo>
                  <a:pt x="4957027" y="6001724"/>
                  <a:pt x="4650663" y="5981244"/>
                  <a:pt x="4345190" y="5952070"/>
                </a:cubicBezTo>
                <a:cubicBezTo>
                  <a:pt x="4020648" y="5921158"/>
                  <a:pt x="3696870" y="5886523"/>
                  <a:pt x="3372201" y="5853501"/>
                </a:cubicBezTo>
                <a:cubicBezTo>
                  <a:pt x="3034653" y="5819239"/>
                  <a:pt x="2697781" y="5779600"/>
                  <a:pt x="2361582" y="5734574"/>
                </a:cubicBezTo>
                <a:cubicBezTo>
                  <a:pt x="1984196" y="5684421"/>
                  <a:pt x="1607962" y="5626695"/>
                  <a:pt x="1232869" y="5561398"/>
                </a:cubicBezTo>
                <a:cubicBezTo>
                  <a:pt x="841970" y="5492685"/>
                  <a:pt x="453644" y="5414197"/>
                  <a:pt x="68483" y="5321691"/>
                </a:cubicBezTo>
                <a:lnTo>
                  <a:pt x="0" y="5304336"/>
                </a:lnTo>
                <a:lnTo>
                  <a:pt x="0" y="5247847"/>
                </a:lnTo>
                <a:lnTo>
                  <a:pt x="72423" y="5266624"/>
                </a:lnTo>
                <a:cubicBezTo>
                  <a:pt x="247899" y="5308802"/>
                  <a:pt x="424058" y="5348062"/>
                  <a:pt x="600566" y="5384994"/>
                </a:cubicBezTo>
                <a:cubicBezTo>
                  <a:pt x="988032" y="5465808"/>
                  <a:pt x="1377788" y="5534706"/>
                  <a:pt x="1769069" y="5595162"/>
                </a:cubicBezTo>
                <a:cubicBezTo>
                  <a:pt x="2051913" y="5638738"/>
                  <a:pt x="2335141" y="5678835"/>
                  <a:pt x="2612900" y="5712104"/>
                </a:cubicBezTo>
                <a:cubicBezTo>
                  <a:pt x="2604892" y="5714711"/>
                  <a:pt x="2593962" y="5704655"/>
                  <a:pt x="2580488" y="5702173"/>
                </a:cubicBezTo>
                <a:cubicBezTo>
                  <a:pt x="2086656" y="5610221"/>
                  <a:pt x="1597284" y="5499328"/>
                  <a:pt x="1112357" y="5369476"/>
                </a:cubicBezTo>
                <a:cubicBezTo>
                  <a:pt x="880233" y="5307405"/>
                  <a:pt x="649550" y="5240927"/>
                  <a:pt x="420307" y="5170043"/>
                </a:cubicBezTo>
                <a:lnTo>
                  <a:pt x="0" y="5031126"/>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itle 1">
            <a:extLst>
              <a:ext uri="{FF2B5EF4-FFF2-40B4-BE49-F238E27FC236}">
                <a16:creationId xmlns:a16="http://schemas.microsoft.com/office/drawing/2014/main" id="{B907DF54-A09B-B7F0-0090-C64349EB518E}"/>
              </a:ext>
            </a:extLst>
          </p:cNvPr>
          <p:cNvSpPr>
            <a:spLocks noGrp="1"/>
          </p:cNvSpPr>
          <p:nvPr>
            <p:ph type="title"/>
          </p:nvPr>
        </p:nvSpPr>
        <p:spPr>
          <a:xfrm>
            <a:off x="1524000" y="929452"/>
            <a:ext cx="9144000" cy="2526738"/>
          </a:xfrm>
        </p:spPr>
        <p:txBody>
          <a:bodyPr vert="horz" lIns="91440" tIns="45720" rIns="91440" bIns="45720" rtlCol="0" anchor="b">
            <a:normAutofit/>
          </a:bodyPr>
          <a:lstStyle/>
          <a:p>
            <a:r>
              <a:rPr lang="en-US" sz="8800">
                <a:solidFill>
                  <a:srgbClr val="FFFFFF"/>
                </a:solidFill>
              </a:rPr>
              <a:t>Identify</a:t>
            </a:r>
          </a:p>
        </p:txBody>
      </p:sp>
      <p:sp>
        <p:nvSpPr>
          <p:cNvPr id="13" name="Rectangle 12">
            <a:extLst>
              <a:ext uri="{FF2B5EF4-FFF2-40B4-BE49-F238E27FC236}">
                <a16:creationId xmlns:a16="http://schemas.microsoft.com/office/drawing/2014/main" id="{08FD86A2-82CE-48F4-B78A-8B9CA7BA2CC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974206" y="3542284"/>
            <a:ext cx="4243589" cy="27432"/>
          </a:xfrm>
          <a:custGeom>
            <a:avLst/>
            <a:gdLst>
              <a:gd name="csX0" fmla="*/ 0 w 4243589"/>
              <a:gd name="csY0" fmla="*/ 0 h 27432"/>
              <a:gd name="csX1" fmla="*/ 563791 w 4243589"/>
              <a:gd name="csY1" fmla="*/ 0 h 27432"/>
              <a:gd name="csX2" fmla="*/ 1042710 w 4243589"/>
              <a:gd name="csY2" fmla="*/ 0 h 27432"/>
              <a:gd name="csX3" fmla="*/ 1564066 w 4243589"/>
              <a:gd name="csY3" fmla="*/ 0 h 27432"/>
              <a:gd name="csX4" fmla="*/ 2212729 w 4243589"/>
              <a:gd name="csY4" fmla="*/ 0 h 27432"/>
              <a:gd name="csX5" fmla="*/ 2776520 w 4243589"/>
              <a:gd name="csY5" fmla="*/ 0 h 27432"/>
              <a:gd name="csX6" fmla="*/ 3297875 w 4243589"/>
              <a:gd name="csY6" fmla="*/ 0 h 27432"/>
              <a:gd name="csX7" fmla="*/ 4243589 w 4243589"/>
              <a:gd name="csY7" fmla="*/ 0 h 27432"/>
              <a:gd name="csX8" fmla="*/ 4243589 w 4243589"/>
              <a:gd name="csY8" fmla="*/ 27432 h 27432"/>
              <a:gd name="csX9" fmla="*/ 3637362 w 4243589"/>
              <a:gd name="csY9" fmla="*/ 27432 h 27432"/>
              <a:gd name="csX10" fmla="*/ 3116007 w 4243589"/>
              <a:gd name="csY10" fmla="*/ 27432 h 27432"/>
              <a:gd name="csX11" fmla="*/ 2424908 w 4243589"/>
              <a:gd name="csY11" fmla="*/ 27432 h 27432"/>
              <a:gd name="csX12" fmla="*/ 1861117 w 4243589"/>
              <a:gd name="csY12" fmla="*/ 27432 h 27432"/>
              <a:gd name="csX13" fmla="*/ 1382198 w 4243589"/>
              <a:gd name="csY13" fmla="*/ 27432 h 27432"/>
              <a:gd name="csX14" fmla="*/ 733535 w 4243589"/>
              <a:gd name="csY14" fmla="*/ 27432 h 27432"/>
              <a:gd name="csX15" fmla="*/ 0 w 4243589"/>
              <a:gd name="csY15" fmla="*/ 27432 h 27432"/>
              <a:gd name="csX16" fmla="*/ 0 w 4243589"/>
              <a:gd name="csY16" fmla="*/ 0 h 27432"/>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Lst>
            <a:rect l="l" t="t" r="r" b="b"/>
            <a:pathLst>
              <a:path w="4243589" h="27432" fill="none" extrusionOk="0">
                <a:moveTo>
                  <a:pt x="0" y="0"/>
                </a:moveTo>
                <a:cubicBezTo>
                  <a:pt x="157351" y="-15653"/>
                  <a:pt x="378877" y="-5828"/>
                  <a:pt x="563791" y="0"/>
                </a:cubicBezTo>
                <a:cubicBezTo>
                  <a:pt x="748705" y="5828"/>
                  <a:pt x="905659" y="-5525"/>
                  <a:pt x="1042710" y="0"/>
                </a:cubicBezTo>
                <a:cubicBezTo>
                  <a:pt x="1179761" y="5525"/>
                  <a:pt x="1356845" y="-21288"/>
                  <a:pt x="1564066" y="0"/>
                </a:cubicBezTo>
                <a:cubicBezTo>
                  <a:pt x="1771287" y="21288"/>
                  <a:pt x="1912099" y="25135"/>
                  <a:pt x="2212729" y="0"/>
                </a:cubicBezTo>
                <a:cubicBezTo>
                  <a:pt x="2513359" y="-25135"/>
                  <a:pt x="2514918" y="-27119"/>
                  <a:pt x="2776520" y="0"/>
                </a:cubicBezTo>
                <a:cubicBezTo>
                  <a:pt x="3038122" y="27119"/>
                  <a:pt x="3178771" y="18116"/>
                  <a:pt x="3297875" y="0"/>
                </a:cubicBezTo>
                <a:cubicBezTo>
                  <a:pt x="3416980" y="-18116"/>
                  <a:pt x="4012240" y="-40869"/>
                  <a:pt x="4243589" y="0"/>
                </a:cubicBezTo>
                <a:cubicBezTo>
                  <a:pt x="4242616" y="8304"/>
                  <a:pt x="4243111" y="21512"/>
                  <a:pt x="4243589" y="27432"/>
                </a:cubicBezTo>
                <a:cubicBezTo>
                  <a:pt x="4112949" y="6289"/>
                  <a:pt x="3928037" y="10975"/>
                  <a:pt x="3637362" y="27432"/>
                </a:cubicBezTo>
                <a:cubicBezTo>
                  <a:pt x="3346687" y="43889"/>
                  <a:pt x="3254446" y="35813"/>
                  <a:pt x="3116007" y="27432"/>
                </a:cubicBezTo>
                <a:cubicBezTo>
                  <a:pt x="2977569" y="19051"/>
                  <a:pt x="2620228" y="38017"/>
                  <a:pt x="2424908" y="27432"/>
                </a:cubicBezTo>
                <a:cubicBezTo>
                  <a:pt x="2229588" y="16847"/>
                  <a:pt x="2088287" y="5290"/>
                  <a:pt x="1861117" y="27432"/>
                </a:cubicBezTo>
                <a:cubicBezTo>
                  <a:pt x="1633947" y="49574"/>
                  <a:pt x="1502447" y="8273"/>
                  <a:pt x="1382198" y="27432"/>
                </a:cubicBezTo>
                <a:cubicBezTo>
                  <a:pt x="1261949" y="46591"/>
                  <a:pt x="1045440" y="37497"/>
                  <a:pt x="733535" y="27432"/>
                </a:cubicBezTo>
                <a:cubicBezTo>
                  <a:pt x="421630" y="17367"/>
                  <a:pt x="341257" y="-9215"/>
                  <a:pt x="0" y="27432"/>
                </a:cubicBezTo>
                <a:cubicBezTo>
                  <a:pt x="-1048" y="14992"/>
                  <a:pt x="-1120" y="7447"/>
                  <a:pt x="0" y="0"/>
                </a:cubicBezTo>
                <a:close/>
              </a:path>
              <a:path w="4243589" h="27432" stroke="0" extrusionOk="0">
                <a:moveTo>
                  <a:pt x="0" y="0"/>
                </a:moveTo>
                <a:cubicBezTo>
                  <a:pt x="128164" y="17204"/>
                  <a:pt x="312653" y="1129"/>
                  <a:pt x="563791" y="0"/>
                </a:cubicBezTo>
                <a:cubicBezTo>
                  <a:pt x="814929" y="-1129"/>
                  <a:pt x="837271" y="8503"/>
                  <a:pt x="1042710" y="0"/>
                </a:cubicBezTo>
                <a:cubicBezTo>
                  <a:pt x="1248149" y="-8503"/>
                  <a:pt x="1588432" y="-28862"/>
                  <a:pt x="1733809" y="0"/>
                </a:cubicBezTo>
                <a:cubicBezTo>
                  <a:pt x="1879186" y="28862"/>
                  <a:pt x="2052815" y="5974"/>
                  <a:pt x="2297600" y="0"/>
                </a:cubicBezTo>
                <a:cubicBezTo>
                  <a:pt x="2542385" y="-5974"/>
                  <a:pt x="2699960" y="-23550"/>
                  <a:pt x="2861391" y="0"/>
                </a:cubicBezTo>
                <a:cubicBezTo>
                  <a:pt x="3022822" y="23550"/>
                  <a:pt x="3390411" y="25272"/>
                  <a:pt x="3552490" y="0"/>
                </a:cubicBezTo>
                <a:cubicBezTo>
                  <a:pt x="3714569" y="-25272"/>
                  <a:pt x="3950585" y="-31327"/>
                  <a:pt x="4243589" y="0"/>
                </a:cubicBezTo>
                <a:cubicBezTo>
                  <a:pt x="4244074" y="9333"/>
                  <a:pt x="4244867" y="19699"/>
                  <a:pt x="4243589" y="27432"/>
                </a:cubicBezTo>
                <a:cubicBezTo>
                  <a:pt x="4130424" y="7904"/>
                  <a:pt x="3932803" y="51393"/>
                  <a:pt x="3722234" y="27432"/>
                </a:cubicBezTo>
                <a:cubicBezTo>
                  <a:pt x="3511665" y="3471"/>
                  <a:pt x="3269903" y="55138"/>
                  <a:pt x="3116007" y="27432"/>
                </a:cubicBezTo>
                <a:cubicBezTo>
                  <a:pt x="2962111" y="-274"/>
                  <a:pt x="2744280" y="32368"/>
                  <a:pt x="2509780" y="27432"/>
                </a:cubicBezTo>
                <a:cubicBezTo>
                  <a:pt x="2275280" y="22496"/>
                  <a:pt x="2066059" y="52808"/>
                  <a:pt x="1945989" y="27432"/>
                </a:cubicBezTo>
                <a:cubicBezTo>
                  <a:pt x="1825919" y="2056"/>
                  <a:pt x="1407329" y="21760"/>
                  <a:pt x="1254890" y="27432"/>
                </a:cubicBezTo>
                <a:cubicBezTo>
                  <a:pt x="1102451" y="33104"/>
                  <a:pt x="837950" y="40817"/>
                  <a:pt x="563791" y="27432"/>
                </a:cubicBezTo>
                <a:cubicBezTo>
                  <a:pt x="289632" y="14047"/>
                  <a:pt x="132768" y="16249"/>
                  <a:pt x="0" y="27432"/>
                </a:cubicBezTo>
                <a:cubicBezTo>
                  <a:pt x="211" y="18145"/>
                  <a:pt x="120" y="6480"/>
                  <a:pt x="0" y="0"/>
                </a:cubicBezTo>
                <a:close/>
              </a:path>
            </a:pathLst>
          </a:custGeom>
          <a:solidFill>
            <a:srgbClr val="FFFFFF"/>
          </a:solidFill>
          <a:ln w="38100" cap="rnd">
            <a:solidFill>
              <a:srgbClr val="FFFFFF"/>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34385431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accent2">
            <a:lumMod val="20000"/>
            <a:lumOff val="80000"/>
          </a:schemeClr>
        </a:solidFill>
        <a:effectLst/>
      </p:bgPr>
    </p:bg>
    <p:spTree>
      <p:nvGrpSpPr>
        <p:cNvPr id="1" name=""/>
        <p:cNvGrpSpPr/>
        <p:nvPr/>
      </p:nvGrpSpPr>
      <p:grpSpPr>
        <a:xfrm>
          <a:off x="0" y="0"/>
          <a:ext cx="0" cy="0"/>
          <a:chOff x="0" y="0"/>
          <a:chExt cx="0" cy="0"/>
        </a:xfrm>
      </p:grpSpPr>
      <p:sp>
        <p:nvSpPr>
          <p:cNvPr id="23" name="Rectangle 22">
            <a:extLst>
              <a:ext uri="{FF2B5EF4-FFF2-40B4-BE49-F238E27FC236}">
                <a16:creationId xmlns:a16="http://schemas.microsoft.com/office/drawing/2014/main" id="{EBDD1931-9E86-4402-9A68-33A2D9EFB19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38199" y="1709928"/>
            <a:ext cx="10515600" cy="27432"/>
          </a:xfrm>
          <a:custGeom>
            <a:avLst/>
            <a:gdLst>
              <a:gd name="csX0" fmla="*/ 0 w 10515600"/>
              <a:gd name="csY0" fmla="*/ 0 h 27432"/>
              <a:gd name="csX1" fmla="*/ 446913 w 10515600"/>
              <a:gd name="csY1" fmla="*/ 0 h 27432"/>
              <a:gd name="csX2" fmla="*/ 1104138 w 10515600"/>
              <a:gd name="csY2" fmla="*/ 0 h 27432"/>
              <a:gd name="csX3" fmla="*/ 1866519 w 10515600"/>
              <a:gd name="csY3" fmla="*/ 0 h 27432"/>
              <a:gd name="csX4" fmla="*/ 2208276 w 10515600"/>
              <a:gd name="csY4" fmla="*/ 0 h 27432"/>
              <a:gd name="csX5" fmla="*/ 2550033 w 10515600"/>
              <a:gd name="csY5" fmla="*/ 0 h 27432"/>
              <a:gd name="csX6" fmla="*/ 3417570 w 10515600"/>
              <a:gd name="csY6" fmla="*/ 0 h 27432"/>
              <a:gd name="csX7" fmla="*/ 4074795 w 10515600"/>
              <a:gd name="csY7" fmla="*/ 0 h 27432"/>
              <a:gd name="csX8" fmla="*/ 4416552 w 10515600"/>
              <a:gd name="csY8" fmla="*/ 0 h 27432"/>
              <a:gd name="csX9" fmla="*/ 5073777 w 10515600"/>
              <a:gd name="csY9" fmla="*/ 0 h 27432"/>
              <a:gd name="csX10" fmla="*/ 5941314 w 10515600"/>
              <a:gd name="csY10" fmla="*/ 0 h 27432"/>
              <a:gd name="csX11" fmla="*/ 6493383 w 10515600"/>
              <a:gd name="csY11" fmla="*/ 0 h 27432"/>
              <a:gd name="csX12" fmla="*/ 7045452 w 10515600"/>
              <a:gd name="csY12" fmla="*/ 0 h 27432"/>
              <a:gd name="csX13" fmla="*/ 7702677 w 10515600"/>
              <a:gd name="csY13" fmla="*/ 0 h 27432"/>
              <a:gd name="csX14" fmla="*/ 8465058 w 10515600"/>
              <a:gd name="csY14" fmla="*/ 0 h 27432"/>
              <a:gd name="csX15" fmla="*/ 9227439 w 10515600"/>
              <a:gd name="csY15" fmla="*/ 0 h 27432"/>
              <a:gd name="csX16" fmla="*/ 10515600 w 10515600"/>
              <a:gd name="csY16" fmla="*/ 0 h 27432"/>
              <a:gd name="csX17" fmla="*/ 10515600 w 10515600"/>
              <a:gd name="csY17" fmla="*/ 27432 h 27432"/>
              <a:gd name="csX18" fmla="*/ 10068687 w 10515600"/>
              <a:gd name="csY18" fmla="*/ 27432 h 27432"/>
              <a:gd name="csX19" fmla="*/ 9201150 w 10515600"/>
              <a:gd name="csY19" fmla="*/ 27432 h 27432"/>
              <a:gd name="csX20" fmla="*/ 8543925 w 10515600"/>
              <a:gd name="csY20" fmla="*/ 27432 h 27432"/>
              <a:gd name="csX21" fmla="*/ 8202168 w 10515600"/>
              <a:gd name="csY21" fmla="*/ 27432 h 27432"/>
              <a:gd name="csX22" fmla="*/ 7544943 w 10515600"/>
              <a:gd name="csY22" fmla="*/ 27432 h 27432"/>
              <a:gd name="csX23" fmla="*/ 6992874 w 10515600"/>
              <a:gd name="csY23" fmla="*/ 27432 h 27432"/>
              <a:gd name="csX24" fmla="*/ 6440805 w 10515600"/>
              <a:gd name="csY24" fmla="*/ 27432 h 27432"/>
              <a:gd name="csX25" fmla="*/ 5888736 w 10515600"/>
              <a:gd name="csY25" fmla="*/ 27432 h 27432"/>
              <a:gd name="csX26" fmla="*/ 5336667 w 10515600"/>
              <a:gd name="csY26" fmla="*/ 27432 h 27432"/>
              <a:gd name="csX27" fmla="*/ 4574286 w 10515600"/>
              <a:gd name="csY27" fmla="*/ 27432 h 27432"/>
              <a:gd name="csX28" fmla="*/ 3917061 w 10515600"/>
              <a:gd name="csY28" fmla="*/ 27432 h 27432"/>
              <a:gd name="csX29" fmla="*/ 3575304 w 10515600"/>
              <a:gd name="csY29" fmla="*/ 27432 h 27432"/>
              <a:gd name="csX30" fmla="*/ 3023235 w 10515600"/>
              <a:gd name="csY30" fmla="*/ 27432 h 27432"/>
              <a:gd name="csX31" fmla="*/ 2260854 w 10515600"/>
              <a:gd name="csY31" fmla="*/ 27432 h 27432"/>
              <a:gd name="csX32" fmla="*/ 1813941 w 10515600"/>
              <a:gd name="csY32" fmla="*/ 27432 h 27432"/>
              <a:gd name="csX33" fmla="*/ 946404 w 10515600"/>
              <a:gd name="csY33" fmla="*/ 27432 h 27432"/>
              <a:gd name="csX34" fmla="*/ 0 w 10515600"/>
              <a:gd name="csY34" fmla="*/ 27432 h 27432"/>
              <a:gd name="csX35" fmla="*/ 0 w 10515600"/>
              <a:gd name="csY35" fmla="*/ 0 h 27432"/>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Lst>
            <a:rect l="l" t="t" r="r" b="b"/>
            <a:pathLst>
              <a:path w="10515600" h="27432" fill="none" extrusionOk="0">
                <a:moveTo>
                  <a:pt x="0" y="0"/>
                </a:moveTo>
                <a:cubicBezTo>
                  <a:pt x="119693" y="-14343"/>
                  <a:pt x="253007" y="-7583"/>
                  <a:pt x="446913" y="0"/>
                </a:cubicBezTo>
                <a:cubicBezTo>
                  <a:pt x="640819" y="7583"/>
                  <a:pt x="841419" y="-7067"/>
                  <a:pt x="1104138" y="0"/>
                </a:cubicBezTo>
                <a:cubicBezTo>
                  <a:pt x="1366858" y="7067"/>
                  <a:pt x="1495525" y="1255"/>
                  <a:pt x="1866519" y="0"/>
                </a:cubicBezTo>
                <a:cubicBezTo>
                  <a:pt x="2237513" y="-1255"/>
                  <a:pt x="2043820" y="12003"/>
                  <a:pt x="2208276" y="0"/>
                </a:cubicBezTo>
                <a:cubicBezTo>
                  <a:pt x="2372732" y="-12003"/>
                  <a:pt x="2419452" y="9887"/>
                  <a:pt x="2550033" y="0"/>
                </a:cubicBezTo>
                <a:cubicBezTo>
                  <a:pt x="2680614" y="-9887"/>
                  <a:pt x="3098156" y="3827"/>
                  <a:pt x="3417570" y="0"/>
                </a:cubicBezTo>
                <a:cubicBezTo>
                  <a:pt x="3736984" y="-3827"/>
                  <a:pt x="3916040" y="-6233"/>
                  <a:pt x="4074795" y="0"/>
                </a:cubicBezTo>
                <a:cubicBezTo>
                  <a:pt x="4233551" y="6233"/>
                  <a:pt x="4279253" y="5661"/>
                  <a:pt x="4416552" y="0"/>
                </a:cubicBezTo>
                <a:cubicBezTo>
                  <a:pt x="4553851" y="-5661"/>
                  <a:pt x="4915758" y="26022"/>
                  <a:pt x="5073777" y="0"/>
                </a:cubicBezTo>
                <a:cubicBezTo>
                  <a:pt x="5231797" y="-26022"/>
                  <a:pt x="5612089" y="32230"/>
                  <a:pt x="5941314" y="0"/>
                </a:cubicBezTo>
                <a:cubicBezTo>
                  <a:pt x="6270539" y="-32230"/>
                  <a:pt x="6313600" y="3064"/>
                  <a:pt x="6493383" y="0"/>
                </a:cubicBezTo>
                <a:cubicBezTo>
                  <a:pt x="6673166" y="-3064"/>
                  <a:pt x="6902474" y="-21096"/>
                  <a:pt x="7045452" y="0"/>
                </a:cubicBezTo>
                <a:cubicBezTo>
                  <a:pt x="7188430" y="21096"/>
                  <a:pt x="7478162" y="17386"/>
                  <a:pt x="7702677" y="0"/>
                </a:cubicBezTo>
                <a:cubicBezTo>
                  <a:pt x="7927192" y="-17386"/>
                  <a:pt x="8295683" y="-35143"/>
                  <a:pt x="8465058" y="0"/>
                </a:cubicBezTo>
                <a:cubicBezTo>
                  <a:pt x="8634433" y="35143"/>
                  <a:pt x="8927835" y="4103"/>
                  <a:pt x="9227439" y="0"/>
                </a:cubicBezTo>
                <a:cubicBezTo>
                  <a:pt x="9527043" y="-4103"/>
                  <a:pt x="10105355" y="-17535"/>
                  <a:pt x="10515600" y="0"/>
                </a:cubicBezTo>
                <a:cubicBezTo>
                  <a:pt x="10515789" y="12323"/>
                  <a:pt x="10515633" y="14639"/>
                  <a:pt x="10515600" y="27432"/>
                </a:cubicBezTo>
                <a:cubicBezTo>
                  <a:pt x="10343646" y="15282"/>
                  <a:pt x="10223667" y="31057"/>
                  <a:pt x="10068687" y="27432"/>
                </a:cubicBezTo>
                <a:cubicBezTo>
                  <a:pt x="9913707" y="23807"/>
                  <a:pt x="9512455" y="4101"/>
                  <a:pt x="9201150" y="27432"/>
                </a:cubicBezTo>
                <a:cubicBezTo>
                  <a:pt x="8889845" y="50763"/>
                  <a:pt x="8866277" y="3158"/>
                  <a:pt x="8543925" y="27432"/>
                </a:cubicBezTo>
                <a:cubicBezTo>
                  <a:pt x="8221573" y="51706"/>
                  <a:pt x="8288348" y="37286"/>
                  <a:pt x="8202168" y="27432"/>
                </a:cubicBezTo>
                <a:cubicBezTo>
                  <a:pt x="8115988" y="17578"/>
                  <a:pt x="7797033" y="6631"/>
                  <a:pt x="7544943" y="27432"/>
                </a:cubicBezTo>
                <a:cubicBezTo>
                  <a:pt x="7292854" y="48233"/>
                  <a:pt x="7108060" y="41767"/>
                  <a:pt x="6992874" y="27432"/>
                </a:cubicBezTo>
                <a:cubicBezTo>
                  <a:pt x="6877688" y="13097"/>
                  <a:pt x="6668930" y="7947"/>
                  <a:pt x="6440805" y="27432"/>
                </a:cubicBezTo>
                <a:cubicBezTo>
                  <a:pt x="6212680" y="46917"/>
                  <a:pt x="6027476" y="35225"/>
                  <a:pt x="5888736" y="27432"/>
                </a:cubicBezTo>
                <a:cubicBezTo>
                  <a:pt x="5749996" y="19639"/>
                  <a:pt x="5574559" y="43627"/>
                  <a:pt x="5336667" y="27432"/>
                </a:cubicBezTo>
                <a:cubicBezTo>
                  <a:pt x="5098775" y="11237"/>
                  <a:pt x="4837534" y="41882"/>
                  <a:pt x="4574286" y="27432"/>
                </a:cubicBezTo>
                <a:cubicBezTo>
                  <a:pt x="4311038" y="12982"/>
                  <a:pt x="4126419" y="26678"/>
                  <a:pt x="3917061" y="27432"/>
                </a:cubicBezTo>
                <a:cubicBezTo>
                  <a:pt x="3707704" y="28186"/>
                  <a:pt x="3657291" y="40087"/>
                  <a:pt x="3575304" y="27432"/>
                </a:cubicBezTo>
                <a:cubicBezTo>
                  <a:pt x="3493317" y="14777"/>
                  <a:pt x="3185226" y="45867"/>
                  <a:pt x="3023235" y="27432"/>
                </a:cubicBezTo>
                <a:cubicBezTo>
                  <a:pt x="2861244" y="8997"/>
                  <a:pt x="2597085" y="35801"/>
                  <a:pt x="2260854" y="27432"/>
                </a:cubicBezTo>
                <a:cubicBezTo>
                  <a:pt x="1924623" y="19063"/>
                  <a:pt x="1996678" y="15705"/>
                  <a:pt x="1813941" y="27432"/>
                </a:cubicBezTo>
                <a:cubicBezTo>
                  <a:pt x="1631204" y="39159"/>
                  <a:pt x="1187542" y="49167"/>
                  <a:pt x="946404" y="27432"/>
                </a:cubicBezTo>
                <a:cubicBezTo>
                  <a:pt x="705266" y="5697"/>
                  <a:pt x="404743" y="28229"/>
                  <a:pt x="0" y="27432"/>
                </a:cubicBezTo>
                <a:cubicBezTo>
                  <a:pt x="244" y="15297"/>
                  <a:pt x="645" y="7129"/>
                  <a:pt x="0" y="0"/>
                </a:cubicBezTo>
                <a:close/>
              </a:path>
              <a:path w="10515600" h="27432" stroke="0" extrusionOk="0">
                <a:moveTo>
                  <a:pt x="0" y="0"/>
                </a:moveTo>
                <a:cubicBezTo>
                  <a:pt x="230793" y="14353"/>
                  <a:pt x="332416" y="21392"/>
                  <a:pt x="552069" y="0"/>
                </a:cubicBezTo>
                <a:cubicBezTo>
                  <a:pt x="771722" y="-21392"/>
                  <a:pt x="761737" y="-14337"/>
                  <a:pt x="893826" y="0"/>
                </a:cubicBezTo>
                <a:cubicBezTo>
                  <a:pt x="1025915" y="14337"/>
                  <a:pt x="1441584" y="-15498"/>
                  <a:pt x="1761363" y="0"/>
                </a:cubicBezTo>
                <a:cubicBezTo>
                  <a:pt x="2081142" y="15498"/>
                  <a:pt x="2111503" y="7278"/>
                  <a:pt x="2313432" y="0"/>
                </a:cubicBezTo>
                <a:cubicBezTo>
                  <a:pt x="2515361" y="-7278"/>
                  <a:pt x="2743584" y="-17845"/>
                  <a:pt x="2865501" y="0"/>
                </a:cubicBezTo>
                <a:cubicBezTo>
                  <a:pt x="2987418" y="17845"/>
                  <a:pt x="3345183" y="8208"/>
                  <a:pt x="3733038" y="0"/>
                </a:cubicBezTo>
                <a:cubicBezTo>
                  <a:pt x="4120893" y="-8208"/>
                  <a:pt x="4009066" y="-3159"/>
                  <a:pt x="4179951" y="0"/>
                </a:cubicBezTo>
                <a:cubicBezTo>
                  <a:pt x="4350836" y="3159"/>
                  <a:pt x="4735020" y="17517"/>
                  <a:pt x="5047488" y="0"/>
                </a:cubicBezTo>
                <a:cubicBezTo>
                  <a:pt x="5359956" y="-17517"/>
                  <a:pt x="5662148" y="-17777"/>
                  <a:pt x="5915025" y="0"/>
                </a:cubicBezTo>
                <a:cubicBezTo>
                  <a:pt x="6167902" y="17777"/>
                  <a:pt x="6308797" y="30350"/>
                  <a:pt x="6572250" y="0"/>
                </a:cubicBezTo>
                <a:cubicBezTo>
                  <a:pt x="6835703" y="-30350"/>
                  <a:pt x="7107419" y="-9627"/>
                  <a:pt x="7439787" y="0"/>
                </a:cubicBezTo>
                <a:cubicBezTo>
                  <a:pt x="7772155" y="9627"/>
                  <a:pt x="7844034" y="-9098"/>
                  <a:pt x="7991856" y="0"/>
                </a:cubicBezTo>
                <a:cubicBezTo>
                  <a:pt x="8139678" y="9098"/>
                  <a:pt x="8289889" y="-20239"/>
                  <a:pt x="8543925" y="0"/>
                </a:cubicBezTo>
                <a:cubicBezTo>
                  <a:pt x="8797961" y="20239"/>
                  <a:pt x="8994198" y="29575"/>
                  <a:pt x="9306306" y="0"/>
                </a:cubicBezTo>
                <a:cubicBezTo>
                  <a:pt x="9618414" y="-29575"/>
                  <a:pt x="9739118" y="-23835"/>
                  <a:pt x="9858375" y="0"/>
                </a:cubicBezTo>
                <a:cubicBezTo>
                  <a:pt x="9977632" y="23835"/>
                  <a:pt x="10370488" y="-4069"/>
                  <a:pt x="10515600" y="0"/>
                </a:cubicBezTo>
                <a:cubicBezTo>
                  <a:pt x="10515650" y="5798"/>
                  <a:pt x="10515903" y="19375"/>
                  <a:pt x="10515600" y="27432"/>
                </a:cubicBezTo>
                <a:cubicBezTo>
                  <a:pt x="10304538" y="42307"/>
                  <a:pt x="10069280" y="3335"/>
                  <a:pt x="9753219" y="27432"/>
                </a:cubicBezTo>
                <a:cubicBezTo>
                  <a:pt x="9437158" y="51529"/>
                  <a:pt x="9488415" y="23852"/>
                  <a:pt x="9411462" y="27432"/>
                </a:cubicBezTo>
                <a:cubicBezTo>
                  <a:pt x="9334509" y="31012"/>
                  <a:pt x="9183755" y="44107"/>
                  <a:pt x="8964549" y="27432"/>
                </a:cubicBezTo>
                <a:cubicBezTo>
                  <a:pt x="8745343" y="10757"/>
                  <a:pt x="8279150" y="61693"/>
                  <a:pt x="8097012" y="27432"/>
                </a:cubicBezTo>
                <a:cubicBezTo>
                  <a:pt x="7914874" y="-6829"/>
                  <a:pt x="7608717" y="59556"/>
                  <a:pt x="7439787" y="27432"/>
                </a:cubicBezTo>
                <a:cubicBezTo>
                  <a:pt x="7270858" y="-4692"/>
                  <a:pt x="7154492" y="27026"/>
                  <a:pt x="6992874" y="27432"/>
                </a:cubicBezTo>
                <a:cubicBezTo>
                  <a:pt x="6831256" y="27838"/>
                  <a:pt x="6536817" y="51174"/>
                  <a:pt x="6335649" y="27432"/>
                </a:cubicBezTo>
                <a:cubicBezTo>
                  <a:pt x="6134481" y="3690"/>
                  <a:pt x="6097824" y="11070"/>
                  <a:pt x="5993892" y="27432"/>
                </a:cubicBezTo>
                <a:cubicBezTo>
                  <a:pt x="5889960" y="43794"/>
                  <a:pt x="5793821" y="34098"/>
                  <a:pt x="5652135" y="27432"/>
                </a:cubicBezTo>
                <a:cubicBezTo>
                  <a:pt x="5510449" y="20766"/>
                  <a:pt x="5168382" y="-3650"/>
                  <a:pt x="4994910" y="27432"/>
                </a:cubicBezTo>
                <a:cubicBezTo>
                  <a:pt x="4821439" y="58514"/>
                  <a:pt x="4653937" y="21362"/>
                  <a:pt x="4547997" y="27432"/>
                </a:cubicBezTo>
                <a:cubicBezTo>
                  <a:pt x="4442057" y="33502"/>
                  <a:pt x="4153363" y="33024"/>
                  <a:pt x="3785616" y="27432"/>
                </a:cubicBezTo>
                <a:cubicBezTo>
                  <a:pt x="3417869" y="21840"/>
                  <a:pt x="3544908" y="29840"/>
                  <a:pt x="3338703" y="27432"/>
                </a:cubicBezTo>
                <a:cubicBezTo>
                  <a:pt x="3132498" y="25024"/>
                  <a:pt x="2782152" y="45947"/>
                  <a:pt x="2576322" y="27432"/>
                </a:cubicBezTo>
                <a:cubicBezTo>
                  <a:pt x="2370492" y="8917"/>
                  <a:pt x="2347214" y="14129"/>
                  <a:pt x="2234565" y="27432"/>
                </a:cubicBezTo>
                <a:cubicBezTo>
                  <a:pt x="2121916" y="40735"/>
                  <a:pt x="1785921" y="49081"/>
                  <a:pt x="1472184" y="27432"/>
                </a:cubicBezTo>
                <a:cubicBezTo>
                  <a:pt x="1158447" y="5783"/>
                  <a:pt x="1203910" y="37937"/>
                  <a:pt x="1025271" y="27432"/>
                </a:cubicBezTo>
                <a:cubicBezTo>
                  <a:pt x="846632" y="16927"/>
                  <a:pt x="846577" y="17996"/>
                  <a:pt x="683514" y="27432"/>
                </a:cubicBezTo>
                <a:cubicBezTo>
                  <a:pt x="520451" y="36868"/>
                  <a:pt x="320799" y="46677"/>
                  <a:pt x="0" y="27432"/>
                </a:cubicBezTo>
                <a:cubicBezTo>
                  <a:pt x="-510" y="19859"/>
                  <a:pt x="-1106" y="11474"/>
                  <a:pt x="0" y="0"/>
                </a:cubicBezTo>
                <a:close/>
              </a:path>
            </a:pathLst>
          </a:custGeom>
          <a:solidFill>
            <a:schemeClr val="tx1"/>
          </a:solidFill>
          <a:ln w="38100" cap="rnd">
            <a:solidFill>
              <a:schemeClr val="tx1"/>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useBgFill="1">
        <p:nvSpPr>
          <p:cNvPr id="25" name="Rectangle 24">
            <a:extLst>
              <a:ext uri="{FF2B5EF4-FFF2-40B4-BE49-F238E27FC236}">
                <a16:creationId xmlns:a16="http://schemas.microsoft.com/office/drawing/2014/main" id="{7B831B6F-405A-4B47-B9BB-5CA88F28584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9" name="Graphic 8" descr="Gavel">
            <a:extLst>
              <a:ext uri="{FF2B5EF4-FFF2-40B4-BE49-F238E27FC236}">
                <a16:creationId xmlns:a16="http://schemas.microsoft.com/office/drawing/2014/main" id="{FA71F4D6-B301-20CA-419B-9122A92977F1}"/>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764988" y="1744515"/>
            <a:ext cx="3368969" cy="3368969"/>
          </a:xfrm>
          <a:prstGeom prst="rect">
            <a:avLst/>
          </a:prstGeom>
        </p:spPr>
      </p:pic>
      <p:sp>
        <p:nvSpPr>
          <p:cNvPr id="27" name="Freeform: Shape 26">
            <a:extLst>
              <a:ext uri="{FF2B5EF4-FFF2-40B4-BE49-F238E27FC236}">
                <a16:creationId xmlns:a16="http://schemas.microsoft.com/office/drawing/2014/main" id="{15109354-9C5D-4F8C-B0E6-D1043C7BF20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629992" y="0"/>
            <a:ext cx="7562008" cy="6858000"/>
          </a:xfrm>
          <a:custGeom>
            <a:avLst/>
            <a:gdLst>
              <a:gd name="connsiteX0" fmla="*/ 7529613 w 7529613"/>
              <a:gd name="connsiteY0" fmla="*/ 0 h 6858000"/>
              <a:gd name="connsiteX1" fmla="*/ 1222331 w 7529613"/>
              <a:gd name="connsiteY1" fmla="*/ 0 h 6858000"/>
              <a:gd name="connsiteX2" fmla="*/ 1126483 w 7529613"/>
              <a:gd name="connsiteY2" fmla="*/ 148742 h 6858000"/>
              <a:gd name="connsiteX3" fmla="*/ 767554 w 7529613"/>
              <a:gd name="connsiteY3" fmla="*/ 819975 h 6858000"/>
              <a:gd name="connsiteX4" fmla="*/ 742103 w 7529613"/>
              <a:gd name="connsiteY4" fmla="*/ 854514 h 6858000"/>
              <a:gd name="connsiteX5" fmla="*/ 785881 w 7529613"/>
              <a:gd name="connsiteY5" fmla="*/ 750263 h 6858000"/>
              <a:gd name="connsiteX6" fmla="*/ 978978 w 7529613"/>
              <a:gd name="connsiteY6" fmla="*/ 331786 h 6858000"/>
              <a:gd name="connsiteX7" fmla="*/ 1155717 w 7529613"/>
              <a:gd name="connsiteY7" fmla="*/ 0 h 6858000"/>
              <a:gd name="connsiteX8" fmla="*/ 1098249 w 7529613"/>
              <a:gd name="connsiteY8" fmla="*/ 0 h 6858000"/>
              <a:gd name="connsiteX9" fmla="*/ 991458 w 7529613"/>
              <a:gd name="connsiteY9" fmla="*/ 196614 h 6858000"/>
              <a:gd name="connsiteX10" fmla="*/ 493941 w 7529613"/>
              <a:gd name="connsiteY10" fmla="*/ 1371196 h 6858000"/>
              <a:gd name="connsiteX11" fmla="*/ 46485 w 7529613"/>
              <a:gd name="connsiteY11" fmla="*/ 3331516 h 6858000"/>
              <a:gd name="connsiteX12" fmla="*/ 12252 w 7529613"/>
              <a:gd name="connsiteY12" fmla="*/ 4357388 h 6858000"/>
              <a:gd name="connsiteX13" fmla="*/ 170821 w 7529613"/>
              <a:gd name="connsiteY13" fmla="*/ 5552906 h 6858000"/>
              <a:gd name="connsiteX14" fmla="*/ 537265 w 7529613"/>
              <a:gd name="connsiteY14" fmla="*/ 6828295 h 6858000"/>
              <a:gd name="connsiteX15" fmla="*/ 549692 w 7529613"/>
              <a:gd name="connsiteY15" fmla="*/ 6858000 h 6858000"/>
              <a:gd name="connsiteX16" fmla="*/ 602234 w 7529613"/>
              <a:gd name="connsiteY16" fmla="*/ 6858000 h 6858000"/>
              <a:gd name="connsiteX17" fmla="*/ 595414 w 7529613"/>
              <a:gd name="connsiteY17" fmla="*/ 6841549 h 6858000"/>
              <a:gd name="connsiteX18" fmla="*/ 364260 w 7529613"/>
              <a:gd name="connsiteY18" fmla="*/ 6142729 h 6858000"/>
              <a:gd name="connsiteX19" fmla="*/ 213071 w 7529613"/>
              <a:gd name="connsiteY19" fmla="*/ 5513923 h 6858000"/>
              <a:gd name="connsiteX20" fmla="*/ 211290 w 7529613"/>
              <a:gd name="connsiteY20" fmla="*/ 5480401 h 6858000"/>
              <a:gd name="connsiteX21" fmla="*/ 311446 w 7529613"/>
              <a:gd name="connsiteY21" fmla="*/ 5830359 h 6858000"/>
              <a:gd name="connsiteX22" fmla="*/ 622963 w 7529613"/>
              <a:gd name="connsiteY22" fmla="*/ 6670527 h 6858000"/>
              <a:gd name="connsiteX23" fmla="*/ 710464 w 7529613"/>
              <a:gd name="connsiteY23" fmla="*/ 6858000 h 6858000"/>
              <a:gd name="connsiteX24" fmla="*/ 7529613 w 7529613"/>
              <a:gd name="connsiteY24"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7529613" h="6858000">
                <a:moveTo>
                  <a:pt x="7529613" y="0"/>
                </a:moveTo>
                <a:lnTo>
                  <a:pt x="1222331" y="0"/>
                </a:lnTo>
                <a:lnTo>
                  <a:pt x="1126483" y="148742"/>
                </a:lnTo>
                <a:cubicBezTo>
                  <a:pt x="995323" y="365513"/>
                  <a:pt x="876174" y="589569"/>
                  <a:pt x="767554" y="819975"/>
                </a:cubicBezTo>
                <a:cubicBezTo>
                  <a:pt x="762210" y="833492"/>
                  <a:pt x="753441" y="845393"/>
                  <a:pt x="742103" y="854514"/>
                </a:cubicBezTo>
                <a:cubicBezTo>
                  <a:pt x="756737" y="819849"/>
                  <a:pt x="770991" y="784928"/>
                  <a:pt x="785881" y="750263"/>
                </a:cubicBezTo>
                <a:cubicBezTo>
                  <a:pt x="846713" y="608712"/>
                  <a:pt x="910948" y="469145"/>
                  <a:pt x="978978" y="331786"/>
                </a:cubicBezTo>
                <a:lnTo>
                  <a:pt x="1155717" y="0"/>
                </a:lnTo>
                <a:lnTo>
                  <a:pt x="1098249" y="0"/>
                </a:lnTo>
                <a:lnTo>
                  <a:pt x="991458" y="196614"/>
                </a:lnTo>
                <a:cubicBezTo>
                  <a:pt x="797017" y="573253"/>
                  <a:pt x="633548" y="966066"/>
                  <a:pt x="493941" y="1371196"/>
                </a:cubicBezTo>
                <a:cubicBezTo>
                  <a:pt x="276630" y="2007265"/>
                  <a:pt x="126659" y="2664286"/>
                  <a:pt x="46485" y="3331516"/>
                </a:cubicBezTo>
                <a:cubicBezTo>
                  <a:pt x="4488" y="3672965"/>
                  <a:pt x="-14219" y="4013908"/>
                  <a:pt x="12252" y="4357388"/>
                </a:cubicBezTo>
                <a:cubicBezTo>
                  <a:pt x="43558" y="4758899"/>
                  <a:pt x="90773" y="5157998"/>
                  <a:pt x="170821" y="5552906"/>
                </a:cubicBezTo>
                <a:cubicBezTo>
                  <a:pt x="259109" y="5988893"/>
                  <a:pt x="378967" y="6414594"/>
                  <a:pt x="537265" y="6828295"/>
                </a:cubicBezTo>
                <a:lnTo>
                  <a:pt x="549692" y="6858000"/>
                </a:lnTo>
                <a:lnTo>
                  <a:pt x="602234" y="6858000"/>
                </a:lnTo>
                <a:lnTo>
                  <a:pt x="595414" y="6841549"/>
                </a:lnTo>
                <a:cubicBezTo>
                  <a:pt x="507884" y="6614016"/>
                  <a:pt x="431296" y="6380817"/>
                  <a:pt x="364260" y="6142729"/>
                </a:cubicBezTo>
                <a:cubicBezTo>
                  <a:pt x="305974" y="5935370"/>
                  <a:pt x="262958" y="5723695"/>
                  <a:pt x="213071" y="5513923"/>
                </a:cubicBezTo>
                <a:cubicBezTo>
                  <a:pt x="211892" y="5502788"/>
                  <a:pt x="211299" y="5491601"/>
                  <a:pt x="211290" y="5480401"/>
                </a:cubicBezTo>
                <a:cubicBezTo>
                  <a:pt x="247814" y="5607635"/>
                  <a:pt x="276958" y="5719759"/>
                  <a:pt x="311446" y="5830359"/>
                </a:cubicBezTo>
                <a:cubicBezTo>
                  <a:pt x="401357" y="6118381"/>
                  <a:pt x="505060" y="6398531"/>
                  <a:pt x="622963" y="6670527"/>
                </a:cubicBezTo>
                <a:lnTo>
                  <a:pt x="710464" y="6858000"/>
                </a:lnTo>
                <a:lnTo>
                  <a:pt x="7529613" y="6858000"/>
                </a:lnTo>
                <a:close/>
              </a:path>
            </a:pathLst>
          </a:custGeom>
          <a:solidFill>
            <a:schemeClr val="accent1"/>
          </a:solidFill>
          <a:ln w="6857" cap="flat">
            <a:noFill/>
            <a:prstDash val="solid"/>
            <a:miter/>
          </a:ln>
        </p:spPr>
        <p:txBody>
          <a:bodyPr wrap="square" rtlCol="0" anchor="ctr">
            <a:noAutofit/>
          </a:bodyPr>
          <a:lstStyle/>
          <a:p>
            <a:endParaRPr lang="en-US"/>
          </a:p>
        </p:txBody>
      </p:sp>
      <p:sp>
        <p:nvSpPr>
          <p:cNvPr id="4" name="TextBox 3">
            <a:extLst>
              <a:ext uri="{FF2B5EF4-FFF2-40B4-BE49-F238E27FC236}">
                <a16:creationId xmlns:a16="http://schemas.microsoft.com/office/drawing/2014/main" id="{FF5ED713-85AA-29B5-EB58-7D087D27A8F1}"/>
              </a:ext>
            </a:extLst>
          </p:cNvPr>
          <p:cNvSpPr txBox="1"/>
          <p:nvPr/>
        </p:nvSpPr>
        <p:spPr>
          <a:xfrm>
            <a:off x="5270893" y="1302396"/>
            <a:ext cx="6284885" cy="871109"/>
          </a:xfrm>
          <a:prstGeom prst="rect">
            <a:avLst/>
          </a:prstGeom>
        </p:spPr>
        <p:txBody>
          <a:bodyPr rot="0" spcFirstLastPara="0" vertOverflow="overflow" horzOverflow="overflow" vert="horz" lIns="91440" tIns="45720" rIns="91440" bIns="45720" numCol="1" spcCol="0" rtlCol="0" fromWordArt="0" anchor="b" anchorCtr="0" forceAA="0" compatLnSpc="1">
            <a:prstTxWarp prst="textNoShape">
              <a:avLst/>
            </a:prstTxWarp>
            <a:normAutofit/>
          </a:bodyPr>
          <a:lstStyle/>
          <a:p>
            <a:pPr>
              <a:lnSpc>
                <a:spcPct val="90000"/>
              </a:lnSpc>
              <a:spcBef>
                <a:spcPct val="0"/>
              </a:spcBef>
              <a:spcAft>
                <a:spcPts val="600"/>
              </a:spcAft>
            </a:pPr>
            <a:r>
              <a:rPr lang="en-US" sz="4800" dirty="0">
                <a:solidFill>
                  <a:srgbClr val="FFFFFF"/>
                </a:solidFill>
                <a:latin typeface="+mj-lt"/>
                <a:ea typeface="+mj-ea"/>
                <a:cs typeface="+mj-cs"/>
              </a:rPr>
              <a:t>Pull out your National Agreements</a:t>
            </a:r>
          </a:p>
        </p:txBody>
      </p:sp>
      <p:sp>
        <p:nvSpPr>
          <p:cNvPr id="29" name="Rectangle 6">
            <a:extLst>
              <a:ext uri="{FF2B5EF4-FFF2-40B4-BE49-F238E27FC236}">
                <a16:creationId xmlns:a16="http://schemas.microsoft.com/office/drawing/2014/main" id="{3CE8AF5E-D374-4CF1-90CC-35CF73B81C3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916304" y="2368177"/>
            <a:ext cx="4114800" cy="18288"/>
          </a:xfrm>
          <a:custGeom>
            <a:avLst/>
            <a:gdLst>
              <a:gd name="csX0" fmla="*/ 0 w 4114800"/>
              <a:gd name="csY0" fmla="*/ 0 h 18288"/>
              <a:gd name="csX1" fmla="*/ 768096 w 4114800"/>
              <a:gd name="csY1" fmla="*/ 0 h 18288"/>
              <a:gd name="csX2" fmla="*/ 1495044 w 4114800"/>
              <a:gd name="csY2" fmla="*/ 0 h 18288"/>
              <a:gd name="csX3" fmla="*/ 2221992 w 4114800"/>
              <a:gd name="csY3" fmla="*/ 0 h 18288"/>
              <a:gd name="csX4" fmla="*/ 2784348 w 4114800"/>
              <a:gd name="csY4" fmla="*/ 0 h 18288"/>
              <a:gd name="csX5" fmla="*/ 3387852 w 4114800"/>
              <a:gd name="csY5" fmla="*/ 0 h 18288"/>
              <a:gd name="csX6" fmla="*/ 4114800 w 4114800"/>
              <a:gd name="csY6" fmla="*/ 0 h 18288"/>
              <a:gd name="csX7" fmla="*/ 4114800 w 4114800"/>
              <a:gd name="csY7" fmla="*/ 18288 h 18288"/>
              <a:gd name="csX8" fmla="*/ 3429000 w 4114800"/>
              <a:gd name="csY8" fmla="*/ 18288 h 18288"/>
              <a:gd name="csX9" fmla="*/ 2866644 w 4114800"/>
              <a:gd name="csY9" fmla="*/ 18288 h 18288"/>
              <a:gd name="csX10" fmla="*/ 2304288 w 4114800"/>
              <a:gd name="csY10" fmla="*/ 18288 h 18288"/>
              <a:gd name="csX11" fmla="*/ 1577340 w 4114800"/>
              <a:gd name="csY11" fmla="*/ 18288 h 18288"/>
              <a:gd name="csX12" fmla="*/ 973836 w 4114800"/>
              <a:gd name="csY12" fmla="*/ 18288 h 18288"/>
              <a:gd name="csX13" fmla="*/ 0 w 4114800"/>
              <a:gd name="csY13" fmla="*/ 18288 h 18288"/>
              <a:gd name="csX14" fmla="*/ 0 w 4114800"/>
              <a:gd name="csY14"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Lst>
            <a:rect l="l" t="t" r="r" b="b"/>
            <a:pathLst>
              <a:path w="4114800" h="18288" fill="none" extrusionOk="0">
                <a:moveTo>
                  <a:pt x="0" y="0"/>
                </a:moveTo>
                <a:cubicBezTo>
                  <a:pt x="338280" y="-26110"/>
                  <a:pt x="483942" y="6555"/>
                  <a:pt x="768096" y="0"/>
                </a:cubicBezTo>
                <a:cubicBezTo>
                  <a:pt x="1052250" y="-6555"/>
                  <a:pt x="1331484" y="24616"/>
                  <a:pt x="1495044" y="0"/>
                </a:cubicBezTo>
                <a:cubicBezTo>
                  <a:pt x="1658604" y="-24616"/>
                  <a:pt x="2056661" y="-33562"/>
                  <a:pt x="2221992" y="0"/>
                </a:cubicBezTo>
                <a:cubicBezTo>
                  <a:pt x="2387323" y="33562"/>
                  <a:pt x="2629463" y="-20094"/>
                  <a:pt x="2784348" y="0"/>
                </a:cubicBezTo>
                <a:cubicBezTo>
                  <a:pt x="2939233" y="20094"/>
                  <a:pt x="3151981" y="1524"/>
                  <a:pt x="3387852" y="0"/>
                </a:cubicBezTo>
                <a:cubicBezTo>
                  <a:pt x="3623723" y="-1524"/>
                  <a:pt x="3882724" y="26165"/>
                  <a:pt x="4114800" y="0"/>
                </a:cubicBezTo>
                <a:cubicBezTo>
                  <a:pt x="4114300" y="8855"/>
                  <a:pt x="4114909" y="14521"/>
                  <a:pt x="4114800" y="18288"/>
                </a:cubicBezTo>
                <a:cubicBezTo>
                  <a:pt x="3910038" y="37744"/>
                  <a:pt x="3683432" y="-3969"/>
                  <a:pt x="3429000" y="18288"/>
                </a:cubicBezTo>
                <a:cubicBezTo>
                  <a:pt x="3174568" y="40545"/>
                  <a:pt x="3085815" y="44166"/>
                  <a:pt x="2866644" y="18288"/>
                </a:cubicBezTo>
                <a:cubicBezTo>
                  <a:pt x="2647473" y="-7590"/>
                  <a:pt x="2580474" y="31338"/>
                  <a:pt x="2304288" y="18288"/>
                </a:cubicBezTo>
                <a:cubicBezTo>
                  <a:pt x="2028102" y="5238"/>
                  <a:pt x="1863008" y="-2001"/>
                  <a:pt x="1577340" y="18288"/>
                </a:cubicBezTo>
                <a:cubicBezTo>
                  <a:pt x="1291672" y="38577"/>
                  <a:pt x="1243931" y="9893"/>
                  <a:pt x="973836" y="18288"/>
                </a:cubicBezTo>
                <a:cubicBezTo>
                  <a:pt x="703741" y="26683"/>
                  <a:pt x="317656" y="-5910"/>
                  <a:pt x="0" y="18288"/>
                </a:cubicBezTo>
                <a:cubicBezTo>
                  <a:pt x="683" y="12014"/>
                  <a:pt x="724" y="5908"/>
                  <a:pt x="0" y="0"/>
                </a:cubicBezTo>
                <a:close/>
              </a:path>
              <a:path w="4114800" h="18288" stroke="0" extrusionOk="0">
                <a:moveTo>
                  <a:pt x="0" y="0"/>
                </a:moveTo>
                <a:cubicBezTo>
                  <a:pt x="276109" y="5266"/>
                  <a:pt x="325589" y="-19584"/>
                  <a:pt x="644652" y="0"/>
                </a:cubicBezTo>
                <a:cubicBezTo>
                  <a:pt x="963715" y="19584"/>
                  <a:pt x="1064991" y="6066"/>
                  <a:pt x="1207008" y="0"/>
                </a:cubicBezTo>
                <a:cubicBezTo>
                  <a:pt x="1349025" y="-6066"/>
                  <a:pt x="1791724" y="14506"/>
                  <a:pt x="1975104" y="0"/>
                </a:cubicBezTo>
                <a:cubicBezTo>
                  <a:pt x="2158484" y="-14506"/>
                  <a:pt x="2397469" y="20822"/>
                  <a:pt x="2619756" y="0"/>
                </a:cubicBezTo>
                <a:cubicBezTo>
                  <a:pt x="2842043" y="-20822"/>
                  <a:pt x="2992157" y="20388"/>
                  <a:pt x="3264408" y="0"/>
                </a:cubicBezTo>
                <a:cubicBezTo>
                  <a:pt x="3536659" y="-20388"/>
                  <a:pt x="3855620" y="38211"/>
                  <a:pt x="4114800" y="0"/>
                </a:cubicBezTo>
                <a:cubicBezTo>
                  <a:pt x="4113902" y="7180"/>
                  <a:pt x="4114969" y="13790"/>
                  <a:pt x="4114800" y="18288"/>
                </a:cubicBezTo>
                <a:cubicBezTo>
                  <a:pt x="3968901" y="8593"/>
                  <a:pt x="3623428" y="17559"/>
                  <a:pt x="3429000" y="18288"/>
                </a:cubicBezTo>
                <a:cubicBezTo>
                  <a:pt x="3234572" y="19017"/>
                  <a:pt x="3085079" y="41804"/>
                  <a:pt x="2866644" y="18288"/>
                </a:cubicBezTo>
                <a:cubicBezTo>
                  <a:pt x="2648209" y="-5228"/>
                  <a:pt x="2451737" y="24580"/>
                  <a:pt x="2180844" y="18288"/>
                </a:cubicBezTo>
                <a:cubicBezTo>
                  <a:pt x="1909951" y="11996"/>
                  <a:pt x="1681589" y="12244"/>
                  <a:pt x="1495044" y="18288"/>
                </a:cubicBezTo>
                <a:cubicBezTo>
                  <a:pt x="1308499" y="24332"/>
                  <a:pt x="1136614" y="21789"/>
                  <a:pt x="850392" y="18288"/>
                </a:cubicBezTo>
                <a:cubicBezTo>
                  <a:pt x="564170" y="14787"/>
                  <a:pt x="210636" y="54701"/>
                  <a:pt x="0" y="18288"/>
                </a:cubicBezTo>
                <a:cubicBezTo>
                  <a:pt x="571" y="10093"/>
                  <a:pt x="-125" y="8407"/>
                  <a:pt x="0" y="0"/>
                </a:cubicBezTo>
                <a:close/>
              </a:path>
            </a:pathLst>
          </a:custGeom>
          <a:solidFill>
            <a:srgbClr val="FFFFFF"/>
          </a:solidFill>
          <a:ln w="38100" cap="rnd">
            <a:solidFill>
              <a:srgbClr val="FFFFFF"/>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Box 4">
            <a:extLst>
              <a:ext uri="{FF2B5EF4-FFF2-40B4-BE49-F238E27FC236}">
                <a16:creationId xmlns:a16="http://schemas.microsoft.com/office/drawing/2014/main" id="{FE7A9054-892B-251D-4F01-FD4DA7F269FB}"/>
              </a:ext>
            </a:extLst>
          </p:cNvPr>
          <p:cNvSpPr txBox="1"/>
          <p:nvPr/>
        </p:nvSpPr>
        <p:spPr>
          <a:xfrm>
            <a:off x="5759354" y="2664886"/>
            <a:ext cx="5461095" cy="3550789"/>
          </a:xfrm>
          <a:prstGeom prst="rect">
            <a:avLst/>
          </a:prstGeom>
        </p:spPr>
        <p:txBody>
          <a:bodyPr rot="0" spcFirstLastPara="0" vertOverflow="overflow" horzOverflow="overflow" vert="horz" lIns="91440" tIns="45720" rIns="91440" bIns="45720" numCol="1" spcCol="0" rtlCol="0" fromWordArt="0" anchor="t" anchorCtr="0" forceAA="0" compatLnSpc="1">
            <a:prstTxWarp prst="textNoShape">
              <a:avLst/>
            </a:prstTxWarp>
            <a:normAutofit/>
          </a:bodyPr>
          <a:lstStyle/>
          <a:p>
            <a:pPr marL="285750" indent="-228600">
              <a:lnSpc>
                <a:spcPct val="110000"/>
              </a:lnSpc>
              <a:spcAft>
                <a:spcPts val="600"/>
              </a:spcAft>
              <a:buFont typeface="Arial" panose="020B0604020202020204" pitchFamily="34" charset="0"/>
              <a:buChar char="•"/>
            </a:pPr>
            <a:r>
              <a:rPr lang="en-US" sz="3200" dirty="0">
                <a:solidFill>
                  <a:srgbClr val="FFFFFF"/>
                </a:solidFill>
              </a:rPr>
              <a:t>Does Mr. Mart have a violation to his rights? Explain.</a:t>
            </a:r>
            <a:endParaRPr lang="en-US" dirty="0"/>
          </a:p>
          <a:p>
            <a:pPr marL="285750" indent="-228600">
              <a:lnSpc>
                <a:spcPct val="110000"/>
              </a:lnSpc>
              <a:spcAft>
                <a:spcPts val="600"/>
              </a:spcAft>
              <a:buFont typeface="Arial" panose="020B0604020202020204" pitchFamily="34" charset="0"/>
              <a:buChar char="•"/>
            </a:pPr>
            <a:r>
              <a:rPr lang="en-US" sz="3200" dirty="0">
                <a:solidFill>
                  <a:srgbClr val="FFFFFF"/>
                </a:solidFill>
              </a:rPr>
              <a:t>Did Ms. Costco make any mistakes? Explain.</a:t>
            </a:r>
          </a:p>
          <a:p>
            <a:pPr marL="285750" indent="-228600">
              <a:lnSpc>
                <a:spcPct val="110000"/>
              </a:lnSpc>
              <a:spcAft>
                <a:spcPts val="600"/>
              </a:spcAft>
              <a:buFont typeface="Arial" panose="020B0604020202020204" pitchFamily="34" charset="0"/>
              <a:buChar char="•"/>
            </a:pPr>
            <a:r>
              <a:rPr lang="en-US" sz="3200" dirty="0">
                <a:solidFill>
                  <a:srgbClr val="FFFFFF"/>
                </a:solidFill>
              </a:rPr>
              <a:t>If violations took place, how many violations happened?</a:t>
            </a:r>
          </a:p>
        </p:txBody>
      </p:sp>
      <mc:AlternateContent xmlns:mc="http://schemas.openxmlformats.org/markup-compatibility/2006" xmlns:p14="http://schemas.microsoft.com/office/powerpoint/2010/main">
        <mc:Choice Requires="p14">
          <p:contentPart p14:bwMode="auto" r:id="rId4">
            <p14:nvContentPartPr>
              <p14:cNvPr id="31" name="Ink 30">
                <a:extLst>
                  <a:ext uri="{FF2B5EF4-FFF2-40B4-BE49-F238E27FC236}">
                    <a16:creationId xmlns:a16="http://schemas.microsoft.com/office/drawing/2014/main" id="{070477C5-0410-4E4F-97A1-F84C2465C187}"/>
                  </a:ext>
                  <a:ext uri="{C183D7F6-B498-43B3-948B-1728B52AA6E4}">
                    <adec:decorative xmlns:adec="http://schemas.microsoft.com/office/drawing/2017/decorative" val="1"/>
                  </a:ext>
                </a:extLst>
              </p14:cNvPr>
              <p14:cNvContentPartPr>
                <a14:cpLocks xmlns:a14="http://schemas.microsoft.com/office/drawing/2010/main" noGrp="1" noRot="1" noChangeAspect="1" noMove="1" noResize="1" noEditPoints="1" noAdjustHandles="1" noChangeArrowheads="1" noChangeShapeType="1"/>
              </p14:cNvContentPartPr>
              <p14:nvPr>
                <p:extLst>
                  <p:ext uri="{386F3935-93C4-4BCD-93E2-E3B085C9AB24}">
                    <p16:designElem xmlns:p16="http://schemas.microsoft.com/office/powerpoint/2015/main" val="1"/>
                  </p:ext>
                </p:extLst>
              </p14:nvPr>
            </p14:nvContentPartPr>
            <p14:xfrm>
              <a:off x="6436237" y="1971579"/>
              <a:ext cx="360" cy="2160"/>
            </p14:xfrm>
          </p:contentPart>
        </mc:Choice>
        <mc:Fallback xmlns="">
          <p:pic>
            <p:nvPicPr>
              <p:cNvPr id="31" name="Ink 30">
                <a:extLst>
                  <a:ext uri="{FF2B5EF4-FFF2-40B4-BE49-F238E27FC236}">
                    <a16:creationId xmlns:a16="http://schemas.microsoft.com/office/drawing/2014/main" id="{070477C5-0410-4E4F-97A1-F84C2465C187}"/>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p:cNvPicPr>
              <p:nvPr/>
            </p:nvPicPr>
            <p:blipFill>
              <a:blip r:embed="rId5"/>
              <a:stretch>
                <a:fillRect/>
              </a:stretch>
            </p:blipFill>
            <p:spPr>
              <a:xfrm>
                <a:off x="6418237" y="1956150"/>
                <a:ext cx="36000" cy="32709"/>
              </a:xfrm>
              <a:prstGeom prst="rect">
                <a:avLst/>
              </a:prstGeom>
            </p:spPr>
          </p:pic>
        </mc:Fallback>
      </mc:AlternateContent>
    </p:spTree>
    <p:extLst>
      <p:ext uri="{BB962C8B-B14F-4D97-AF65-F5344CB8AC3E}">
        <p14:creationId xmlns:p14="http://schemas.microsoft.com/office/powerpoint/2010/main" val="92477385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2C60576-0228-11B2-2BBF-50B138F3B8DA}"/>
              </a:ext>
            </a:extLst>
          </p:cNvPr>
          <p:cNvSpPr>
            <a:spLocks noGrp="1"/>
          </p:cNvSpPr>
          <p:nvPr>
            <p:ph type="title"/>
          </p:nvPr>
        </p:nvSpPr>
        <p:spPr/>
        <p:txBody>
          <a:bodyPr/>
          <a:lstStyle/>
          <a:p>
            <a:r>
              <a:rPr lang="en-US" dirty="0"/>
              <a:t>Let's Break it down</a:t>
            </a:r>
          </a:p>
        </p:txBody>
      </p:sp>
      <p:sp>
        <p:nvSpPr>
          <p:cNvPr id="3" name="Content Placeholder 2">
            <a:extLst>
              <a:ext uri="{FF2B5EF4-FFF2-40B4-BE49-F238E27FC236}">
                <a16:creationId xmlns:a16="http://schemas.microsoft.com/office/drawing/2014/main" id="{F7B02A8A-47FC-02A0-0A62-2E81278F730E}"/>
              </a:ext>
            </a:extLst>
          </p:cNvPr>
          <p:cNvSpPr>
            <a:spLocks noGrp="1"/>
          </p:cNvSpPr>
          <p:nvPr>
            <p:ph idx="1"/>
          </p:nvPr>
        </p:nvSpPr>
        <p:spPr>
          <a:xfrm>
            <a:off x="838200" y="1929384"/>
            <a:ext cx="10515600" cy="1125807"/>
          </a:xfrm>
        </p:spPr>
        <p:txBody>
          <a:bodyPr vert="horz" lIns="91440" tIns="45720" rIns="91440" bIns="45720" rtlCol="0" anchor="t">
            <a:normAutofit/>
          </a:bodyPr>
          <a:lstStyle/>
          <a:p>
            <a:pPr marL="0" indent="0">
              <a:buNone/>
            </a:pPr>
            <a:r>
              <a:rPr lang="en-US" dirty="0"/>
              <a:t>We know that Wally called every day during the 3 weeks he missed, Wally was needing the 3-week period for his medical condition, documentation was provided to Ms. Costco and notice of the AWOL was provided 4 weeks after Wally's return.</a:t>
            </a:r>
          </a:p>
        </p:txBody>
      </p:sp>
      <p:sp>
        <p:nvSpPr>
          <p:cNvPr id="4" name="TextBox 3">
            <a:extLst>
              <a:ext uri="{FF2B5EF4-FFF2-40B4-BE49-F238E27FC236}">
                <a16:creationId xmlns:a16="http://schemas.microsoft.com/office/drawing/2014/main" id="{211E15EA-17A7-1A77-7786-260B01F89E86}"/>
              </a:ext>
            </a:extLst>
          </p:cNvPr>
          <p:cNvSpPr txBox="1"/>
          <p:nvPr/>
        </p:nvSpPr>
        <p:spPr>
          <a:xfrm>
            <a:off x="841852" y="3278639"/>
            <a:ext cx="5476289" cy="1394764"/>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800" dirty="0"/>
              <a:t>We know since this is dealing with the need for time off for a medical condition Article 34 for Sick Leave will apply. If FMLA had been mentioned, Article 33 may apply also.</a:t>
            </a:r>
          </a:p>
        </p:txBody>
      </p:sp>
      <p:sp>
        <p:nvSpPr>
          <p:cNvPr id="5" name="TextBox 4">
            <a:extLst>
              <a:ext uri="{FF2B5EF4-FFF2-40B4-BE49-F238E27FC236}">
                <a16:creationId xmlns:a16="http://schemas.microsoft.com/office/drawing/2014/main" id="{7A4245BA-E125-9ACA-F81B-D410860881E6}"/>
              </a:ext>
            </a:extLst>
          </p:cNvPr>
          <p:cNvSpPr txBox="1"/>
          <p:nvPr/>
        </p:nvSpPr>
        <p:spPr>
          <a:xfrm>
            <a:off x="5609237" y="4812407"/>
            <a:ext cx="5476290" cy="138499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800" dirty="0"/>
              <a:t>We know since this is dealing with the delayed notice of AWOL being issued, it will also utilize Article 32 Section 9, which conveys the timeline for AWOL notification to the employee.</a:t>
            </a:r>
          </a:p>
        </p:txBody>
      </p:sp>
    </p:spTree>
    <p:extLst>
      <p:ext uri="{BB962C8B-B14F-4D97-AF65-F5344CB8AC3E}">
        <p14:creationId xmlns:p14="http://schemas.microsoft.com/office/powerpoint/2010/main" val="165606014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accent2">
            <a:lumMod val="20000"/>
            <a:lumOff val="80000"/>
          </a:schemeClr>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2C61293E-6EBE-43EF-A52C-9BEBFD7679D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8504B815-7BAE-339B-A772-C316B7A6CDBE}"/>
              </a:ext>
            </a:extLst>
          </p:cNvPr>
          <p:cNvSpPr>
            <a:spLocks noGrp="1"/>
          </p:cNvSpPr>
          <p:nvPr>
            <p:ph type="title"/>
          </p:nvPr>
        </p:nvSpPr>
        <p:spPr>
          <a:xfrm>
            <a:off x="5297762" y="329184"/>
            <a:ext cx="6251110" cy="1783080"/>
          </a:xfrm>
        </p:spPr>
        <p:txBody>
          <a:bodyPr anchor="b">
            <a:normAutofit/>
          </a:bodyPr>
          <a:lstStyle/>
          <a:p>
            <a:pPr>
              <a:lnSpc>
                <a:spcPct val="90000"/>
              </a:lnSpc>
            </a:pPr>
            <a:r>
              <a:rPr lang="en-US" sz="6100"/>
              <a:t>Alternative Research Paths</a:t>
            </a:r>
          </a:p>
        </p:txBody>
      </p:sp>
      <p:sp>
        <p:nvSpPr>
          <p:cNvPr id="11" name="Rectangle 6">
            <a:extLst>
              <a:ext uri="{FF2B5EF4-FFF2-40B4-BE49-F238E27FC236}">
                <a16:creationId xmlns:a16="http://schemas.microsoft.com/office/drawing/2014/main" id="{3FCFB1DE-0B7E-48CC-BA90-B2AB0889F9D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412862" y="2395728"/>
            <a:ext cx="4243589" cy="27432"/>
          </a:xfrm>
          <a:custGeom>
            <a:avLst/>
            <a:gdLst>
              <a:gd name="csX0" fmla="*/ 0 w 4243589"/>
              <a:gd name="csY0" fmla="*/ 0 h 27432"/>
              <a:gd name="csX1" fmla="*/ 563791 w 4243589"/>
              <a:gd name="csY1" fmla="*/ 0 h 27432"/>
              <a:gd name="csX2" fmla="*/ 1042710 w 4243589"/>
              <a:gd name="csY2" fmla="*/ 0 h 27432"/>
              <a:gd name="csX3" fmla="*/ 1564066 w 4243589"/>
              <a:gd name="csY3" fmla="*/ 0 h 27432"/>
              <a:gd name="csX4" fmla="*/ 2212729 w 4243589"/>
              <a:gd name="csY4" fmla="*/ 0 h 27432"/>
              <a:gd name="csX5" fmla="*/ 2776520 w 4243589"/>
              <a:gd name="csY5" fmla="*/ 0 h 27432"/>
              <a:gd name="csX6" fmla="*/ 3297875 w 4243589"/>
              <a:gd name="csY6" fmla="*/ 0 h 27432"/>
              <a:gd name="csX7" fmla="*/ 4243589 w 4243589"/>
              <a:gd name="csY7" fmla="*/ 0 h 27432"/>
              <a:gd name="csX8" fmla="*/ 4243589 w 4243589"/>
              <a:gd name="csY8" fmla="*/ 27432 h 27432"/>
              <a:gd name="csX9" fmla="*/ 3637362 w 4243589"/>
              <a:gd name="csY9" fmla="*/ 27432 h 27432"/>
              <a:gd name="csX10" fmla="*/ 3116007 w 4243589"/>
              <a:gd name="csY10" fmla="*/ 27432 h 27432"/>
              <a:gd name="csX11" fmla="*/ 2424908 w 4243589"/>
              <a:gd name="csY11" fmla="*/ 27432 h 27432"/>
              <a:gd name="csX12" fmla="*/ 1861117 w 4243589"/>
              <a:gd name="csY12" fmla="*/ 27432 h 27432"/>
              <a:gd name="csX13" fmla="*/ 1382198 w 4243589"/>
              <a:gd name="csY13" fmla="*/ 27432 h 27432"/>
              <a:gd name="csX14" fmla="*/ 733535 w 4243589"/>
              <a:gd name="csY14" fmla="*/ 27432 h 27432"/>
              <a:gd name="csX15" fmla="*/ 0 w 4243589"/>
              <a:gd name="csY15" fmla="*/ 27432 h 27432"/>
              <a:gd name="csX16" fmla="*/ 0 w 4243589"/>
              <a:gd name="csY16" fmla="*/ 0 h 27432"/>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Lst>
            <a:rect l="l" t="t" r="r" b="b"/>
            <a:pathLst>
              <a:path w="4243589" h="27432" fill="none" extrusionOk="0">
                <a:moveTo>
                  <a:pt x="0" y="0"/>
                </a:moveTo>
                <a:cubicBezTo>
                  <a:pt x="157351" y="-15653"/>
                  <a:pt x="378877" y="-5828"/>
                  <a:pt x="563791" y="0"/>
                </a:cubicBezTo>
                <a:cubicBezTo>
                  <a:pt x="748705" y="5828"/>
                  <a:pt x="905659" y="-5525"/>
                  <a:pt x="1042710" y="0"/>
                </a:cubicBezTo>
                <a:cubicBezTo>
                  <a:pt x="1179761" y="5525"/>
                  <a:pt x="1356845" y="-21288"/>
                  <a:pt x="1564066" y="0"/>
                </a:cubicBezTo>
                <a:cubicBezTo>
                  <a:pt x="1771287" y="21288"/>
                  <a:pt x="1912099" y="25135"/>
                  <a:pt x="2212729" y="0"/>
                </a:cubicBezTo>
                <a:cubicBezTo>
                  <a:pt x="2513359" y="-25135"/>
                  <a:pt x="2514918" y="-27119"/>
                  <a:pt x="2776520" y="0"/>
                </a:cubicBezTo>
                <a:cubicBezTo>
                  <a:pt x="3038122" y="27119"/>
                  <a:pt x="3178771" y="18116"/>
                  <a:pt x="3297875" y="0"/>
                </a:cubicBezTo>
                <a:cubicBezTo>
                  <a:pt x="3416980" y="-18116"/>
                  <a:pt x="4012240" y="-40869"/>
                  <a:pt x="4243589" y="0"/>
                </a:cubicBezTo>
                <a:cubicBezTo>
                  <a:pt x="4242616" y="8304"/>
                  <a:pt x="4243111" y="21512"/>
                  <a:pt x="4243589" y="27432"/>
                </a:cubicBezTo>
                <a:cubicBezTo>
                  <a:pt x="4112949" y="6289"/>
                  <a:pt x="3928037" y="10975"/>
                  <a:pt x="3637362" y="27432"/>
                </a:cubicBezTo>
                <a:cubicBezTo>
                  <a:pt x="3346687" y="43889"/>
                  <a:pt x="3254446" y="35813"/>
                  <a:pt x="3116007" y="27432"/>
                </a:cubicBezTo>
                <a:cubicBezTo>
                  <a:pt x="2977569" y="19051"/>
                  <a:pt x="2620228" y="38017"/>
                  <a:pt x="2424908" y="27432"/>
                </a:cubicBezTo>
                <a:cubicBezTo>
                  <a:pt x="2229588" y="16847"/>
                  <a:pt x="2088287" y="5290"/>
                  <a:pt x="1861117" y="27432"/>
                </a:cubicBezTo>
                <a:cubicBezTo>
                  <a:pt x="1633947" y="49574"/>
                  <a:pt x="1502447" y="8273"/>
                  <a:pt x="1382198" y="27432"/>
                </a:cubicBezTo>
                <a:cubicBezTo>
                  <a:pt x="1261949" y="46591"/>
                  <a:pt x="1045440" y="37497"/>
                  <a:pt x="733535" y="27432"/>
                </a:cubicBezTo>
                <a:cubicBezTo>
                  <a:pt x="421630" y="17367"/>
                  <a:pt x="341257" y="-9215"/>
                  <a:pt x="0" y="27432"/>
                </a:cubicBezTo>
                <a:cubicBezTo>
                  <a:pt x="-1048" y="14992"/>
                  <a:pt x="-1120" y="7447"/>
                  <a:pt x="0" y="0"/>
                </a:cubicBezTo>
                <a:close/>
              </a:path>
              <a:path w="4243589" h="27432" stroke="0" extrusionOk="0">
                <a:moveTo>
                  <a:pt x="0" y="0"/>
                </a:moveTo>
                <a:cubicBezTo>
                  <a:pt x="128164" y="17204"/>
                  <a:pt x="312653" y="1129"/>
                  <a:pt x="563791" y="0"/>
                </a:cubicBezTo>
                <a:cubicBezTo>
                  <a:pt x="814929" y="-1129"/>
                  <a:pt x="837271" y="8503"/>
                  <a:pt x="1042710" y="0"/>
                </a:cubicBezTo>
                <a:cubicBezTo>
                  <a:pt x="1248149" y="-8503"/>
                  <a:pt x="1588432" y="-28862"/>
                  <a:pt x="1733809" y="0"/>
                </a:cubicBezTo>
                <a:cubicBezTo>
                  <a:pt x="1879186" y="28862"/>
                  <a:pt x="2052815" y="5974"/>
                  <a:pt x="2297600" y="0"/>
                </a:cubicBezTo>
                <a:cubicBezTo>
                  <a:pt x="2542385" y="-5974"/>
                  <a:pt x="2699960" y="-23550"/>
                  <a:pt x="2861391" y="0"/>
                </a:cubicBezTo>
                <a:cubicBezTo>
                  <a:pt x="3022822" y="23550"/>
                  <a:pt x="3390411" y="25272"/>
                  <a:pt x="3552490" y="0"/>
                </a:cubicBezTo>
                <a:cubicBezTo>
                  <a:pt x="3714569" y="-25272"/>
                  <a:pt x="3950585" y="-31327"/>
                  <a:pt x="4243589" y="0"/>
                </a:cubicBezTo>
                <a:cubicBezTo>
                  <a:pt x="4244074" y="9333"/>
                  <a:pt x="4244867" y="19699"/>
                  <a:pt x="4243589" y="27432"/>
                </a:cubicBezTo>
                <a:cubicBezTo>
                  <a:pt x="4130424" y="7904"/>
                  <a:pt x="3932803" y="51393"/>
                  <a:pt x="3722234" y="27432"/>
                </a:cubicBezTo>
                <a:cubicBezTo>
                  <a:pt x="3511665" y="3471"/>
                  <a:pt x="3269903" y="55138"/>
                  <a:pt x="3116007" y="27432"/>
                </a:cubicBezTo>
                <a:cubicBezTo>
                  <a:pt x="2962111" y="-274"/>
                  <a:pt x="2744280" y="32368"/>
                  <a:pt x="2509780" y="27432"/>
                </a:cubicBezTo>
                <a:cubicBezTo>
                  <a:pt x="2275280" y="22496"/>
                  <a:pt x="2066059" y="52808"/>
                  <a:pt x="1945989" y="27432"/>
                </a:cubicBezTo>
                <a:cubicBezTo>
                  <a:pt x="1825919" y="2056"/>
                  <a:pt x="1407329" y="21760"/>
                  <a:pt x="1254890" y="27432"/>
                </a:cubicBezTo>
                <a:cubicBezTo>
                  <a:pt x="1102451" y="33104"/>
                  <a:pt x="837950" y="40817"/>
                  <a:pt x="563791" y="27432"/>
                </a:cubicBezTo>
                <a:cubicBezTo>
                  <a:pt x="289632" y="14047"/>
                  <a:pt x="132768" y="16249"/>
                  <a:pt x="0" y="27432"/>
                </a:cubicBezTo>
                <a:cubicBezTo>
                  <a:pt x="211" y="18145"/>
                  <a:pt x="120" y="6480"/>
                  <a:pt x="0" y="0"/>
                </a:cubicBezTo>
                <a:close/>
              </a:path>
            </a:pathLst>
          </a:custGeom>
          <a:solidFill>
            <a:srgbClr val="7FB776"/>
          </a:solidFill>
          <a:ln w="38100" cap="rnd">
            <a:solidFill>
              <a:srgbClr val="7FB776"/>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F0287635-E2F1-0611-8E76-DC6256872079}"/>
              </a:ext>
            </a:extLst>
          </p:cNvPr>
          <p:cNvSpPr>
            <a:spLocks noGrp="1"/>
          </p:cNvSpPr>
          <p:nvPr>
            <p:ph idx="1"/>
          </p:nvPr>
        </p:nvSpPr>
        <p:spPr>
          <a:xfrm>
            <a:off x="5297762" y="2706624"/>
            <a:ext cx="6251110" cy="3483864"/>
          </a:xfrm>
        </p:spPr>
        <p:txBody>
          <a:bodyPr vert="horz" lIns="91440" tIns="45720" rIns="91440" bIns="45720" rtlCol="0">
            <a:normAutofit/>
          </a:bodyPr>
          <a:lstStyle/>
          <a:p>
            <a:pPr>
              <a:lnSpc>
                <a:spcPct val="100000"/>
              </a:lnSpc>
            </a:pPr>
            <a:r>
              <a:rPr lang="en-US" sz="2200"/>
              <a:t>You may utilize a multitude of resources to help cases. This can be either by going through the USC's (laws), CFR's (further break down of the USC's guidance), IRM's (further breakdown of CFR's and additional information regarding employment), government websites (such as Medlineplus.gov, a website ran by a government entity involving medical diagnosis, illnesses, and medication breakdowns.)</a:t>
            </a:r>
          </a:p>
          <a:p>
            <a:pPr>
              <a:lnSpc>
                <a:spcPct val="100000"/>
              </a:lnSpc>
            </a:pPr>
            <a:r>
              <a:rPr lang="en-US" sz="2200"/>
              <a:t>All this information can be compiled and used to help our cases.</a:t>
            </a:r>
          </a:p>
          <a:p>
            <a:pPr>
              <a:lnSpc>
                <a:spcPct val="100000"/>
              </a:lnSpc>
            </a:pPr>
            <a:r>
              <a:rPr lang="en-US" sz="2200"/>
              <a:t>These are just a few other resources that we can utilize on cases to help make them stronger. You can also utilize this information to inform management of any laws they may be in violation by completing the actions they are planning on taking.</a:t>
            </a:r>
          </a:p>
        </p:txBody>
      </p:sp>
      <p:pic>
        <p:nvPicPr>
          <p:cNvPr id="5" name="Picture 4" descr="Old computer monitors">
            <a:extLst>
              <a:ext uri="{FF2B5EF4-FFF2-40B4-BE49-F238E27FC236}">
                <a16:creationId xmlns:a16="http://schemas.microsoft.com/office/drawing/2014/main" id="{95A1447D-35EA-2CBA-70F4-EF522687C61B}"/>
              </a:ext>
            </a:extLst>
          </p:cNvPr>
          <p:cNvPicPr>
            <a:picLocks noChangeAspect="1"/>
          </p:cNvPicPr>
          <p:nvPr/>
        </p:nvPicPr>
        <p:blipFill>
          <a:blip r:embed="rId2"/>
          <a:srcRect l="23927" r="31237" b="-9"/>
          <a:stretch>
            <a:fillRect/>
          </a:stretch>
        </p:blipFill>
        <p:spPr>
          <a:xfrm>
            <a:off x="1" y="10"/>
            <a:ext cx="4657344" cy="6857990"/>
          </a:xfrm>
          <a:custGeom>
            <a:avLst/>
            <a:gdLst/>
            <a:ahLst/>
            <a:cxnLst/>
            <a:rect l="l" t="t" r="r" b="b"/>
            <a:pathLst>
              <a:path w="4657344" h="6858000">
                <a:moveTo>
                  <a:pt x="0" y="0"/>
                </a:moveTo>
                <a:lnTo>
                  <a:pt x="3429755" y="0"/>
                </a:lnTo>
                <a:lnTo>
                  <a:pt x="3526016" y="148742"/>
                </a:lnTo>
                <a:cubicBezTo>
                  <a:pt x="3657740" y="365513"/>
                  <a:pt x="3777402" y="589569"/>
                  <a:pt x="3886489" y="819975"/>
                </a:cubicBezTo>
                <a:cubicBezTo>
                  <a:pt x="3891856" y="833492"/>
                  <a:pt x="3900663" y="845393"/>
                  <a:pt x="3912049" y="854514"/>
                </a:cubicBezTo>
                <a:cubicBezTo>
                  <a:pt x="3897352" y="819849"/>
                  <a:pt x="3883037" y="784928"/>
                  <a:pt x="3868083" y="750263"/>
                </a:cubicBezTo>
                <a:cubicBezTo>
                  <a:pt x="3806989" y="608712"/>
                  <a:pt x="3742478" y="469145"/>
                  <a:pt x="3674155" y="331786"/>
                </a:cubicBezTo>
                <a:lnTo>
                  <a:pt x="3496656" y="0"/>
                </a:lnTo>
                <a:lnTo>
                  <a:pt x="3554371" y="0"/>
                </a:lnTo>
                <a:lnTo>
                  <a:pt x="3661621" y="196614"/>
                </a:lnTo>
                <a:cubicBezTo>
                  <a:pt x="3856899" y="573253"/>
                  <a:pt x="4021071" y="966066"/>
                  <a:pt x="4161279" y="1371196"/>
                </a:cubicBezTo>
                <a:cubicBezTo>
                  <a:pt x="4379525" y="2007265"/>
                  <a:pt x="4530141" y="2664286"/>
                  <a:pt x="4610660" y="3331516"/>
                </a:cubicBezTo>
                <a:cubicBezTo>
                  <a:pt x="4652837" y="3672965"/>
                  <a:pt x="4671625" y="4013908"/>
                  <a:pt x="4645040" y="4357388"/>
                </a:cubicBezTo>
                <a:cubicBezTo>
                  <a:pt x="4613599" y="4758899"/>
                  <a:pt x="4566181" y="5157998"/>
                  <a:pt x="4485789" y="5552906"/>
                </a:cubicBezTo>
                <a:cubicBezTo>
                  <a:pt x="4397121" y="5988893"/>
                  <a:pt x="4276748" y="6414594"/>
                  <a:pt x="4117769" y="6828295"/>
                </a:cubicBezTo>
                <a:lnTo>
                  <a:pt x="4105288" y="6858000"/>
                </a:lnTo>
                <a:lnTo>
                  <a:pt x="4052520" y="6858000"/>
                </a:lnTo>
                <a:lnTo>
                  <a:pt x="4059369" y="6841549"/>
                </a:lnTo>
                <a:cubicBezTo>
                  <a:pt x="4147276" y="6614016"/>
                  <a:pt x="4224193" y="6380817"/>
                  <a:pt x="4291518" y="6142729"/>
                </a:cubicBezTo>
                <a:cubicBezTo>
                  <a:pt x="4350055" y="5935370"/>
                  <a:pt x="4393256" y="5723695"/>
                  <a:pt x="4443357" y="5513923"/>
                </a:cubicBezTo>
                <a:cubicBezTo>
                  <a:pt x="4444541" y="5502788"/>
                  <a:pt x="4445137" y="5491601"/>
                  <a:pt x="4445146" y="5480401"/>
                </a:cubicBezTo>
                <a:cubicBezTo>
                  <a:pt x="4408465" y="5607635"/>
                  <a:pt x="4379196" y="5719759"/>
                  <a:pt x="4344559" y="5830359"/>
                </a:cubicBezTo>
                <a:cubicBezTo>
                  <a:pt x="4254261" y="6118381"/>
                  <a:pt x="4150112" y="6398531"/>
                  <a:pt x="4031702" y="6670527"/>
                </a:cubicBezTo>
                <a:lnTo>
                  <a:pt x="3943824" y="6858000"/>
                </a:lnTo>
                <a:lnTo>
                  <a:pt x="0" y="6858000"/>
                </a:lnTo>
                <a:close/>
              </a:path>
            </a:pathLst>
          </a:custGeom>
        </p:spPr>
      </p:pic>
    </p:spTree>
    <p:extLst>
      <p:ext uri="{BB962C8B-B14F-4D97-AF65-F5344CB8AC3E}">
        <p14:creationId xmlns:p14="http://schemas.microsoft.com/office/powerpoint/2010/main" val="233958977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accent2">
            <a:lumMod val="20000"/>
            <a:lumOff val="80000"/>
          </a:schemeClr>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C05CBC3C-2E5A-4839-8B9B-2E5A6ADF0F5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Freeform: Shape 9">
            <a:extLst>
              <a:ext uri="{FF2B5EF4-FFF2-40B4-BE49-F238E27FC236}">
                <a16:creationId xmlns:a16="http://schemas.microsoft.com/office/drawing/2014/main" id="{827FF362-FC97-4BF5-949B-D4ADFA26E45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8888549">
            <a:off x="-1059473" y="-1108988"/>
            <a:ext cx="7179830" cy="5226565"/>
          </a:xfrm>
          <a:custGeom>
            <a:avLst/>
            <a:gdLst>
              <a:gd name="connsiteX0" fmla="*/ 5217841 w 7179830"/>
              <a:gd name="connsiteY0" fmla="*/ 464824 h 5226565"/>
              <a:gd name="connsiteX1" fmla="*/ 5222490 w 7179830"/>
              <a:gd name="connsiteY1" fmla="*/ 464289 h 5226565"/>
              <a:gd name="connsiteX2" fmla="*/ 5216768 w 7179830"/>
              <a:gd name="connsiteY2" fmla="*/ 463394 h 5226565"/>
              <a:gd name="connsiteX3" fmla="*/ 5217841 w 7179830"/>
              <a:gd name="connsiteY3" fmla="*/ 464824 h 5226565"/>
              <a:gd name="connsiteX4" fmla="*/ 4945201 w 7179830"/>
              <a:gd name="connsiteY4" fmla="*/ 5226565 h 5226565"/>
              <a:gd name="connsiteX5" fmla="*/ 140449 w 7179830"/>
              <a:gd name="connsiteY5" fmla="*/ 2240811 h 5226565"/>
              <a:gd name="connsiteX6" fmla="*/ 232913 w 7179830"/>
              <a:gd name="connsiteY6" fmla="*/ 2052782 h 5226565"/>
              <a:gd name="connsiteX7" fmla="*/ 375714 w 7179830"/>
              <a:gd name="connsiteY7" fmla="*/ 1803205 h 5226565"/>
              <a:gd name="connsiteX8" fmla="*/ 1512756 w 7179830"/>
              <a:gd name="connsiteY8" fmla="*/ 638448 h 5226565"/>
              <a:gd name="connsiteX9" fmla="*/ 2902095 w 7179830"/>
              <a:gd name="connsiteY9" fmla="*/ 120440 h 5226565"/>
              <a:gd name="connsiteX10" fmla="*/ 2848453 w 7179830"/>
              <a:gd name="connsiteY10" fmla="*/ 125626 h 5226565"/>
              <a:gd name="connsiteX11" fmla="*/ 1837830 w 7179830"/>
              <a:gd name="connsiteY11" fmla="*/ 426203 h 5226565"/>
              <a:gd name="connsiteX12" fmla="*/ 214608 w 7179830"/>
              <a:gd name="connsiteY12" fmla="*/ 1882239 h 5226565"/>
              <a:gd name="connsiteX13" fmla="*/ 91317 w 7179830"/>
              <a:gd name="connsiteY13" fmla="*/ 2123701 h 5226565"/>
              <a:gd name="connsiteX14" fmla="*/ 64092 w 7179830"/>
              <a:gd name="connsiteY14" fmla="*/ 2193361 h 5226565"/>
              <a:gd name="connsiteX15" fmla="*/ 0 w 7179830"/>
              <a:gd name="connsiteY15" fmla="*/ 2153533 h 5226565"/>
              <a:gd name="connsiteX16" fmla="*/ 42834 w 7179830"/>
              <a:gd name="connsiteY16" fmla="*/ 2047277 h 5226565"/>
              <a:gd name="connsiteX17" fmla="*/ 923582 w 7179830"/>
              <a:gd name="connsiteY17" fmla="*/ 915600 h 5226565"/>
              <a:gd name="connsiteX18" fmla="*/ 2686989 w 7179830"/>
              <a:gd name="connsiteY18" fmla="*/ 73950 h 5226565"/>
              <a:gd name="connsiteX19" fmla="*/ 3059983 w 7179830"/>
              <a:gd name="connsiteY19" fmla="*/ 20308 h 5226565"/>
              <a:gd name="connsiteX20" fmla="*/ 3454435 w 7179830"/>
              <a:gd name="connsiteY20" fmla="*/ 1176 h 5226565"/>
              <a:gd name="connsiteX21" fmla="*/ 3923806 w 7179830"/>
              <a:gd name="connsiteY21" fmla="*/ 49990 h 5226565"/>
              <a:gd name="connsiteX22" fmla="*/ 5350874 w 7179830"/>
              <a:gd name="connsiteY22" fmla="*/ 426917 h 5226565"/>
              <a:gd name="connsiteX23" fmla="*/ 6607360 w 7179830"/>
              <a:gd name="connsiteY23" fmla="*/ 1075097 h 5226565"/>
              <a:gd name="connsiteX24" fmla="*/ 7110534 w 7179830"/>
              <a:gd name="connsiteY24" fmla="*/ 1541421 h 5226565"/>
              <a:gd name="connsiteX25" fmla="*/ 7179830 w 7179830"/>
              <a:gd name="connsiteY25" fmla="*/ 1630542 h 5226565"/>
              <a:gd name="connsiteX26" fmla="*/ 7136295 w 7179830"/>
              <a:gd name="connsiteY26" fmla="*/ 1700600 h 5226565"/>
              <a:gd name="connsiteX27" fmla="*/ 7131140 w 7179830"/>
              <a:gd name="connsiteY27" fmla="*/ 1693045 h 5226565"/>
              <a:gd name="connsiteX28" fmla="*/ 6577499 w 7179830"/>
              <a:gd name="connsiteY28" fmla="*/ 1148230 h 5226565"/>
              <a:gd name="connsiteX29" fmla="*/ 5494816 w 7179830"/>
              <a:gd name="connsiteY29" fmla="*/ 563527 h 5226565"/>
              <a:gd name="connsiteX30" fmla="*/ 5366967 w 7179830"/>
              <a:gd name="connsiteY30" fmla="*/ 514176 h 5226565"/>
              <a:gd name="connsiteX31" fmla="*/ 5244661 w 7179830"/>
              <a:gd name="connsiteY31" fmla="*/ 470725 h 5226565"/>
              <a:gd name="connsiteX32" fmla="*/ 5904822 w 7179830"/>
              <a:gd name="connsiteY32" fmla="*/ 815468 h 5226565"/>
              <a:gd name="connsiteX33" fmla="*/ 7015222 w 7179830"/>
              <a:gd name="connsiteY33" fmla="*/ 1815185 h 5226565"/>
              <a:gd name="connsiteX34" fmla="*/ 7040454 w 7179830"/>
              <a:gd name="connsiteY34" fmla="*/ 1854830 h 522656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7179830" h="5226565">
                <a:moveTo>
                  <a:pt x="5217841" y="464824"/>
                </a:moveTo>
                <a:lnTo>
                  <a:pt x="5222490" y="464289"/>
                </a:lnTo>
                <a:lnTo>
                  <a:pt x="5216768" y="463394"/>
                </a:lnTo>
                <a:cubicBezTo>
                  <a:pt x="5216768" y="463394"/>
                  <a:pt x="5216768" y="464646"/>
                  <a:pt x="5217841" y="464824"/>
                </a:cubicBezTo>
                <a:close/>
                <a:moveTo>
                  <a:pt x="4945201" y="5226565"/>
                </a:moveTo>
                <a:lnTo>
                  <a:pt x="140449" y="2240811"/>
                </a:lnTo>
                <a:lnTo>
                  <a:pt x="232913" y="2052782"/>
                </a:lnTo>
                <a:cubicBezTo>
                  <a:pt x="277693" y="1968290"/>
                  <a:pt x="325201" y="1885054"/>
                  <a:pt x="375714" y="1803205"/>
                </a:cubicBezTo>
                <a:cubicBezTo>
                  <a:pt x="667528" y="1329721"/>
                  <a:pt x="1039629" y="935091"/>
                  <a:pt x="1512756" y="638448"/>
                </a:cubicBezTo>
                <a:cubicBezTo>
                  <a:pt x="1939392" y="370950"/>
                  <a:pt x="2405724" y="210560"/>
                  <a:pt x="2902095" y="120440"/>
                </a:cubicBezTo>
                <a:cubicBezTo>
                  <a:pt x="2884054" y="118134"/>
                  <a:pt x="2865727" y="119904"/>
                  <a:pt x="2848453" y="125626"/>
                </a:cubicBezTo>
                <a:cubicBezTo>
                  <a:pt x="2498704" y="175943"/>
                  <a:pt x="2158217" y="277201"/>
                  <a:pt x="1837830" y="426203"/>
                </a:cubicBezTo>
                <a:cubicBezTo>
                  <a:pt x="1147094" y="744660"/>
                  <a:pt x="593502" y="1217071"/>
                  <a:pt x="214608" y="1882239"/>
                </a:cubicBezTo>
                <a:cubicBezTo>
                  <a:pt x="169441" y="1960776"/>
                  <a:pt x="128308" y="2041369"/>
                  <a:pt x="91317" y="2123701"/>
                </a:cubicBezTo>
                <a:lnTo>
                  <a:pt x="64092" y="2193361"/>
                </a:lnTo>
                <a:lnTo>
                  <a:pt x="0" y="2153533"/>
                </a:lnTo>
                <a:lnTo>
                  <a:pt x="42834" y="2047277"/>
                </a:lnTo>
                <a:cubicBezTo>
                  <a:pt x="241792" y="1615775"/>
                  <a:pt x="541268" y="1241591"/>
                  <a:pt x="923582" y="915600"/>
                </a:cubicBezTo>
                <a:cubicBezTo>
                  <a:pt x="1435331" y="478415"/>
                  <a:pt x="2028081" y="205375"/>
                  <a:pt x="2686989" y="73950"/>
                </a:cubicBezTo>
                <a:cubicBezTo>
                  <a:pt x="2810367" y="49274"/>
                  <a:pt x="2934818" y="32466"/>
                  <a:pt x="3059983" y="20308"/>
                </a:cubicBezTo>
                <a:cubicBezTo>
                  <a:pt x="3185149" y="8148"/>
                  <a:pt x="3308706" y="2963"/>
                  <a:pt x="3454435" y="1176"/>
                </a:cubicBezTo>
                <a:cubicBezTo>
                  <a:pt x="3599805" y="-5977"/>
                  <a:pt x="3761985" y="20665"/>
                  <a:pt x="3923806" y="49990"/>
                </a:cubicBezTo>
                <a:cubicBezTo>
                  <a:pt x="4409449" y="137964"/>
                  <a:pt x="4886867" y="257228"/>
                  <a:pt x="5350874" y="426917"/>
                </a:cubicBezTo>
                <a:cubicBezTo>
                  <a:pt x="5797001" y="589991"/>
                  <a:pt x="6223101" y="792223"/>
                  <a:pt x="6607360" y="1075097"/>
                </a:cubicBezTo>
                <a:cubicBezTo>
                  <a:pt x="6794438" y="1212779"/>
                  <a:pt x="6965102" y="1365689"/>
                  <a:pt x="7110534" y="1541421"/>
                </a:cubicBezTo>
                <a:lnTo>
                  <a:pt x="7179830" y="1630542"/>
                </a:lnTo>
                <a:lnTo>
                  <a:pt x="7136295" y="1700600"/>
                </a:lnTo>
                <a:lnTo>
                  <a:pt x="7131140" y="1693045"/>
                </a:lnTo>
                <a:cubicBezTo>
                  <a:pt x="6977874" y="1483026"/>
                  <a:pt x="6788448" y="1305671"/>
                  <a:pt x="6577499" y="1148230"/>
                </a:cubicBezTo>
                <a:cubicBezTo>
                  <a:pt x="6245452" y="900401"/>
                  <a:pt x="5878538" y="716408"/>
                  <a:pt x="5494816" y="563527"/>
                </a:cubicBezTo>
                <a:cubicBezTo>
                  <a:pt x="5452491" y="546487"/>
                  <a:pt x="5409881" y="530036"/>
                  <a:pt x="5366967" y="514176"/>
                </a:cubicBezTo>
                <a:cubicBezTo>
                  <a:pt x="5326377" y="499156"/>
                  <a:pt x="5285430" y="485210"/>
                  <a:pt x="5244661" y="470725"/>
                </a:cubicBezTo>
                <a:cubicBezTo>
                  <a:pt x="5471517" y="572127"/>
                  <a:pt x="5691970" y="687263"/>
                  <a:pt x="5904822" y="815468"/>
                </a:cubicBezTo>
                <a:cubicBezTo>
                  <a:pt x="6336645" y="1080104"/>
                  <a:pt x="6718758" y="1400351"/>
                  <a:pt x="7015222" y="1815185"/>
                </a:cubicBezTo>
                <a:lnTo>
                  <a:pt x="7040454" y="1854830"/>
                </a:lnTo>
                <a:close/>
              </a:path>
            </a:pathLst>
          </a:custGeom>
          <a:solidFill>
            <a:schemeClr val="accent1"/>
          </a:solidFill>
          <a:ln w="12700" cap="flat">
            <a:noFill/>
            <a:prstDash val="solid"/>
            <a:miter/>
          </a:ln>
        </p:spPr>
        <p:txBody>
          <a:bodyPr wrap="square" rtlCol="0" anchor="ctr">
            <a:noAutofit/>
          </a:bodyPr>
          <a:lstStyle/>
          <a:p>
            <a:endParaRPr lang="en-US"/>
          </a:p>
        </p:txBody>
      </p:sp>
      <p:sp>
        <p:nvSpPr>
          <p:cNvPr id="2" name="Title 1">
            <a:extLst>
              <a:ext uri="{FF2B5EF4-FFF2-40B4-BE49-F238E27FC236}">
                <a16:creationId xmlns:a16="http://schemas.microsoft.com/office/drawing/2014/main" id="{3D9C5AD1-1BDE-61B5-C506-4467B2B49077}"/>
              </a:ext>
            </a:extLst>
          </p:cNvPr>
          <p:cNvSpPr>
            <a:spLocks noGrp="1"/>
          </p:cNvSpPr>
          <p:nvPr>
            <p:ph type="title"/>
          </p:nvPr>
        </p:nvSpPr>
        <p:spPr>
          <a:xfrm>
            <a:off x="841246" y="673770"/>
            <a:ext cx="3644489" cy="2414488"/>
          </a:xfrm>
        </p:spPr>
        <p:txBody>
          <a:bodyPr anchor="t">
            <a:normAutofit/>
          </a:bodyPr>
          <a:lstStyle/>
          <a:p>
            <a:pPr>
              <a:lnSpc>
                <a:spcPct val="90000"/>
              </a:lnSpc>
            </a:pPr>
            <a:r>
              <a:rPr lang="en-US" sz="5600">
                <a:solidFill>
                  <a:schemeClr val="bg1"/>
                </a:solidFill>
              </a:rPr>
              <a:t>Why use alternative Research paths?</a:t>
            </a:r>
          </a:p>
        </p:txBody>
      </p:sp>
      <p:sp>
        <p:nvSpPr>
          <p:cNvPr id="3" name="Content Placeholder 2">
            <a:extLst>
              <a:ext uri="{FF2B5EF4-FFF2-40B4-BE49-F238E27FC236}">
                <a16:creationId xmlns:a16="http://schemas.microsoft.com/office/drawing/2014/main" id="{C1ECB43A-168C-8A75-3FCE-F27F14E9C398}"/>
              </a:ext>
            </a:extLst>
          </p:cNvPr>
          <p:cNvSpPr>
            <a:spLocks noGrp="1"/>
          </p:cNvSpPr>
          <p:nvPr>
            <p:ph idx="1"/>
          </p:nvPr>
        </p:nvSpPr>
        <p:spPr>
          <a:xfrm>
            <a:off x="6095999" y="882315"/>
            <a:ext cx="5254754" cy="5294647"/>
          </a:xfrm>
        </p:spPr>
        <p:txBody>
          <a:bodyPr vert="horz" lIns="91440" tIns="45720" rIns="91440" bIns="45720" rtlCol="0">
            <a:normAutofit/>
          </a:bodyPr>
          <a:lstStyle/>
          <a:p>
            <a:pPr marL="0" indent="0">
              <a:buNone/>
            </a:pPr>
            <a:r>
              <a:rPr lang="en-US" dirty="0"/>
              <a:t>Using alternative research paths helps us as Stewards in strengthening our arguments to management. It allows for us to not only show contractual violations, but also violations of federal codes and regulations or laws. There may be times, that a manager may make a mistake that is not only a violation of the rights granted through the National Agreement but also of federal law. Another reason could be that the information that was violated is not listed under the National Agreement but is mentioned elsewhere, this can still be grieved even though it is not in the National Agreement.</a:t>
            </a:r>
          </a:p>
        </p:txBody>
      </p:sp>
    </p:spTree>
    <p:extLst>
      <p:ext uri="{BB962C8B-B14F-4D97-AF65-F5344CB8AC3E}">
        <p14:creationId xmlns:p14="http://schemas.microsoft.com/office/powerpoint/2010/main" val="169809580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65C9F5B-3C50-82DE-AAE5-FEB1E77F249E}"/>
              </a:ext>
            </a:extLst>
          </p:cNvPr>
          <p:cNvSpPr>
            <a:spLocks noGrp="1"/>
          </p:cNvSpPr>
          <p:nvPr>
            <p:ph type="title"/>
          </p:nvPr>
        </p:nvSpPr>
        <p:spPr/>
        <p:txBody>
          <a:bodyPr/>
          <a:lstStyle/>
          <a:p>
            <a:r>
              <a:rPr lang="en-US" dirty="0"/>
              <a:t>IRM Guidance on AWOL</a:t>
            </a:r>
          </a:p>
        </p:txBody>
      </p:sp>
      <p:sp>
        <p:nvSpPr>
          <p:cNvPr id="3" name="Content Placeholder 2">
            <a:extLst>
              <a:ext uri="{FF2B5EF4-FFF2-40B4-BE49-F238E27FC236}">
                <a16:creationId xmlns:a16="http://schemas.microsoft.com/office/drawing/2014/main" id="{D88335E0-8139-0737-BF9E-8910EFEBF635}"/>
              </a:ext>
            </a:extLst>
          </p:cNvPr>
          <p:cNvSpPr>
            <a:spLocks noGrp="1"/>
          </p:cNvSpPr>
          <p:nvPr>
            <p:ph idx="1"/>
          </p:nvPr>
        </p:nvSpPr>
        <p:spPr/>
        <p:txBody>
          <a:bodyPr vert="horz" lIns="91440" tIns="45720" rIns="91440" bIns="45720" rtlCol="0" anchor="t">
            <a:normAutofit/>
          </a:bodyPr>
          <a:lstStyle/>
          <a:p>
            <a:r>
              <a:rPr lang="en-US"/>
              <a:t>For this example, we are only going to utilize an IRM to help us convey the contractual violations committed </a:t>
            </a:r>
            <a:r>
              <a:rPr lang="en-US" dirty="0"/>
              <a:t>against Mr. Mart.</a:t>
            </a:r>
          </a:p>
        </p:txBody>
      </p:sp>
      <p:sp>
        <p:nvSpPr>
          <p:cNvPr id="5" name="TextBox 4">
            <a:extLst>
              <a:ext uri="{FF2B5EF4-FFF2-40B4-BE49-F238E27FC236}">
                <a16:creationId xmlns:a16="http://schemas.microsoft.com/office/drawing/2014/main" id="{CB9BFF80-4E44-AB2C-0F5E-8E8F43977F09}"/>
              </a:ext>
            </a:extLst>
          </p:cNvPr>
          <p:cNvSpPr txBox="1"/>
          <p:nvPr/>
        </p:nvSpPr>
        <p:spPr>
          <a:xfrm>
            <a:off x="1042051" y="3004038"/>
            <a:ext cx="9108178" cy="2246769"/>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800" dirty="0"/>
              <a:t>IRM 6.630.1.13 (2) states -</a:t>
            </a:r>
          </a:p>
          <a:p>
            <a:r>
              <a:rPr lang="en-US" sz="2800" dirty="0"/>
              <a:t>An Employee should be charged AWOL when they :</a:t>
            </a:r>
          </a:p>
          <a:p>
            <a:r>
              <a:rPr lang="en-US" sz="2800" dirty="0"/>
              <a:t> A. Are absent without permission;</a:t>
            </a:r>
          </a:p>
          <a:p>
            <a:r>
              <a:rPr lang="en-US" sz="2800" dirty="0"/>
              <a:t> B. Have not notified their manager of the absence in accordance with established procedures; and/or</a:t>
            </a:r>
          </a:p>
          <a:p>
            <a:r>
              <a:rPr lang="en-US" sz="2800" dirty="0"/>
              <a:t> C. Have not provided satisfactory documentation or an explanation for absence from duty.</a:t>
            </a:r>
          </a:p>
        </p:txBody>
      </p:sp>
      <p:sp>
        <p:nvSpPr>
          <p:cNvPr id="6" name="TextBox 5">
            <a:extLst>
              <a:ext uri="{FF2B5EF4-FFF2-40B4-BE49-F238E27FC236}">
                <a16:creationId xmlns:a16="http://schemas.microsoft.com/office/drawing/2014/main" id="{E7CA5249-F808-D2DC-F621-BFB404A18DD9}"/>
              </a:ext>
            </a:extLst>
          </p:cNvPr>
          <p:cNvSpPr txBox="1"/>
          <p:nvPr/>
        </p:nvSpPr>
        <p:spPr>
          <a:xfrm>
            <a:off x="937846" y="5353537"/>
            <a:ext cx="10308166" cy="95410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800" dirty="0"/>
              <a:t>What this IRM states, is that an employee should be charged AWOL only when the conditions are met. The conditions read that it is either A&amp;B, A B and C, or C. If it is anything else, AWOL is inappropriate for managers to charge AWOL.</a:t>
            </a:r>
          </a:p>
        </p:txBody>
      </p:sp>
    </p:spTree>
    <p:extLst>
      <p:ext uri="{BB962C8B-B14F-4D97-AF65-F5344CB8AC3E}">
        <p14:creationId xmlns:p14="http://schemas.microsoft.com/office/powerpoint/2010/main" val="35442645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accent2">
            <a:lumMod val="20000"/>
            <a:lumOff val="80000"/>
          </a:schemeClr>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43DAA0EF-336D-4CDC-A9A2-8460363E27F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Freeform: Shape 10">
            <a:extLst>
              <a:ext uri="{FF2B5EF4-FFF2-40B4-BE49-F238E27FC236}">
                <a16:creationId xmlns:a16="http://schemas.microsoft.com/office/drawing/2014/main" id="{FD079A19-B31E-4129-A464-7547FF05AE3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4090556" cy="6858000"/>
          </a:xfrm>
          <a:custGeom>
            <a:avLst/>
            <a:gdLst>
              <a:gd name="connsiteX0" fmla="*/ 0 w 4090556"/>
              <a:gd name="connsiteY0" fmla="*/ 0 h 6858000"/>
              <a:gd name="connsiteX1" fmla="*/ 4077555 w 4090556"/>
              <a:gd name="connsiteY1" fmla="*/ 0 h 6858000"/>
              <a:gd name="connsiteX2" fmla="*/ 4077574 w 4090556"/>
              <a:gd name="connsiteY2" fmla="*/ 720 h 6858000"/>
              <a:gd name="connsiteX3" fmla="*/ 4075790 w 4090556"/>
              <a:gd name="connsiteY3" fmla="*/ 575485 h 6858000"/>
              <a:gd name="connsiteX4" fmla="*/ 4076555 w 4090556"/>
              <a:gd name="connsiteY4" fmla="*/ 932245 h 6858000"/>
              <a:gd name="connsiteX5" fmla="*/ 4076555 w 4090556"/>
              <a:gd name="connsiteY5" fmla="*/ 1286711 h 6858000"/>
              <a:gd name="connsiteX6" fmla="*/ 4082288 w 4090556"/>
              <a:gd name="connsiteY6" fmla="*/ 1595180 h 6858000"/>
              <a:gd name="connsiteX7" fmla="*/ 4078211 w 4090556"/>
              <a:gd name="connsiteY7" fmla="*/ 2133123 h 6858000"/>
              <a:gd name="connsiteX8" fmla="*/ 4071968 w 4090556"/>
              <a:gd name="connsiteY8" fmla="*/ 2946025 h 6858000"/>
              <a:gd name="connsiteX9" fmla="*/ 4068401 w 4090556"/>
              <a:gd name="connsiteY9" fmla="*/ 3502061 h 6858000"/>
              <a:gd name="connsiteX10" fmla="*/ 4087513 w 4090556"/>
              <a:gd name="connsiteY10" fmla="*/ 4076061 h 6858000"/>
              <a:gd name="connsiteX11" fmla="*/ 4076938 w 4090556"/>
              <a:gd name="connsiteY11" fmla="*/ 4442632 h 6858000"/>
              <a:gd name="connsiteX12" fmla="*/ 4071459 w 4090556"/>
              <a:gd name="connsiteY12" fmla="*/ 4827550 h 6858000"/>
              <a:gd name="connsiteX13" fmla="*/ 4071459 w 4090556"/>
              <a:gd name="connsiteY13" fmla="*/ 5019945 h 6858000"/>
              <a:gd name="connsiteX14" fmla="*/ 4084200 w 4090556"/>
              <a:gd name="connsiteY14" fmla="*/ 5490104 h 6858000"/>
              <a:gd name="connsiteX15" fmla="*/ 4077446 w 4090556"/>
              <a:gd name="connsiteY15" fmla="*/ 5844569 h 6858000"/>
              <a:gd name="connsiteX16" fmla="*/ 4082544 w 4090556"/>
              <a:gd name="connsiteY16" fmla="*/ 6260195 h 6858000"/>
              <a:gd name="connsiteX17" fmla="*/ 4086110 w 4090556"/>
              <a:gd name="connsiteY17" fmla="*/ 6706145 h 6858000"/>
              <a:gd name="connsiteX18" fmla="*/ 4086135 w 4090556"/>
              <a:gd name="connsiteY18" fmla="*/ 6794562 h 6858000"/>
              <a:gd name="connsiteX19" fmla="*/ 4080334 w 4090556"/>
              <a:gd name="connsiteY19" fmla="*/ 6858000 h 6858000"/>
              <a:gd name="connsiteX20" fmla="*/ 0 w 4090556"/>
              <a:gd name="connsiteY20"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4090556" h="6858000">
                <a:moveTo>
                  <a:pt x="0" y="0"/>
                </a:moveTo>
                <a:lnTo>
                  <a:pt x="4077555" y="0"/>
                </a:lnTo>
                <a:lnTo>
                  <a:pt x="4077574" y="720"/>
                </a:lnTo>
                <a:cubicBezTo>
                  <a:pt x="4079358" y="192351"/>
                  <a:pt x="4064960" y="384364"/>
                  <a:pt x="4075790" y="575485"/>
                </a:cubicBezTo>
                <a:cubicBezTo>
                  <a:pt x="4082544" y="694108"/>
                  <a:pt x="4081269" y="814132"/>
                  <a:pt x="4076555" y="932245"/>
                </a:cubicBezTo>
                <a:cubicBezTo>
                  <a:pt x="4071840" y="1050357"/>
                  <a:pt x="4065470" y="1168597"/>
                  <a:pt x="4076555" y="1286711"/>
                </a:cubicBezTo>
                <a:cubicBezTo>
                  <a:pt x="4084710" y="1389317"/>
                  <a:pt x="4086621" y="1492332"/>
                  <a:pt x="4082288" y="1595180"/>
                </a:cubicBezTo>
                <a:cubicBezTo>
                  <a:pt x="4077319" y="1774452"/>
                  <a:pt x="4067637" y="1953851"/>
                  <a:pt x="4078211" y="2133123"/>
                </a:cubicBezTo>
                <a:cubicBezTo>
                  <a:pt x="4094393" y="2404260"/>
                  <a:pt x="4084710" y="2675143"/>
                  <a:pt x="4071968" y="2946025"/>
                </a:cubicBezTo>
                <a:cubicBezTo>
                  <a:pt x="4063049" y="3131413"/>
                  <a:pt x="4055659" y="3316673"/>
                  <a:pt x="4068401" y="3502061"/>
                </a:cubicBezTo>
                <a:cubicBezTo>
                  <a:pt x="4081396" y="3693182"/>
                  <a:pt x="4097323" y="3884176"/>
                  <a:pt x="4087513" y="4076061"/>
                </a:cubicBezTo>
                <a:cubicBezTo>
                  <a:pt x="4081142" y="4198251"/>
                  <a:pt x="4069037" y="4320315"/>
                  <a:pt x="4076938" y="4442632"/>
                </a:cubicBezTo>
                <a:cubicBezTo>
                  <a:pt x="4083270" y="4570925"/>
                  <a:pt x="4081435" y="4699486"/>
                  <a:pt x="4071459" y="4827550"/>
                </a:cubicBezTo>
                <a:cubicBezTo>
                  <a:pt x="4065725" y="4891550"/>
                  <a:pt x="4065725" y="4955945"/>
                  <a:pt x="4071459" y="5019945"/>
                </a:cubicBezTo>
                <a:cubicBezTo>
                  <a:pt x="4087742" y="5176105"/>
                  <a:pt x="4091997" y="5333296"/>
                  <a:pt x="4084200" y="5490104"/>
                </a:cubicBezTo>
                <a:cubicBezTo>
                  <a:pt x="4079740" y="5608217"/>
                  <a:pt x="4071968" y="5726202"/>
                  <a:pt x="4077446" y="5844569"/>
                </a:cubicBezTo>
                <a:cubicBezTo>
                  <a:pt x="4083944" y="5983069"/>
                  <a:pt x="4088914" y="6121696"/>
                  <a:pt x="4082544" y="6260195"/>
                </a:cubicBezTo>
                <a:cubicBezTo>
                  <a:pt x="4075841" y="6408803"/>
                  <a:pt x="4077026" y="6557662"/>
                  <a:pt x="4086110" y="6706145"/>
                </a:cubicBezTo>
                <a:cubicBezTo>
                  <a:pt x="4087467" y="6735616"/>
                  <a:pt x="4087474" y="6765120"/>
                  <a:pt x="4086135" y="6794562"/>
                </a:cubicBezTo>
                <a:lnTo>
                  <a:pt x="4080334" y="6858000"/>
                </a:lnTo>
                <a:lnTo>
                  <a:pt x="0" y="6858000"/>
                </a:lnTo>
                <a:close/>
              </a:path>
            </a:pathLst>
          </a:custGeom>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itle 1">
            <a:extLst>
              <a:ext uri="{FF2B5EF4-FFF2-40B4-BE49-F238E27FC236}">
                <a16:creationId xmlns:a16="http://schemas.microsoft.com/office/drawing/2014/main" id="{70337682-595F-CCC3-F342-0750442CDCD0}"/>
              </a:ext>
            </a:extLst>
          </p:cNvPr>
          <p:cNvSpPr>
            <a:spLocks noGrp="1"/>
          </p:cNvSpPr>
          <p:nvPr>
            <p:ph type="title"/>
          </p:nvPr>
        </p:nvSpPr>
        <p:spPr>
          <a:xfrm>
            <a:off x="635001" y="640823"/>
            <a:ext cx="3103194" cy="5583148"/>
          </a:xfrm>
        </p:spPr>
        <p:txBody>
          <a:bodyPr anchor="ctr">
            <a:normAutofit/>
          </a:bodyPr>
          <a:lstStyle/>
          <a:p>
            <a:r>
              <a:rPr lang="en-US">
                <a:solidFill>
                  <a:schemeClr val="bg1"/>
                </a:solidFill>
              </a:rPr>
              <a:t>Identified Contractual Violations</a:t>
            </a:r>
          </a:p>
        </p:txBody>
      </p:sp>
      <p:graphicFrame>
        <p:nvGraphicFramePr>
          <p:cNvPr id="5" name="Content Placeholder 2">
            <a:extLst>
              <a:ext uri="{FF2B5EF4-FFF2-40B4-BE49-F238E27FC236}">
                <a16:creationId xmlns:a16="http://schemas.microsoft.com/office/drawing/2014/main" id="{7263DFB7-61A0-51C7-5D4B-A7A5CF35F22E}"/>
              </a:ext>
            </a:extLst>
          </p:cNvPr>
          <p:cNvGraphicFramePr>
            <a:graphicFrameLocks noGrp="1"/>
          </p:cNvGraphicFramePr>
          <p:nvPr>
            <p:ph idx="1"/>
            <p:extLst>
              <p:ext uri="{D42A27DB-BD31-4B8C-83A1-F6EECF244321}">
                <p14:modId xmlns:p14="http://schemas.microsoft.com/office/powerpoint/2010/main" val="907562080"/>
              </p:ext>
            </p:extLst>
          </p:nvPr>
        </p:nvGraphicFramePr>
        <p:xfrm>
          <a:off x="4648018" y="640822"/>
          <a:ext cx="6900512" cy="5536141"/>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36813107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accent2">
            <a:lumMod val="20000"/>
            <a:lumOff val="80000"/>
          </a:schemeClr>
        </a:solidFill>
        <a:effectLst/>
      </p:bgPr>
    </p:bg>
    <p:spTree>
      <p:nvGrpSpPr>
        <p:cNvPr id="1" name="">
          <a:extLst>
            <a:ext uri="{FF2B5EF4-FFF2-40B4-BE49-F238E27FC236}">
              <a16:creationId xmlns:a16="http://schemas.microsoft.com/office/drawing/2014/main" id="{C47E227E-B992-2A52-9E02-27AAC667F4E4}"/>
            </a:ext>
          </a:extLst>
        </p:cNvPr>
        <p:cNvGrpSpPr/>
        <p:nvPr/>
      </p:nvGrpSpPr>
      <p:grpSpPr>
        <a:xfrm>
          <a:off x="0" y="0"/>
          <a:ext cx="0" cy="0"/>
          <a:chOff x="0" y="0"/>
          <a:chExt cx="0" cy="0"/>
        </a:xfrm>
      </p:grpSpPr>
      <p:sp>
        <p:nvSpPr>
          <p:cNvPr id="7" name="Rectangle 6">
            <a:extLst>
              <a:ext uri="{FF2B5EF4-FFF2-40B4-BE49-F238E27FC236}">
                <a16:creationId xmlns:a16="http://schemas.microsoft.com/office/drawing/2014/main" id="{938A7E02-8977-AC03-BF84-9A8CFC76BEA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38200" y="4736883"/>
            <a:ext cx="4243589" cy="27432"/>
          </a:xfrm>
          <a:custGeom>
            <a:avLst/>
            <a:gdLst>
              <a:gd name="csX0" fmla="*/ 0 w 4243589"/>
              <a:gd name="csY0" fmla="*/ 0 h 27432"/>
              <a:gd name="csX1" fmla="*/ 563791 w 4243589"/>
              <a:gd name="csY1" fmla="*/ 0 h 27432"/>
              <a:gd name="csX2" fmla="*/ 1042710 w 4243589"/>
              <a:gd name="csY2" fmla="*/ 0 h 27432"/>
              <a:gd name="csX3" fmla="*/ 1564066 w 4243589"/>
              <a:gd name="csY3" fmla="*/ 0 h 27432"/>
              <a:gd name="csX4" fmla="*/ 2212729 w 4243589"/>
              <a:gd name="csY4" fmla="*/ 0 h 27432"/>
              <a:gd name="csX5" fmla="*/ 2776520 w 4243589"/>
              <a:gd name="csY5" fmla="*/ 0 h 27432"/>
              <a:gd name="csX6" fmla="*/ 3297875 w 4243589"/>
              <a:gd name="csY6" fmla="*/ 0 h 27432"/>
              <a:gd name="csX7" fmla="*/ 4243589 w 4243589"/>
              <a:gd name="csY7" fmla="*/ 0 h 27432"/>
              <a:gd name="csX8" fmla="*/ 4243589 w 4243589"/>
              <a:gd name="csY8" fmla="*/ 27432 h 27432"/>
              <a:gd name="csX9" fmla="*/ 3637362 w 4243589"/>
              <a:gd name="csY9" fmla="*/ 27432 h 27432"/>
              <a:gd name="csX10" fmla="*/ 3116007 w 4243589"/>
              <a:gd name="csY10" fmla="*/ 27432 h 27432"/>
              <a:gd name="csX11" fmla="*/ 2424908 w 4243589"/>
              <a:gd name="csY11" fmla="*/ 27432 h 27432"/>
              <a:gd name="csX12" fmla="*/ 1861117 w 4243589"/>
              <a:gd name="csY12" fmla="*/ 27432 h 27432"/>
              <a:gd name="csX13" fmla="*/ 1382198 w 4243589"/>
              <a:gd name="csY13" fmla="*/ 27432 h 27432"/>
              <a:gd name="csX14" fmla="*/ 733535 w 4243589"/>
              <a:gd name="csY14" fmla="*/ 27432 h 27432"/>
              <a:gd name="csX15" fmla="*/ 0 w 4243589"/>
              <a:gd name="csY15" fmla="*/ 27432 h 27432"/>
              <a:gd name="csX16" fmla="*/ 0 w 4243589"/>
              <a:gd name="csY16" fmla="*/ 0 h 27432"/>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Lst>
            <a:rect l="l" t="t" r="r" b="b"/>
            <a:pathLst>
              <a:path w="4243589" h="27432" fill="none" extrusionOk="0">
                <a:moveTo>
                  <a:pt x="0" y="0"/>
                </a:moveTo>
                <a:cubicBezTo>
                  <a:pt x="157351" y="-15653"/>
                  <a:pt x="378877" y="-5828"/>
                  <a:pt x="563791" y="0"/>
                </a:cubicBezTo>
                <a:cubicBezTo>
                  <a:pt x="748705" y="5828"/>
                  <a:pt x="905659" y="-5525"/>
                  <a:pt x="1042710" y="0"/>
                </a:cubicBezTo>
                <a:cubicBezTo>
                  <a:pt x="1179761" y="5525"/>
                  <a:pt x="1356845" y="-21288"/>
                  <a:pt x="1564066" y="0"/>
                </a:cubicBezTo>
                <a:cubicBezTo>
                  <a:pt x="1771287" y="21288"/>
                  <a:pt x="1912099" y="25135"/>
                  <a:pt x="2212729" y="0"/>
                </a:cubicBezTo>
                <a:cubicBezTo>
                  <a:pt x="2513359" y="-25135"/>
                  <a:pt x="2514918" y="-27119"/>
                  <a:pt x="2776520" y="0"/>
                </a:cubicBezTo>
                <a:cubicBezTo>
                  <a:pt x="3038122" y="27119"/>
                  <a:pt x="3178771" y="18116"/>
                  <a:pt x="3297875" y="0"/>
                </a:cubicBezTo>
                <a:cubicBezTo>
                  <a:pt x="3416980" y="-18116"/>
                  <a:pt x="4012240" y="-40869"/>
                  <a:pt x="4243589" y="0"/>
                </a:cubicBezTo>
                <a:cubicBezTo>
                  <a:pt x="4242616" y="8304"/>
                  <a:pt x="4243111" y="21512"/>
                  <a:pt x="4243589" y="27432"/>
                </a:cubicBezTo>
                <a:cubicBezTo>
                  <a:pt x="4112949" y="6289"/>
                  <a:pt x="3928037" y="10975"/>
                  <a:pt x="3637362" y="27432"/>
                </a:cubicBezTo>
                <a:cubicBezTo>
                  <a:pt x="3346687" y="43889"/>
                  <a:pt x="3254446" y="35813"/>
                  <a:pt x="3116007" y="27432"/>
                </a:cubicBezTo>
                <a:cubicBezTo>
                  <a:pt x="2977569" y="19051"/>
                  <a:pt x="2620228" y="38017"/>
                  <a:pt x="2424908" y="27432"/>
                </a:cubicBezTo>
                <a:cubicBezTo>
                  <a:pt x="2229588" y="16847"/>
                  <a:pt x="2088287" y="5290"/>
                  <a:pt x="1861117" y="27432"/>
                </a:cubicBezTo>
                <a:cubicBezTo>
                  <a:pt x="1633947" y="49574"/>
                  <a:pt x="1502447" y="8273"/>
                  <a:pt x="1382198" y="27432"/>
                </a:cubicBezTo>
                <a:cubicBezTo>
                  <a:pt x="1261949" y="46591"/>
                  <a:pt x="1045440" y="37497"/>
                  <a:pt x="733535" y="27432"/>
                </a:cubicBezTo>
                <a:cubicBezTo>
                  <a:pt x="421630" y="17367"/>
                  <a:pt x="341257" y="-9215"/>
                  <a:pt x="0" y="27432"/>
                </a:cubicBezTo>
                <a:cubicBezTo>
                  <a:pt x="-1048" y="14992"/>
                  <a:pt x="-1120" y="7447"/>
                  <a:pt x="0" y="0"/>
                </a:cubicBezTo>
                <a:close/>
              </a:path>
              <a:path w="4243589" h="27432" stroke="0" extrusionOk="0">
                <a:moveTo>
                  <a:pt x="0" y="0"/>
                </a:moveTo>
                <a:cubicBezTo>
                  <a:pt x="128164" y="17204"/>
                  <a:pt x="312653" y="1129"/>
                  <a:pt x="563791" y="0"/>
                </a:cubicBezTo>
                <a:cubicBezTo>
                  <a:pt x="814929" y="-1129"/>
                  <a:pt x="837271" y="8503"/>
                  <a:pt x="1042710" y="0"/>
                </a:cubicBezTo>
                <a:cubicBezTo>
                  <a:pt x="1248149" y="-8503"/>
                  <a:pt x="1588432" y="-28862"/>
                  <a:pt x="1733809" y="0"/>
                </a:cubicBezTo>
                <a:cubicBezTo>
                  <a:pt x="1879186" y="28862"/>
                  <a:pt x="2052815" y="5974"/>
                  <a:pt x="2297600" y="0"/>
                </a:cubicBezTo>
                <a:cubicBezTo>
                  <a:pt x="2542385" y="-5974"/>
                  <a:pt x="2699960" y="-23550"/>
                  <a:pt x="2861391" y="0"/>
                </a:cubicBezTo>
                <a:cubicBezTo>
                  <a:pt x="3022822" y="23550"/>
                  <a:pt x="3390411" y="25272"/>
                  <a:pt x="3552490" y="0"/>
                </a:cubicBezTo>
                <a:cubicBezTo>
                  <a:pt x="3714569" y="-25272"/>
                  <a:pt x="3950585" y="-31327"/>
                  <a:pt x="4243589" y="0"/>
                </a:cubicBezTo>
                <a:cubicBezTo>
                  <a:pt x="4244074" y="9333"/>
                  <a:pt x="4244867" y="19699"/>
                  <a:pt x="4243589" y="27432"/>
                </a:cubicBezTo>
                <a:cubicBezTo>
                  <a:pt x="4130424" y="7904"/>
                  <a:pt x="3932803" y="51393"/>
                  <a:pt x="3722234" y="27432"/>
                </a:cubicBezTo>
                <a:cubicBezTo>
                  <a:pt x="3511665" y="3471"/>
                  <a:pt x="3269903" y="55138"/>
                  <a:pt x="3116007" y="27432"/>
                </a:cubicBezTo>
                <a:cubicBezTo>
                  <a:pt x="2962111" y="-274"/>
                  <a:pt x="2744280" y="32368"/>
                  <a:pt x="2509780" y="27432"/>
                </a:cubicBezTo>
                <a:cubicBezTo>
                  <a:pt x="2275280" y="22496"/>
                  <a:pt x="2066059" y="52808"/>
                  <a:pt x="1945989" y="27432"/>
                </a:cubicBezTo>
                <a:cubicBezTo>
                  <a:pt x="1825919" y="2056"/>
                  <a:pt x="1407329" y="21760"/>
                  <a:pt x="1254890" y="27432"/>
                </a:cubicBezTo>
                <a:cubicBezTo>
                  <a:pt x="1102451" y="33104"/>
                  <a:pt x="837950" y="40817"/>
                  <a:pt x="563791" y="27432"/>
                </a:cubicBezTo>
                <a:cubicBezTo>
                  <a:pt x="289632" y="14047"/>
                  <a:pt x="132768" y="16249"/>
                  <a:pt x="0" y="27432"/>
                </a:cubicBezTo>
                <a:cubicBezTo>
                  <a:pt x="211" y="18145"/>
                  <a:pt x="120" y="6480"/>
                  <a:pt x="0" y="0"/>
                </a:cubicBezTo>
                <a:close/>
              </a:path>
            </a:pathLst>
          </a:custGeom>
          <a:solidFill>
            <a:schemeClr val="tx1"/>
          </a:solidFill>
          <a:ln w="38100" cap="rnd">
            <a:solidFill>
              <a:schemeClr val="tx1"/>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useBgFill="1">
        <p:nvSpPr>
          <p:cNvPr id="9" name="Rectangle 8">
            <a:extLst>
              <a:ext uri="{FF2B5EF4-FFF2-40B4-BE49-F238E27FC236}">
                <a16:creationId xmlns:a16="http://schemas.microsoft.com/office/drawing/2014/main" id="{425069DB-849B-FB08-E945-DCC33CE4A96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51">
            <a:extLst>
              <a:ext uri="{FF2B5EF4-FFF2-40B4-BE49-F238E27FC236}">
                <a16:creationId xmlns:a16="http://schemas.microsoft.com/office/drawing/2014/main" id="{631C4731-E54D-1097-3919-BBA7F48A568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119417" y="6756322"/>
            <a:ext cx="5657849" cy="101678"/>
          </a:xfrm>
          <a:custGeom>
            <a:avLst/>
            <a:gdLst>
              <a:gd name="connsiteX0" fmla="*/ 0 w 2374107"/>
              <a:gd name="connsiteY0" fmla="*/ 0 h 45719"/>
              <a:gd name="connsiteX1" fmla="*/ 2374107 w 2374107"/>
              <a:gd name="connsiteY1" fmla="*/ 0 h 45719"/>
              <a:gd name="connsiteX2" fmla="*/ 2374107 w 2374107"/>
              <a:gd name="connsiteY2" fmla="*/ 45719 h 45719"/>
              <a:gd name="connsiteX3" fmla="*/ 0 w 2374107"/>
              <a:gd name="connsiteY3" fmla="*/ 45719 h 45719"/>
              <a:gd name="connsiteX4" fmla="*/ 0 w 2374107"/>
              <a:gd name="connsiteY4" fmla="*/ 0 h 45719"/>
              <a:gd name="connsiteX0" fmla="*/ 0 w 2430067"/>
              <a:gd name="connsiteY0" fmla="*/ 0 h 64769"/>
              <a:gd name="connsiteX1" fmla="*/ 2430067 w 2430067"/>
              <a:gd name="connsiteY1" fmla="*/ 19050 h 64769"/>
              <a:gd name="connsiteX2" fmla="*/ 2430067 w 2430067"/>
              <a:gd name="connsiteY2" fmla="*/ 64769 h 64769"/>
              <a:gd name="connsiteX3" fmla="*/ 55960 w 2430067"/>
              <a:gd name="connsiteY3" fmla="*/ 64769 h 64769"/>
              <a:gd name="connsiteX4" fmla="*/ 0 w 2430067"/>
              <a:gd name="connsiteY4" fmla="*/ 0 h 64769"/>
              <a:gd name="connsiteX0" fmla="*/ 0 w 2431088"/>
              <a:gd name="connsiteY0" fmla="*/ 0 h 94534"/>
              <a:gd name="connsiteX1" fmla="*/ 2431088 w 2431088"/>
              <a:gd name="connsiteY1" fmla="*/ 48815 h 94534"/>
              <a:gd name="connsiteX2" fmla="*/ 2431088 w 2431088"/>
              <a:gd name="connsiteY2" fmla="*/ 94534 h 94534"/>
              <a:gd name="connsiteX3" fmla="*/ 56981 w 2431088"/>
              <a:gd name="connsiteY3" fmla="*/ 94534 h 94534"/>
              <a:gd name="connsiteX4" fmla="*/ 0 w 2431088"/>
              <a:gd name="connsiteY4" fmla="*/ 0 h 94534"/>
              <a:gd name="connsiteX0" fmla="*/ 0 w 2425473"/>
              <a:gd name="connsiteY0" fmla="*/ 0 h 101678"/>
              <a:gd name="connsiteX1" fmla="*/ 2425473 w 2425473"/>
              <a:gd name="connsiteY1" fmla="*/ 55959 h 101678"/>
              <a:gd name="connsiteX2" fmla="*/ 2425473 w 2425473"/>
              <a:gd name="connsiteY2" fmla="*/ 101678 h 101678"/>
              <a:gd name="connsiteX3" fmla="*/ 51366 w 2425473"/>
              <a:gd name="connsiteY3" fmla="*/ 101678 h 101678"/>
              <a:gd name="connsiteX4" fmla="*/ 0 w 2425473"/>
              <a:gd name="connsiteY4" fmla="*/ 0 h 10167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425473" h="101678">
                <a:moveTo>
                  <a:pt x="0" y="0"/>
                </a:moveTo>
                <a:lnTo>
                  <a:pt x="2425473" y="55959"/>
                </a:lnTo>
                <a:lnTo>
                  <a:pt x="2425473" y="101678"/>
                </a:lnTo>
                <a:lnTo>
                  <a:pt x="51366" y="101678"/>
                </a:lnTo>
                <a:lnTo>
                  <a:pt x="0" y="0"/>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52">
            <a:extLst>
              <a:ext uri="{FF2B5EF4-FFF2-40B4-BE49-F238E27FC236}">
                <a16:creationId xmlns:a16="http://schemas.microsoft.com/office/drawing/2014/main" id="{ADBFB3F9-756B-4BE0-BA44-E5F2F874F26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58697" y="6809135"/>
            <a:ext cx="160496" cy="48864"/>
          </a:xfrm>
          <a:custGeom>
            <a:avLst/>
            <a:gdLst>
              <a:gd name="connsiteX0" fmla="*/ 0 w 91440"/>
              <a:gd name="connsiteY0" fmla="*/ 0 h 27432"/>
              <a:gd name="connsiteX1" fmla="*/ 91440 w 91440"/>
              <a:gd name="connsiteY1" fmla="*/ 0 h 27432"/>
              <a:gd name="connsiteX2" fmla="*/ 91440 w 91440"/>
              <a:gd name="connsiteY2" fmla="*/ 27432 h 27432"/>
              <a:gd name="connsiteX3" fmla="*/ 0 w 91440"/>
              <a:gd name="connsiteY3" fmla="*/ 27432 h 27432"/>
              <a:gd name="connsiteX4" fmla="*/ 0 w 91440"/>
              <a:gd name="connsiteY4" fmla="*/ 0 h 27432"/>
              <a:gd name="connsiteX0" fmla="*/ 0 w 128350"/>
              <a:gd name="connsiteY0" fmla="*/ 0 h 36957"/>
              <a:gd name="connsiteX1" fmla="*/ 128350 w 128350"/>
              <a:gd name="connsiteY1" fmla="*/ 9525 h 36957"/>
              <a:gd name="connsiteX2" fmla="*/ 128350 w 128350"/>
              <a:gd name="connsiteY2" fmla="*/ 36957 h 36957"/>
              <a:gd name="connsiteX3" fmla="*/ 36910 w 128350"/>
              <a:gd name="connsiteY3" fmla="*/ 36957 h 36957"/>
              <a:gd name="connsiteX4" fmla="*/ 0 w 128350"/>
              <a:gd name="connsiteY4" fmla="*/ 0 h 36957"/>
              <a:gd name="connsiteX0" fmla="*/ 0 w 128350"/>
              <a:gd name="connsiteY0" fmla="*/ 0 h 36957"/>
              <a:gd name="connsiteX1" fmla="*/ 83106 w 128350"/>
              <a:gd name="connsiteY1" fmla="*/ 11906 h 36957"/>
              <a:gd name="connsiteX2" fmla="*/ 128350 w 128350"/>
              <a:gd name="connsiteY2" fmla="*/ 36957 h 36957"/>
              <a:gd name="connsiteX3" fmla="*/ 36910 w 128350"/>
              <a:gd name="connsiteY3" fmla="*/ 36957 h 36957"/>
              <a:gd name="connsiteX4" fmla="*/ 0 w 128350"/>
              <a:gd name="connsiteY4" fmla="*/ 0 h 36957"/>
              <a:gd name="connsiteX0" fmla="*/ 0 w 162878"/>
              <a:gd name="connsiteY0" fmla="*/ 0 h 44101"/>
              <a:gd name="connsiteX1" fmla="*/ 117634 w 162878"/>
              <a:gd name="connsiteY1" fmla="*/ 19050 h 44101"/>
              <a:gd name="connsiteX2" fmla="*/ 162878 w 162878"/>
              <a:gd name="connsiteY2" fmla="*/ 44101 h 44101"/>
              <a:gd name="connsiteX3" fmla="*/ 71438 w 162878"/>
              <a:gd name="connsiteY3" fmla="*/ 44101 h 44101"/>
              <a:gd name="connsiteX4" fmla="*/ 0 w 162878"/>
              <a:gd name="connsiteY4" fmla="*/ 0 h 44101"/>
              <a:gd name="connsiteX0" fmla="*/ 0 w 160496"/>
              <a:gd name="connsiteY0" fmla="*/ 0 h 48864"/>
              <a:gd name="connsiteX1" fmla="*/ 115252 w 160496"/>
              <a:gd name="connsiteY1" fmla="*/ 23813 h 48864"/>
              <a:gd name="connsiteX2" fmla="*/ 160496 w 160496"/>
              <a:gd name="connsiteY2" fmla="*/ 48864 h 48864"/>
              <a:gd name="connsiteX3" fmla="*/ 69056 w 160496"/>
              <a:gd name="connsiteY3" fmla="*/ 48864 h 48864"/>
              <a:gd name="connsiteX4" fmla="*/ 0 w 160496"/>
              <a:gd name="connsiteY4" fmla="*/ 0 h 48864"/>
              <a:gd name="connsiteX0" fmla="*/ 0 w 160496"/>
              <a:gd name="connsiteY0" fmla="*/ 0 h 48864"/>
              <a:gd name="connsiteX1" fmla="*/ 115252 w 160496"/>
              <a:gd name="connsiteY1" fmla="*/ 23813 h 48864"/>
              <a:gd name="connsiteX2" fmla="*/ 160496 w 160496"/>
              <a:gd name="connsiteY2" fmla="*/ 48864 h 48864"/>
              <a:gd name="connsiteX3" fmla="*/ 61912 w 160496"/>
              <a:gd name="connsiteY3" fmla="*/ 48864 h 48864"/>
              <a:gd name="connsiteX4" fmla="*/ 0 w 160496"/>
              <a:gd name="connsiteY4" fmla="*/ 0 h 4886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60496" h="48864">
                <a:moveTo>
                  <a:pt x="0" y="0"/>
                </a:moveTo>
                <a:lnTo>
                  <a:pt x="115252" y="23813"/>
                </a:lnTo>
                <a:lnTo>
                  <a:pt x="160496" y="48864"/>
                </a:lnTo>
                <a:lnTo>
                  <a:pt x="61912" y="48864"/>
                </a:lnTo>
                <a:lnTo>
                  <a:pt x="0" y="0"/>
                </a:lnTo>
                <a:close/>
              </a:path>
            </a:pathLst>
          </a:cu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5" name="Graphic 33">
            <a:extLst>
              <a:ext uri="{FF2B5EF4-FFF2-40B4-BE49-F238E27FC236}">
                <a16:creationId xmlns:a16="http://schemas.microsoft.com/office/drawing/2014/main" id="{E1BBF67A-A816-F30D-C985-4930BEB5622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318417" y="0"/>
            <a:ext cx="9570431" cy="6858000"/>
          </a:xfrm>
          <a:custGeom>
            <a:avLst/>
            <a:gdLst>
              <a:gd name="connsiteX0" fmla="*/ 7178288 w 7187261"/>
              <a:gd name="connsiteY0" fmla="*/ 2604802 h 5150263"/>
              <a:gd name="connsiteX1" fmla="*/ 7169335 w 7187261"/>
              <a:gd name="connsiteY1" fmla="*/ 2328577 h 5150263"/>
              <a:gd name="connsiteX2" fmla="*/ 7060845 w 7187261"/>
              <a:gd name="connsiteY2" fmla="*/ 1661160 h 5150263"/>
              <a:gd name="connsiteX3" fmla="*/ 6212263 w 7187261"/>
              <a:gd name="connsiteY3" fmla="*/ 243840 h 5150263"/>
              <a:gd name="connsiteX4" fmla="*/ 5953564 w 7187261"/>
              <a:gd name="connsiteY4" fmla="*/ 0 h 5150263"/>
              <a:gd name="connsiteX5" fmla="*/ 1408615 w 7187261"/>
              <a:gd name="connsiteY5" fmla="*/ 0 h 5150263"/>
              <a:gd name="connsiteX6" fmla="*/ 805111 w 7187261"/>
              <a:gd name="connsiteY6" fmla="*/ 676275 h 5150263"/>
              <a:gd name="connsiteX7" fmla="*/ 104928 w 7187261"/>
              <a:gd name="connsiteY7" fmla="*/ 2183035 h 5150263"/>
              <a:gd name="connsiteX8" fmla="*/ 51588 w 7187261"/>
              <a:gd name="connsiteY8" fmla="*/ 2400014 h 5150263"/>
              <a:gd name="connsiteX9" fmla="*/ 41301 w 7187261"/>
              <a:gd name="connsiteY9" fmla="*/ 2424208 h 5150263"/>
              <a:gd name="connsiteX10" fmla="*/ 119692 w 7187261"/>
              <a:gd name="connsiteY10" fmla="*/ 1834801 h 5150263"/>
              <a:gd name="connsiteX11" fmla="*/ 870071 w 7187261"/>
              <a:gd name="connsiteY11" fmla="*/ 462248 h 5150263"/>
              <a:gd name="connsiteX12" fmla="*/ 1389279 w 7187261"/>
              <a:gd name="connsiteY12" fmla="*/ 476 h 5150263"/>
              <a:gd name="connsiteX13" fmla="*/ 1320223 w 7187261"/>
              <a:gd name="connsiteY13" fmla="*/ 476 h 5150263"/>
              <a:gd name="connsiteX14" fmla="*/ 423158 w 7187261"/>
              <a:gd name="connsiteY14" fmla="*/ 989743 h 5150263"/>
              <a:gd name="connsiteX15" fmla="*/ 25585 w 7187261"/>
              <a:gd name="connsiteY15" fmla="*/ 2113693 h 5150263"/>
              <a:gd name="connsiteX16" fmla="*/ 2344 w 7187261"/>
              <a:gd name="connsiteY16" fmla="*/ 2725865 h 5150263"/>
              <a:gd name="connsiteX17" fmla="*/ 447256 w 7187261"/>
              <a:gd name="connsiteY17" fmla="*/ 4210717 h 5150263"/>
              <a:gd name="connsiteX18" fmla="*/ 1138962 w 7187261"/>
              <a:gd name="connsiteY18" fmla="*/ 4988910 h 5150263"/>
              <a:gd name="connsiteX19" fmla="*/ 1348512 w 7187261"/>
              <a:gd name="connsiteY19" fmla="*/ 5146834 h 5150263"/>
              <a:gd name="connsiteX20" fmla="*/ 1422712 w 7187261"/>
              <a:gd name="connsiteY20" fmla="*/ 5146834 h 5150263"/>
              <a:gd name="connsiteX21" fmla="*/ 480594 w 7187261"/>
              <a:gd name="connsiteY21" fmla="*/ 4187952 h 5150263"/>
              <a:gd name="connsiteX22" fmla="*/ 398679 w 7187261"/>
              <a:gd name="connsiteY22" fmla="*/ 4046125 h 5150263"/>
              <a:gd name="connsiteX23" fmla="*/ 411823 w 7187261"/>
              <a:gd name="connsiteY23" fmla="*/ 4053078 h 5150263"/>
              <a:gd name="connsiteX24" fmla="*/ 1439380 w 7187261"/>
              <a:gd name="connsiteY24" fmla="*/ 5147405 h 5150263"/>
              <a:gd name="connsiteX25" fmla="*/ 5710010 w 7187261"/>
              <a:gd name="connsiteY25" fmla="*/ 5150263 h 5150263"/>
              <a:gd name="connsiteX26" fmla="*/ 5999665 w 7187261"/>
              <a:gd name="connsiteY26" fmla="*/ 4910900 h 5150263"/>
              <a:gd name="connsiteX27" fmla="*/ 6954165 w 7187261"/>
              <a:gd name="connsiteY27" fmla="*/ 3545777 h 5150263"/>
              <a:gd name="connsiteX28" fmla="*/ 7137712 w 7187261"/>
              <a:gd name="connsiteY28" fmla="*/ 2799207 h 5150263"/>
              <a:gd name="connsiteX29" fmla="*/ 7142951 w 7187261"/>
              <a:gd name="connsiteY29" fmla="*/ 2754535 h 5150263"/>
              <a:gd name="connsiteX30" fmla="*/ 7149428 w 7187261"/>
              <a:gd name="connsiteY30" fmla="*/ 2774823 h 5150263"/>
              <a:gd name="connsiteX31" fmla="*/ 7066465 w 7187261"/>
              <a:gd name="connsiteY31" fmla="*/ 3465672 h 5150263"/>
              <a:gd name="connsiteX32" fmla="*/ 6452578 w 7187261"/>
              <a:gd name="connsiteY32" fmla="*/ 4552760 h 5150263"/>
              <a:gd name="connsiteX33" fmla="*/ 5752110 w 7187261"/>
              <a:gd name="connsiteY33" fmla="*/ 5150263 h 5150263"/>
              <a:gd name="connsiteX34" fmla="*/ 5827643 w 7187261"/>
              <a:gd name="connsiteY34" fmla="*/ 5150263 h 5150263"/>
              <a:gd name="connsiteX35" fmla="*/ 6642793 w 7187261"/>
              <a:gd name="connsiteY35" fmla="*/ 4389406 h 5150263"/>
              <a:gd name="connsiteX36" fmla="*/ 7102469 w 7187261"/>
              <a:gd name="connsiteY36" fmla="*/ 3490817 h 5150263"/>
              <a:gd name="connsiteX37" fmla="*/ 7187242 w 7187261"/>
              <a:gd name="connsiteY37" fmla="*/ 2990183 h 5150263"/>
              <a:gd name="connsiteX38" fmla="*/ 7178288 w 7187261"/>
              <a:gd name="connsiteY38" fmla="*/ 2604802 h 5150263"/>
              <a:gd name="connsiteX39" fmla="*/ 6342565 w 7187261"/>
              <a:gd name="connsiteY39" fmla="*/ 441389 h 5150263"/>
              <a:gd name="connsiteX40" fmla="*/ 7126567 w 7187261"/>
              <a:gd name="connsiteY40" fmla="*/ 2355056 h 5150263"/>
              <a:gd name="connsiteX41" fmla="*/ 6342565 w 7187261"/>
              <a:gd name="connsiteY41" fmla="*/ 441389 h 51502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Lst>
            <a:rect l="l" t="t" r="r" b="b"/>
            <a:pathLst>
              <a:path w="7187261" h="5150263">
                <a:moveTo>
                  <a:pt x="7178288" y="2604802"/>
                </a:moveTo>
                <a:cubicBezTo>
                  <a:pt x="7168763" y="2513076"/>
                  <a:pt x="7174478" y="2420684"/>
                  <a:pt x="7169335" y="2328577"/>
                </a:cubicBezTo>
                <a:cubicBezTo>
                  <a:pt x="7156952" y="2102882"/>
                  <a:pt x="7120586" y="1879149"/>
                  <a:pt x="7060845" y="1661160"/>
                </a:cubicBezTo>
                <a:cubicBezTo>
                  <a:pt x="6910588" y="1121007"/>
                  <a:pt x="6617428" y="631374"/>
                  <a:pt x="6212263" y="243840"/>
                </a:cubicBezTo>
                <a:cubicBezTo>
                  <a:pt x="6126538" y="162496"/>
                  <a:pt x="6040813" y="80201"/>
                  <a:pt x="5953564" y="0"/>
                </a:cubicBezTo>
                <a:lnTo>
                  <a:pt x="1408615" y="0"/>
                </a:lnTo>
                <a:cubicBezTo>
                  <a:pt x="1180967" y="200316"/>
                  <a:pt x="978332" y="427387"/>
                  <a:pt x="805111" y="676275"/>
                </a:cubicBezTo>
                <a:cubicBezTo>
                  <a:pt x="481261" y="1136523"/>
                  <a:pt x="252089" y="1640872"/>
                  <a:pt x="104928" y="2183035"/>
                </a:cubicBezTo>
                <a:cubicBezTo>
                  <a:pt x="85878" y="2254853"/>
                  <a:pt x="69495" y="2327720"/>
                  <a:pt x="51588" y="2400014"/>
                </a:cubicBezTo>
                <a:cubicBezTo>
                  <a:pt x="49683" y="2407634"/>
                  <a:pt x="51588" y="2416969"/>
                  <a:pt x="41301" y="2424208"/>
                </a:cubicBezTo>
                <a:cubicBezTo>
                  <a:pt x="45900" y="2225469"/>
                  <a:pt x="72186" y="2027834"/>
                  <a:pt x="119692" y="1834801"/>
                </a:cubicBezTo>
                <a:cubicBezTo>
                  <a:pt x="247993" y="1310926"/>
                  <a:pt x="506121" y="857726"/>
                  <a:pt x="870071" y="462248"/>
                </a:cubicBezTo>
                <a:cubicBezTo>
                  <a:pt x="1027729" y="291823"/>
                  <a:pt x="1201617" y="137169"/>
                  <a:pt x="1389279" y="476"/>
                </a:cubicBezTo>
                <a:lnTo>
                  <a:pt x="1320223" y="476"/>
                </a:lnTo>
                <a:cubicBezTo>
                  <a:pt x="960844" y="274320"/>
                  <a:pt x="656330" y="599123"/>
                  <a:pt x="423158" y="989743"/>
                </a:cubicBezTo>
                <a:cubicBezTo>
                  <a:pt x="215608" y="1337596"/>
                  <a:pt x="80258" y="1711357"/>
                  <a:pt x="25585" y="2113693"/>
                </a:cubicBezTo>
                <a:cubicBezTo>
                  <a:pt x="-2705" y="2316480"/>
                  <a:pt x="-2228" y="2521077"/>
                  <a:pt x="2344" y="2725865"/>
                </a:cubicBezTo>
                <a:cubicBezTo>
                  <a:pt x="14155" y="3261932"/>
                  <a:pt x="170650" y="3754565"/>
                  <a:pt x="447256" y="4210717"/>
                </a:cubicBezTo>
                <a:cubicBezTo>
                  <a:pt x="629851" y="4511612"/>
                  <a:pt x="866356" y="4767167"/>
                  <a:pt x="1138962" y="4988910"/>
                </a:cubicBezTo>
                <a:cubicBezTo>
                  <a:pt x="1207161" y="5044345"/>
                  <a:pt x="1277008" y="5096990"/>
                  <a:pt x="1348512" y="5146834"/>
                </a:cubicBezTo>
                <a:lnTo>
                  <a:pt x="1422712" y="5146834"/>
                </a:lnTo>
                <a:cubicBezTo>
                  <a:pt x="1043426" y="4892802"/>
                  <a:pt x="724720" y="4577334"/>
                  <a:pt x="480594" y="4187952"/>
                </a:cubicBezTo>
                <a:cubicBezTo>
                  <a:pt x="452019" y="4141851"/>
                  <a:pt x="423444" y="4095179"/>
                  <a:pt x="398679" y="4046125"/>
                </a:cubicBezTo>
                <a:cubicBezTo>
                  <a:pt x="407442" y="4043267"/>
                  <a:pt x="409156" y="4048982"/>
                  <a:pt x="411823" y="4053078"/>
                </a:cubicBezTo>
                <a:cubicBezTo>
                  <a:pt x="683572" y="4484656"/>
                  <a:pt x="1033139" y="4842701"/>
                  <a:pt x="1439380" y="5147405"/>
                </a:cubicBezTo>
                <a:lnTo>
                  <a:pt x="5710010" y="5150263"/>
                </a:lnTo>
                <a:cubicBezTo>
                  <a:pt x="5810594" y="5075482"/>
                  <a:pt x="5907272" y="4995587"/>
                  <a:pt x="5999665" y="4910900"/>
                </a:cubicBezTo>
                <a:cubicBezTo>
                  <a:pt x="6418765" y="4526661"/>
                  <a:pt x="6746901" y="4078129"/>
                  <a:pt x="6954165" y="3545777"/>
                </a:cubicBezTo>
                <a:cubicBezTo>
                  <a:pt x="7048234" y="3306175"/>
                  <a:pt x="7109956" y="3055115"/>
                  <a:pt x="7137712" y="2799207"/>
                </a:cubicBezTo>
                <a:cubicBezTo>
                  <a:pt x="7139236" y="2784920"/>
                  <a:pt x="7141046" y="2770632"/>
                  <a:pt x="7142951" y="2754535"/>
                </a:cubicBezTo>
                <a:cubicBezTo>
                  <a:pt x="7151714" y="2760440"/>
                  <a:pt x="7149237" y="2768441"/>
                  <a:pt x="7149428" y="2774823"/>
                </a:cubicBezTo>
                <a:cubicBezTo>
                  <a:pt x="7156743" y="3007967"/>
                  <a:pt x="7128777" y="3240881"/>
                  <a:pt x="7066465" y="3465672"/>
                </a:cubicBezTo>
                <a:cubicBezTo>
                  <a:pt x="6952165" y="3878580"/>
                  <a:pt x="6737948" y="4235863"/>
                  <a:pt x="6452578" y="4552760"/>
                </a:cubicBezTo>
                <a:cubicBezTo>
                  <a:pt x="6244553" y="4783836"/>
                  <a:pt x="6008809" y="4980242"/>
                  <a:pt x="5752110" y="5150263"/>
                </a:cubicBezTo>
                <a:lnTo>
                  <a:pt x="5827643" y="5150263"/>
                </a:lnTo>
                <a:cubicBezTo>
                  <a:pt x="6136539" y="4938904"/>
                  <a:pt x="6412192" y="4689348"/>
                  <a:pt x="6642793" y="4389406"/>
                </a:cubicBezTo>
                <a:cubicBezTo>
                  <a:pt x="6851295" y="4118324"/>
                  <a:pt x="7009125" y="3820859"/>
                  <a:pt x="7102469" y="3490817"/>
                </a:cubicBezTo>
                <a:cubicBezTo>
                  <a:pt x="7148646" y="3327473"/>
                  <a:pt x="7177069" y="3159624"/>
                  <a:pt x="7187242" y="2990183"/>
                </a:cubicBezTo>
                <a:cubicBezTo>
                  <a:pt x="7187623" y="2984087"/>
                  <a:pt x="7182384" y="2642330"/>
                  <a:pt x="7178288" y="2604802"/>
                </a:cubicBezTo>
                <a:close/>
                <a:moveTo>
                  <a:pt x="6342565" y="441389"/>
                </a:moveTo>
                <a:cubicBezTo>
                  <a:pt x="6829797" y="986533"/>
                  <a:pt x="7091135" y="1624422"/>
                  <a:pt x="7126567" y="2355056"/>
                </a:cubicBezTo>
                <a:cubicBezTo>
                  <a:pt x="7001123" y="1661827"/>
                  <a:pt x="6756426" y="1017365"/>
                  <a:pt x="6342565" y="441389"/>
                </a:cubicBezTo>
                <a:close/>
              </a:path>
            </a:pathLst>
          </a:custGeom>
          <a:solidFill>
            <a:schemeClr val="accent1"/>
          </a:solidFill>
          <a:ln w="9525" cap="flat">
            <a:noFill/>
            <a:prstDash val="solid"/>
            <a:miter/>
          </a:ln>
        </p:spPr>
        <p:txBody>
          <a:bodyPr rtlCol="0" anchor="ctr"/>
          <a:lstStyle/>
          <a:p>
            <a:endParaRPr lang="en-US"/>
          </a:p>
        </p:txBody>
      </p:sp>
      <p:sp>
        <p:nvSpPr>
          <p:cNvPr id="2" name="Title 1">
            <a:extLst>
              <a:ext uri="{FF2B5EF4-FFF2-40B4-BE49-F238E27FC236}">
                <a16:creationId xmlns:a16="http://schemas.microsoft.com/office/drawing/2014/main" id="{463BB59D-C410-A126-79E2-5F3B398EB97E}"/>
              </a:ext>
            </a:extLst>
          </p:cNvPr>
          <p:cNvSpPr>
            <a:spLocks noGrp="1"/>
          </p:cNvSpPr>
          <p:nvPr>
            <p:ph type="title"/>
          </p:nvPr>
        </p:nvSpPr>
        <p:spPr>
          <a:xfrm>
            <a:off x="2558716" y="955309"/>
            <a:ext cx="7074568" cy="2898975"/>
          </a:xfrm>
        </p:spPr>
        <p:txBody>
          <a:bodyPr vert="horz" lIns="91440" tIns="45720" rIns="91440" bIns="45720" rtlCol="0" anchor="b">
            <a:normAutofit/>
          </a:bodyPr>
          <a:lstStyle/>
          <a:p>
            <a:r>
              <a:rPr lang="en-US" sz="9650" dirty="0">
                <a:solidFill>
                  <a:srgbClr val="FFFFFF"/>
                </a:solidFill>
              </a:rPr>
              <a:t>Informal</a:t>
            </a:r>
          </a:p>
        </p:txBody>
      </p:sp>
      <p:sp>
        <p:nvSpPr>
          <p:cNvPr id="17" name="Rectangle 6">
            <a:extLst>
              <a:ext uri="{FF2B5EF4-FFF2-40B4-BE49-F238E27FC236}">
                <a16:creationId xmlns:a16="http://schemas.microsoft.com/office/drawing/2014/main" id="{9C8927DF-C7CE-E93B-FE62-940E840F9F0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974206" y="4113338"/>
            <a:ext cx="4243589" cy="27432"/>
          </a:xfrm>
          <a:custGeom>
            <a:avLst/>
            <a:gdLst>
              <a:gd name="csX0" fmla="*/ 0 w 4243589"/>
              <a:gd name="csY0" fmla="*/ 0 h 27432"/>
              <a:gd name="csX1" fmla="*/ 563791 w 4243589"/>
              <a:gd name="csY1" fmla="*/ 0 h 27432"/>
              <a:gd name="csX2" fmla="*/ 1042710 w 4243589"/>
              <a:gd name="csY2" fmla="*/ 0 h 27432"/>
              <a:gd name="csX3" fmla="*/ 1564066 w 4243589"/>
              <a:gd name="csY3" fmla="*/ 0 h 27432"/>
              <a:gd name="csX4" fmla="*/ 2212729 w 4243589"/>
              <a:gd name="csY4" fmla="*/ 0 h 27432"/>
              <a:gd name="csX5" fmla="*/ 2776520 w 4243589"/>
              <a:gd name="csY5" fmla="*/ 0 h 27432"/>
              <a:gd name="csX6" fmla="*/ 3297875 w 4243589"/>
              <a:gd name="csY6" fmla="*/ 0 h 27432"/>
              <a:gd name="csX7" fmla="*/ 4243589 w 4243589"/>
              <a:gd name="csY7" fmla="*/ 0 h 27432"/>
              <a:gd name="csX8" fmla="*/ 4243589 w 4243589"/>
              <a:gd name="csY8" fmla="*/ 27432 h 27432"/>
              <a:gd name="csX9" fmla="*/ 3637362 w 4243589"/>
              <a:gd name="csY9" fmla="*/ 27432 h 27432"/>
              <a:gd name="csX10" fmla="*/ 3116007 w 4243589"/>
              <a:gd name="csY10" fmla="*/ 27432 h 27432"/>
              <a:gd name="csX11" fmla="*/ 2424908 w 4243589"/>
              <a:gd name="csY11" fmla="*/ 27432 h 27432"/>
              <a:gd name="csX12" fmla="*/ 1861117 w 4243589"/>
              <a:gd name="csY12" fmla="*/ 27432 h 27432"/>
              <a:gd name="csX13" fmla="*/ 1382198 w 4243589"/>
              <a:gd name="csY13" fmla="*/ 27432 h 27432"/>
              <a:gd name="csX14" fmla="*/ 733535 w 4243589"/>
              <a:gd name="csY14" fmla="*/ 27432 h 27432"/>
              <a:gd name="csX15" fmla="*/ 0 w 4243589"/>
              <a:gd name="csY15" fmla="*/ 27432 h 27432"/>
              <a:gd name="csX16" fmla="*/ 0 w 4243589"/>
              <a:gd name="csY16" fmla="*/ 0 h 27432"/>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Lst>
            <a:rect l="l" t="t" r="r" b="b"/>
            <a:pathLst>
              <a:path w="4243589" h="27432" fill="none" extrusionOk="0">
                <a:moveTo>
                  <a:pt x="0" y="0"/>
                </a:moveTo>
                <a:cubicBezTo>
                  <a:pt x="157351" y="-15653"/>
                  <a:pt x="378877" y="-5828"/>
                  <a:pt x="563791" y="0"/>
                </a:cubicBezTo>
                <a:cubicBezTo>
                  <a:pt x="748705" y="5828"/>
                  <a:pt x="905659" y="-5525"/>
                  <a:pt x="1042710" y="0"/>
                </a:cubicBezTo>
                <a:cubicBezTo>
                  <a:pt x="1179761" y="5525"/>
                  <a:pt x="1356845" y="-21288"/>
                  <a:pt x="1564066" y="0"/>
                </a:cubicBezTo>
                <a:cubicBezTo>
                  <a:pt x="1771287" y="21288"/>
                  <a:pt x="1912099" y="25135"/>
                  <a:pt x="2212729" y="0"/>
                </a:cubicBezTo>
                <a:cubicBezTo>
                  <a:pt x="2513359" y="-25135"/>
                  <a:pt x="2514918" y="-27119"/>
                  <a:pt x="2776520" y="0"/>
                </a:cubicBezTo>
                <a:cubicBezTo>
                  <a:pt x="3038122" y="27119"/>
                  <a:pt x="3178771" y="18116"/>
                  <a:pt x="3297875" y="0"/>
                </a:cubicBezTo>
                <a:cubicBezTo>
                  <a:pt x="3416980" y="-18116"/>
                  <a:pt x="4012240" y="-40869"/>
                  <a:pt x="4243589" y="0"/>
                </a:cubicBezTo>
                <a:cubicBezTo>
                  <a:pt x="4242616" y="8304"/>
                  <a:pt x="4243111" y="21512"/>
                  <a:pt x="4243589" y="27432"/>
                </a:cubicBezTo>
                <a:cubicBezTo>
                  <a:pt x="4112949" y="6289"/>
                  <a:pt x="3928037" y="10975"/>
                  <a:pt x="3637362" y="27432"/>
                </a:cubicBezTo>
                <a:cubicBezTo>
                  <a:pt x="3346687" y="43889"/>
                  <a:pt x="3254446" y="35813"/>
                  <a:pt x="3116007" y="27432"/>
                </a:cubicBezTo>
                <a:cubicBezTo>
                  <a:pt x="2977569" y="19051"/>
                  <a:pt x="2620228" y="38017"/>
                  <a:pt x="2424908" y="27432"/>
                </a:cubicBezTo>
                <a:cubicBezTo>
                  <a:pt x="2229588" y="16847"/>
                  <a:pt x="2088287" y="5290"/>
                  <a:pt x="1861117" y="27432"/>
                </a:cubicBezTo>
                <a:cubicBezTo>
                  <a:pt x="1633947" y="49574"/>
                  <a:pt x="1502447" y="8273"/>
                  <a:pt x="1382198" y="27432"/>
                </a:cubicBezTo>
                <a:cubicBezTo>
                  <a:pt x="1261949" y="46591"/>
                  <a:pt x="1045440" y="37497"/>
                  <a:pt x="733535" y="27432"/>
                </a:cubicBezTo>
                <a:cubicBezTo>
                  <a:pt x="421630" y="17367"/>
                  <a:pt x="341257" y="-9215"/>
                  <a:pt x="0" y="27432"/>
                </a:cubicBezTo>
                <a:cubicBezTo>
                  <a:pt x="-1048" y="14992"/>
                  <a:pt x="-1120" y="7447"/>
                  <a:pt x="0" y="0"/>
                </a:cubicBezTo>
                <a:close/>
              </a:path>
              <a:path w="4243589" h="27432" stroke="0" extrusionOk="0">
                <a:moveTo>
                  <a:pt x="0" y="0"/>
                </a:moveTo>
                <a:cubicBezTo>
                  <a:pt x="128164" y="17204"/>
                  <a:pt x="312653" y="1129"/>
                  <a:pt x="563791" y="0"/>
                </a:cubicBezTo>
                <a:cubicBezTo>
                  <a:pt x="814929" y="-1129"/>
                  <a:pt x="837271" y="8503"/>
                  <a:pt x="1042710" y="0"/>
                </a:cubicBezTo>
                <a:cubicBezTo>
                  <a:pt x="1248149" y="-8503"/>
                  <a:pt x="1588432" y="-28862"/>
                  <a:pt x="1733809" y="0"/>
                </a:cubicBezTo>
                <a:cubicBezTo>
                  <a:pt x="1879186" y="28862"/>
                  <a:pt x="2052815" y="5974"/>
                  <a:pt x="2297600" y="0"/>
                </a:cubicBezTo>
                <a:cubicBezTo>
                  <a:pt x="2542385" y="-5974"/>
                  <a:pt x="2699960" y="-23550"/>
                  <a:pt x="2861391" y="0"/>
                </a:cubicBezTo>
                <a:cubicBezTo>
                  <a:pt x="3022822" y="23550"/>
                  <a:pt x="3390411" y="25272"/>
                  <a:pt x="3552490" y="0"/>
                </a:cubicBezTo>
                <a:cubicBezTo>
                  <a:pt x="3714569" y="-25272"/>
                  <a:pt x="3950585" y="-31327"/>
                  <a:pt x="4243589" y="0"/>
                </a:cubicBezTo>
                <a:cubicBezTo>
                  <a:pt x="4244074" y="9333"/>
                  <a:pt x="4244867" y="19699"/>
                  <a:pt x="4243589" y="27432"/>
                </a:cubicBezTo>
                <a:cubicBezTo>
                  <a:pt x="4130424" y="7904"/>
                  <a:pt x="3932803" y="51393"/>
                  <a:pt x="3722234" y="27432"/>
                </a:cubicBezTo>
                <a:cubicBezTo>
                  <a:pt x="3511665" y="3471"/>
                  <a:pt x="3269903" y="55138"/>
                  <a:pt x="3116007" y="27432"/>
                </a:cubicBezTo>
                <a:cubicBezTo>
                  <a:pt x="2962111" y="-274"/>
                  <a:pt x="2744280" y="32368"/>
                  <a:pt x="2509780" y="27432"/>
                </a:cubicBezTo>
                <a:cubicBezTo>
                  <a:pt x="2275280" y="22496"/>
                  <a:pt x="2066059" y="52808"/>
                  <a:pt x="1945989" y="27432"/>
                </a:cubicBezTo>
                <a:cubicBezTo>
                  <a:pt x="1825919" y="2056"/>
                  <a:pt x="1407329" y="21760"/>
                  <a:pt x="1254890" y="27432"/>
                </a:cubicBezTo>
                <a:cubicBezTo>
                  <a:pt x="1102451" y="33104"/>
                  <a:pt x="837950" y="40817"/>
                  <a:pt x="563791" y="27432"/>
                </a:cubicBezTo>
                <a:cubicBezTo>
                  <a:pt x="289632" y="14047"/>
                  <a:pt x="132768" y="16249"/>
                  <a:pt x="0" y="27432"/>
                </a:cubicBezTo>
                <a:cubicBezTo>
                  <a:pt x="211" y="18145"/>
                  <a:pt x="120" y="6480"/>
                  <a:pt x="0" y="0"/>
                </a:cubicBezTo>
                <a:close/>
              </a:path>
            </a:pathLst>
          </a:custGeom>
          <a:solidFill>
            <a:srgbClr val="FFFFFF"/>
          </a:solidFill>
          <a:ln w="38100" cap="rnd">
            <a:solidFill>
              <a:srgbClr val="FFFFFF"/>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41094087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3CD73C2-5891-B95B-2329-BFB5E49822DA}"/>
              </a:ext>
            </a:extLst>
          </p:cNvPr>
          <p:cNvSpPr>
            <a:spLocks noGrp="1"/>
          </p:cNvSpPr>
          <p:nvPr>
            <p:ph type="title"/>
          </p:nvPr>
        </p:nvSpPr>
        <p:spPr/>
        <p:txBody>
          <a:bodyPr/>
          <a:lstStyle/>
          <a:p>
            <a:r>
              <a:rPr lang="en-US" dirty="0"/>
              <a:t>Let's Make a Call</a:t>
            </a:r>
          </a:p>
        </p:txBody>
      </p:sp>
      <p:sp>
        <p:nvSpPr>
          <p:cNvPr id="3" name="Content Placeholder 2">
            <a:extLst>
              <a:ext uri="{FF2B5EF4-FFF2-40B4-BE49-F238E27FC236}">
                <a16:creationId xmlns:a16="http://schemas.microsoft.com/office/drawing/2014/main" id="{A0F20519-6BF2-C4EE-26FC-AD07D3380ED2}"/>
              </a:ext>
            </a:extLst>
          </p:cNvPr>
          <p:cNvSpPr>
            <a:spLocks noGrp="1"/>
          </p:cNvSpPr>
          <p:nvPr>
            <p:ph idx="1"/>
          </p:nvPr>
        </p:nvSpPr>
        <p:spPr>
          <a:xfrm>
            <a:off x="838200" y="1929384"/>
            <a:ext cx="10515600" cy="1047653"/>
          </a:xfrm>
        </p:spPr>
        <p:txBody>
          <a:bodyPr vert="horz" lIns="91440" tIns="45720" rIns="91440" bIns="45720" rtlCol="0" anchor="t">
            <a:normAutofit/>
          </a:bodyPr>
          <a:lstStyle/>
          <a:p>
            <a:pPr marL="0" indent="0">
              <a:buNone/>
            </a:pPr>
            <a:r>
              <a:rPr lang="en-US" dirty="0"/>
              <a:t>As the acting steward on the case, you pick up the phone to dial for the manager. But you get no answer. Picking up the phone again, you try to call the department manager. The department manager picks up -</a:t>
            </a:r>
          </a:p>
        </p:txBody>
      </p:sp>
      <p:sp>
        <p:nvSpPr>
          <p:cNvPr id="4" name="TextBox 3">
            <a:extLst>
              <a:ext uri="{FF2B5EF4-FFF2-40B4-BE49-F238E27FC236}">
                <a16:creationId xmlns:a16="http://schemas.microsoft.com/office/drawing/2014/main" id="{7038265E-B44B-5B1C-61E8-D8DC4D0DDA95}"/>
              </a:ext>
            </a:extLst>
          </p:cNvPr>
          <p:cNvSpPr txBox="1"/>
          <p:nvPr/>
        </p:nvSpPr>
        <p:spPr>
          <a:xfrm>
            <a:off x="1579359" y="2985314"/>
            <a:ext cx="9038166" cy="2308324"/>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dirty="0"/>
              <a:t>Steward : Good morning. I am calling you today to discuss a case that has been brought to our attention.</a:t>
            </a:r>
          </a:p>
          <a:p>
            <a:r>
              <a:rPr lang="en-US" dirty="0"/>
              <a:t>DM : I got a minute to spare but then we will have to schedule a meeting if not able to resolve.</a:t>
            </a:r>
          </a:p>
          <a:p>
            <a:r>
              <a:rPr lang="en-US" dirty="0"/>
              <a:t>Steward : (Fills the DM in on the situation and what we think the issues are with the case.</a:t>
            </a:r>
          </a:p>
          <a:p>
            <a:r>
              <a:rPr lang="en-US" dirty="0"/>
              <a:t>DM : I hear you and I can see that the employee was harmed, but this will stand as is. I will not change this.</a:t>
            </a:r>
          </a:p>
          <a:p>
            <a:r>
              <a:rPr lang="en-US" dirty="0"/>
              <a:t>Steward : Ok, thank you for your time today. I will send a recap email of our phone call to you later today, please reply back if you disagree with any part of it. Have a great day.</a:t>
            </a:r>
          </a:p>
          <a:p>
            <a:r>
              <a:rPr lang="en-US" dirty="0"/>
              <a:t>DM : You as well. Bye.</a:t>
            </a:r>
          </a:p>
          <a:p>
            <a:r>
              <a:rPr lang="en-US" dirty="0"/>
              <a:t>Steward : Bye.</a:t>
            </a:r>
          </a:p>
        </p:txBody>
      </p:sp>
      <p:sp>
        <p:nvSpPr>
          <p:cNvPr id="5" name="TextBox 4">
            <a:extLst>
              <a:ext uri="{FF2B5EF4-FFF2-40B4-BE49-F238E27FC236}">
                <a16:creationId xmlns:a16="http://schemas.microsoft.com/office/drawing/2014/main" id="{F9F931B5-ECD9-7626-C980-252274218422}"/>
              </a:ext>
            </a:extLst>
          </p:cNvPr>
          <p:cNvSpPr txBox="1"/>
          <p:nvPr/>
        </p:nvSpPr>
        <p:spPr>
          <a:xfrm>
            <a:off x="113974" y="5290852"/>
            <a:ext cx="11966492" cy="156966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400" dirty="0"/>
              <a:t>Even though the Department Manager refused to help, this conversation was vital and can play a larger role later. If we can resolve at this level, the employee gets help faster than if we must go formal with the grievance. We informed the manager that we would send a recap email. This allows for us to take this phone conversation and make it into a written document that could be useful later. In this example, the department manager </a:t>
            </a:r>
            <a:r>
              <a:rPr lang="en-US" sz="2400"/>
              <a:t>stated,</a:t>
            </a:r>
            <a:r>
              <a:rPr lang="en-US" sz="2400" dirty="0"/>
              <a:t> "I can see that the employee was harmed." This statement will be used in each step moving forward.</a:t>
            </a:r>
          </a:p>
        </p:txBody>
      </p:sp>
    </p:spTree>
    <p:extLst>
      <p:ext uri="{BB962C8B-B14F-4D97-AF65-F5344CB8AC3E}">
        <p14:creationId xmlns:p14="http://schemas.microsoft.com/office/powerpoint/2010/main" val="208842801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accent2">
            <a:lumMod val="20000"/>
            <a:lumOff val="80000"/>
          </a:schemeClr>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247B6BBF-09F2-4A29-AE4E-3771E292481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4EA8A0FC-5D7C-65EE-F0A8-B60395A7F885}"/>
              </a:ext>
            </a:extLst>
          </p:cNvPr>
          <p:cNvSpPr>
            <a:spLocks noGrp="1"/>
          </p:cNvSpPr>
          <p:nvPr>
            <p:ph type="title"/>
          </p:nvPr>
        </p:nvSpPr>
        <p:spPr>
          <a:xfrm>
            <a:off x="635000" y="634029"/>
            <a:ext cx="10921640" cy="1314698"/>
          </a:xfrm>
        </p:spPr>
        <p:txBody>
          <a:bodyPr anchor="ctr">
            <a:normAutofit/>
          </a:bodyPr>
          <a:lstStyle/>
          <a:p>
            <a:pPr algn="ctr"/>
            <a:r>
              <a:rPr lang="en-US" sz="7200"/>
              <a:t>What could we have done instead?</a:t>
            </a:r>
          </a:p>
        </p:txBody>
      </p:sp>
      <p:sp>
        <p:nvSpPr>
          <p:cNvPr id="11" name="Rectangle 10">
            <a:extLst>
              <a:ext uri="{FF2B5EF4-FFF2-40B4-BE49-F238E27FC236}">
                <a16:creationId xmlns:a16="http://schemas.microsoft.com/office/drawing/2014/main" id="{535742DD-1B16-4E9D-B715-0D74B4574A6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648305" y="2241737"/>
            <a:ext cx="10900219" cy="18288"/>
          </a:xfrm>
          <a:custGeom>
            <a:avLst/>
            <a:gdLst>
              <a:gd name="csX0" fmla="*/ 0 w 10900219"/>
              <a:gd name="csY0" fmla="*/ 0 h 18288"/>
              <a:gd name="csX1" fmla="*/ 463259 w 10900219"/>
              <a:gd name="csY1" fmla="*/ 0 h 18288"/>
              <a:gd name="csX2" fmla="*/ 1144523 w 10900219"/>
              <a:gd name="csY2" fmla="*/ 0 h 18288"/>
              <a:gd name="csX3" fmla="*/ 1934789 w 10900219"/>
              <a:gd name="csY3" fmla="*/ 0 h 18288"/>
              <a:gd name="csX4" fmla="*/ 2289046 w 10900219"/>
              <a:gd name="csY4" fmla="*/ 0 h 18288"/>
              <a:gd name="csX5" fmla="*/ 2643303 w 10900219"/>
              <a:gd name="csY5" fmla="*/ 0 h 18288"/>
              <a:gd name="csX6" fmla="*/ 3542571 w 10900219"/>
              <a:gd name="csY6" fmla="*/ 0 h 18288"/>
              <a:gd name="csX7" fmla="*/ 4223835 w 10900219"/>
              <a:gd name="csY7" fmla="*/ 0 h 18288"/>
              <a:gd name="csX8" fmla="*/ 4578092 w 10900219"/>
              <a:gd name="csY8" fmla="*/ 0 h 18288"/>
              <a:gd name="csX9" fmla="*/ 5259356 w 10900219"/>
              <a:gd name="csY9" fmla="*/ 0 h 18288"/>
              <a:gd name="csX10" fmla="*/ 6158624 w 10900219"/>
              <a:gd name="csY10" fmla="*/ 0 h 18288"/>
              <a:gd name="csX11" fmla="*/ 6730885 w 10900219"/>
              <a:gd name="csY11" fmla="*/ 0 h 18288"/>
              <a:gd name="csX12" fmla="*/ 7303147 w 10900219"/>
              <a:gd name="csY12" fmla="*/ 0 h 18288"/>
              <a:gd name="csX13" fmla="*/ 7984410 w 10900219"/>
              <a:gd name="csY13" fmla="*/ 0 h 18288"/>
              <a:gd name="csX14" fmla="*/ 8774676 w 10900219"/>
              <a:gd name="csY14" fmla="*/ 0 h 18288"/>
              <a:gd name="csX15" fmla="*/ 9564942 w 10900219"/>
              <a:gd name="csY15" fmla="*/ 0 h 18288"/>
              <a:gd name="csX16" fmla="*/ 10900219 w 10900219"/>
              <a:gd name="csY16" fmla="*/ 0 h 18288"/>
              <a:gd name="csX17" fmla="*/ 10900219 w 10900219"/>
              <a:gd name="csY17" fmla="*/ 18288 h 18288"/>
              <a:gd name="csX18" fmla="*/ 10436960 w 10900219"/>
              <a:gd name="csY18" fmla="*/ 18288 h 18288"/>
              <a:gd name="csX19" fmla="*/ 9537692 w 10900219"/>
              <a:gd name="csY19" fmla="*/ 18288 h 18288"/>
              <a:gd name="csX20" fmla="*/ 8856428 w 10900219"/>
              <a:gd name="csY20" fmla="*/ 18288 h 18288"/>
              <a:gd name="csX21" fmla="*/ 8502171 w 10900219"/>
              <a:gd name="csY21" fmla="*/ 18288 h 18288"/>
              <a:gd name="csX22" fmla="*/ 7820907 w 10900219"/>
              <a:gd name="csY22" fmla="*/ 18288 h 18288"/>
              <a:gd name="csX23" fmla="*/ 7248646 w 10900219"/>
              <a:gd name="csY23" fmla="*/ 18288 h 18288"/>
              <a:gd name="csX24" fmla="*/ 6676384 w 10900219"/>
              <a:gd name="csY24" fmla="*/ 18288 h 18288"/>
              <a:gd name="csX25" fmla="*/ 6104123 w 10900219"/>
              <a:gd name="csY25" fmla="*/ 18288 h 18288"/>
              <a:gd name="csX26" fmla="*/ 5531861 w 10900219"/>
              <a:gd name="csY26" fmla="*/ 18288 h 18288"/>
              <a:gd name="csX27" fmla="*/ 4741595 w 10900219"/>
              <a:gd name="csY27" fmla="*/ 18288 h 18288"/>
              <a:gd name="csX28" fmla="*/ 4060332 w 10900219"/>
              <a:gd name="csY28" fmla="*/ 18288 h 18288"/>
              <a:gd name="csX29" fmla="*/ 3706074 w 10900219"/>
              <a:gd name="csY29" fmla="*/ 18288 h 18288"/>
              <a:gd name="csX30" fmla="*/ 3133813 w 10900219"/>
              <a:gd name="csY30" fmla="*/ 18288 h 18288"/>
              <a:gd name="csX31" fmla="*/ 2343547 w 10900219"/>
              <a:gd name="csY31" fmla="*/ 18288 h 18288"/>
              <a:gd name="csX32" fmla="*/ 1880288 w 10900219"/>
              <a:gd name="csY32" fmla="*/ 18288 h 18288"/>
              <a:gd name="csX33" fmla="*/ 981020 w 10900219"/>
              <a:gd name="csY33" fmla="*/ 18288 h 18288"/>
              <a:gd name="csX34" fmla="*/ 0 w 10900219"/>
              <a:gd name="csY34" fmla="*/ 18288 h 18288"/>
              <a:gd name="csX35" fmla="*/ 0 w 10900219"/>
              <a:gd name="csY35"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Lst>
            <a:rect l="l" t="t" r="r" b="b"/>
            <a:pathLst>
              <a:path w="10900219" h="18288" fill="none" extrusionOk="0">
                <a:moveTo>
                  <a:pt x="0" y="0"/>
                </a:moveTo>
                <a:cubicBezTo>
                  <a:pt x="118469" y="-6619"/>
                  <a:pt x="329397" y="-5525"/>
                  <a:pt x="463259" y="0"/>
                </a:cubicBezTo>
                <a:cubicBezTo>
                  <a:pt x="597121" y="5525"/>
                  <a:pt x="866598" y="4881"/>
                  <a:pt x="1144523" y="0"/>
                </a:cubicBezTo>
                <a:cubicBezTo>
                  <a:pt x="1422448" y="-4881"/>
                  <a:pt x="1761178" y="17159"/>
                  <a:pt x="1934789" y="0"/>
                </a:cubicBezTo>
                <a:cubicBezTo>
                  <a:pt x="2108400" y="-17159"/>
                  <a:pt x="2119134" y="-4032"/>
                  <a:pt x="2289046" y="0"/>
                </a:cubicBezTo>
                <a:cubicBezTo>
                  <a:pt x="2458958" y="4032"/>
                  <a:pt x="2472610" y="15385"/>
                  <a:pt x="2643303" y="0"/>
                </a:cubicBezTo>
                <a:cubicBezTo>
                  <a:pt x="2813996" y="-15385"/>
                  <a:pt x="3334189" y="-21234"/>
                  <a:pt x="3542571" y="0"/>
                </a:cubicBezTo>
                <a:cubicBezTo>
                  <a:pt x="3750953" y="21234"/>
                  <a:pt x="3991639" y="13212"/>
                  <a:pt x="4223835" y="0"/>
                </a:cubicBezTo>
                <a:cubicBezTo>
                  <a:pt x="4456031" y="-13212"/>
                  <a:pt x="4466914" y="13318"/>
                  <a:pt x="4578092" y="0"/>
                </a:cubicBezTo>
                <a:cubicBezTo>
                  <a:pt x="4689270" y="-13318"/>
                  <a:pt x="5120635" y="31363"/>
                  <a:pt x="5259356" y="0"/>
                </a:cubicBezTo>
                <a:cubicBezTo>
                  <a:pt x="5398077" y="-31363"/>
                  <a:pt x="5954119" y="-7091"/>
                  <a:pt x="6158624" y="0"/>
                </a:cubicBezTo>
                <a:cubicBezTo>
                  <a:pt x="6363129" y="7091"/>
                  <a:pt x="6535071" y="-8480"/>
                  <a:pt x="6730885" y="0"/>
                </a:cubicBezTo>
                <a:cubicBezTo>
                  <a:pt x="6926699" y="8480"/>
                  <a:pt x="7091018" y="19194"/>
                  <a:pt x="7303147" y="0"/>
                </a:cubicBezTo>
                <a:cubicBezTo>
                  <a:pt x="7515276" y="-19194"/>
                  <a:pt x="7840361" y="30755"/>
                  <a:pt x="7984410" y="0"/>
                </a:cubicBezTo>
                <a:cubicBezTo>
                  <a:pt x="8128459" y="-30755"/>
                  <a:pt x="8498590" y="39460"/>
                  <a:pt x="8774676" y="0"/>
                </a:cubicBezTo>
                <a:cubicBezTo>
                  <a:pt x="9050762" y="-39460"/>
                  <a:pt x="9204381" y="36508"/>
                  <a:pt x="9564942" y="0"/>
                </a:cubicBezTo>
                <a:cubicBezTo>
                  <a:pt x="9925503" y="-36508"/>
                  <a:pt x="10235542" y="59225"/>
                  <a:pt x="10900219" y="0"/>
                </a:cubicBezTo>
                <a:cubicBezTo>
                  <a:pt x="10900865" y="4451"/>
                  <a:pt x="10900709" y="9226"/>
                  <a:pt x="10900219" y="18288"/>
                </a:cubicBezTo>
                <a:cubicBezTo>
                  <a:pt x="10675942" y="21751"/>
                  <a:pt x="10609372" y="26977"/>
                  <a:pt x="10436960" y="18288"/>
                </a:cubicBezTo>
                <a:cubicBezTo>
                  <a:pt x="10264548" y="9599"/>
                  <a:pt x="9961150" y="-11074"/>
                  <a:pt x="9537692" y="18288"/>
                </a:cubicBezTo>
                <a:cubicBezTo>
                  <a:pt x="9114234" y="47650"/>
                  <a:pt x="9087386" y="35169"/>
                  <a:pt x="8856428" y="18288"/>
                </a:cubicBezTo>
                <a:cubicBezTo>
                  <a:pt x="8625470" y="1407"/>
                  <a:pt x="8634361" y="13786"/>
                  <a:pt x="8502171" y="18288"/>
                </a:cubicBezTo>
                <a:cubicBezTo>
                  <a:pt x="8369981" y="22790"/>
                  <a:pt x="8132296" y="22561"/>
                  <a:pt x="7820907" y="18288"/>
                </a:cubicBezTo>
                <a:cubicBezTo>
                  <a:pt x="7509518" y="14015"/>
                  <a:pt x="7432447" y="29431"/>
                  <a:pt x="7248646" y="18288"/>
                </a:cubicBezTo>
                <a:cubicBezTo>
                  <a:pt x="7064845" y="7145"/>
                  <a:pt x="6954380" y="2746"/>
                  <a:pt x="6676384" y="18288"/>
                </a:cubicBezTo>
                <a:cubicBezTo>
                  <a:pt x="6398388" y="33830"/>
                  <a:pt x="6292480" y="-4579"/>
                  <a:pt x="6104123" y="18288"/>
                </a:cubicBezTo>
                <a:cubicBezTo>
                  <a:pt x="5915766" y="41155"/>
                  <a:pt x="5703359" y="-8437"/>
                  <a:pt x="5531861" y="18288"/>
                </a:cubicBezTo>
                <a:cubicBezTo>
                  <a:pt x="5360363" y="45013"/>
                  <a:pt x="5056784" y="-12121"/>
                  <a:pt x="4741595" y="18288"/>
                </a:cubicBezTo>
                <a:cubicBezTo>
                  <a:pt x="4426406" y="48697"/>
                  <a:pt x="4364529" y="-10910"/>
                  <a:pt x="4060332" y="18288"/>
                </a:cubicBezTo>
                <a:cubicBezTo>
                  <a:pt x="3756135" y="47486"/>
                  <a:pt x="3816049" y="13364"/>
                  <a:pt x="3706074" y="18288"/>
                </a:cubicBezTo>
                <a:cubicBezTo>
                  <a:pt x="3596099" y="23212"/>
                  <a:pt x="3382238" y="37686"/>
                  <a:pt x="3133813" y="18288"/>
                </a:cubicBezTo>
                <a:cubicBezTo>
                  <a:pt x="2885388" y="-1110"/>
                  <a:pt x="2523125" y="15465"/>
                  <a:pt x="2343547" y="18288"/>
                </a:cubicBezTo>
                <a:cubicBezTo>
                  <a:pt x="2163969" y="21111"/>
                  <a:pt x="1985160" y="33196"/>
                  <a:pt x="1880288" y="18288"/>
                </a:cubicBezTo>
                <a:cubicBezTo>
                  <a:pt x="1775416" y="3380"/>
                  <a:pt x="1261751" y="-9914"/>
                  <a:pt x="981020" y="18288"/>
                </a:cubicBezTo>
                <a:cubicBezTo>
                  <a:pt x="700289" y="46490"/>
                  <a:pt x="314212" y="-15659"/>
                  <a:pt x="0" y="18288"/>
                </a:cubicBezTo>
                <a:cubicBezTo>
                  <a:pt x="-213" y="9468"/>
                  <a:pt x="187" y="4459"/>
                  <a:pt x="0" y="0"/>
                </a:cubicBezTo>
                <a:close/>
              </a:path>
              <a:path w="10900219" h="18288" stroke="0" extrusionOk="0">
                <a:moveTo>
                  <a:pt x="0" y="0"/>
                </a:moveTo>
                <a:cubicBezTo>
                  <a:pt x="269624" y="3698"/>
                  <a:pt x="383061" y="-5818"/>
                  <a:pt x="572261" y="0"/>
                </a:cubicBezTo>
                <a:cubicBezTo>
                  <a:pt x="761461" y="5818"/>
                  <a:pt x="826360" y="-1890"/>
                  <a:pt x="926519" y="0"/>
                </a:cubicBezTo>
                <a:cubicBezTo>
                  <a:pt x="1026678" y="1890"/>
                  <a:pt x="1621671" y="-1096"/>
                  <a:pt x="1825787" y="0"/>
                </a:cubicBezTo>
                <a:cubicBezTo>
                  <a:pt x="2029903" y="1096"/>
                  <a:pt x="2212612" y="17145"/>
                  <a:pt x="2398048" y="0"/>
                </a:cubicBezTo>
                <a:cubicBezTo>
                  <a:pt x="2583484" y="-17145"/>
                  <a:pt x="2739759" y="-14168"/>
                  <a:pt x="2970310" y="0"/>
                </a:cubicBezTo>
                <a:cubicBezTo>
                  <a:pt x="3200861" y="14168"/>
                  <a:pt x="3502691" y="33180"/>
                  <a:pt x="3869578" y="0"/>
                </a:cubicBezTo>
                <a:cubicBezTo>
                  <a:pt x="4236465" y="-33180"/>
                  <a:pt x="4122134" y="-10470"/>
                  <a:pt x="4332837" y="0"/>
                </a:cubicBezTo>
                <a:cubicBezTo>
                  <a:pt x="4543540" y="10470"/>
                  <a:pt x="4834652" y="3572"/>
                  <a:pt x="5232105" y="0"/>
                </a:cubicBezTo>
                <a:cubicBezTo>
                  <a:pt x="5629558" y="-3572"/>
                  <a:pt x="5773178" y="-6604"/>
                  <a:pt x="6131373" y="0"/>
                </a:cubicBezTo>
                <a:cubicBezTo>
                  <a:pt x="6489568" y="6604"/>
                  <a:pt x="6621532" y="18870"/>
                  <a:pt x="6812637" y="0"/>
                </a:cubicBezTo>
                <a:cubicBezTo>
                  <a:pt x="7003742" y="-18870"/>
                  <a:pt x="7311146" y="18959"/>
                  <a:pt x="7711905" y="0"/>
                </a:cubicBezTo>
                <a:cubicBezTo>
                  <a:pt x="8112664" y="-18959"/>
                  <a:pt x="8080793" y="-24744"/>
                  <a:pt x="8284166" y="0"/>
                </a:cubicBezTo>
                <a:cubicBezTo>
                  <a:pt x="8487539" y="24744"/>
                  <a:pt x="8615041" y="-1627"/>
                  <a:pt x="8856428" y="0"/>
                </a:cubicBezTo>
                <a:cubicBezTo>
                  <a:pt x="9097815" y="1627"/>
                  <a:pt x="9475052" y="26322"/>
                  <a:pt x="9646694" y="0"/>
                </a:cubicBezTo>
                <a:cubicBezTo>
                  <a:pt x="9818336" y="-26322"/>
                  <a:pt x="9938906" y="-121"/>
                  <a:pt x="10218955" y="0"/>
                </a:cubicBezTo>
                <a:cubicBezTo>
                  <a:pt x="10499004" y="121"/>
                  <a:pt x="10697467" y="15326"/>
                  <a:pt x="10900219" y="0"/>
                </a:cubicBezTo>
                <a:cubicBezTo>
                  <a:pt x="10899812" y="8690"/>
                  <a:pt x="10900065" y="14141"/>
                  <a:pt x="10900219" y="18288"/>
                </a:cubicBezTo>
                <a:cubicBezTo>
                  <a:pt x="10543007" y="31201"/>
                  <a:pt x="10472057" y="15684"/>
                  <a:pt x="10109953" y="18288"/>
                </a:cubicBezTo>
                <a:cubicBezTo>
                  <a:pt x="9747849" y="20892"/>
                  <a:pt x="9872856" y="33007"/>
                  <a:pt x="9755696" y="18288"/>
                </a:cubicBezTo>
                <a:cubicBezTo>
                  <a:pt x="9638536" y="3569"/>
                  <a:pt x="9442681" y="6596"/>
                  <a:pt x="9292437" y="18288"/>
                </a:cubicBezTo>
                <a:cubicBezTo>
                  <a:pt x="9142193" y="29980"/>
                  <a:pt x="8817861" y="-11343"/>
                  <a:pt x="8393169" y="18288"/>
                </a:cubicBezTo>
                <a:cubicBezTo>
                  <a:pt x="7968477" y="47919"/>
                  <a:pt x="7919655" y="23228"/>
                  <a:pt x="7711905" y="18288"/>
                </a:cubicBezTo>
                <a:cubicBezTo>
                  <a:pt x="7504155" y="13348"/>
                  <a:pt x="7365667" y="6452"/>
                  <a:pt x="7248646" y="18288"/>
                </a:cubicBezTo>
                <a:cubicBezTo>
                  <a:pt x="7131625" y="30124"/>
                  <a:pt x="6776155" y="2871"/>
                  <a:pt x="6567382" y="18288"/>
                </a:cubicBezTo>
                <a:cubicBezTo>
                  <a:pt x="6358609" y="33705"/>
                  <a:pt x="6372933" y="1091"/>
                  <a:pt x="6213125" y="18288"/>
                </a:cubicBezTo>
                <a:cubicBezTo>
                  <a:pt x="6053317" y="35485"/>
                  <a:pt x="5980913" y="1290"/>
                  <a:pt x="5858868" y="18288"/>
                </a:cubicBezTo>
                <a:cubicBezTo>
                  <a:pt x="5736823" y="35286"/>
                  <a:pt x="5481395" y="5492"/>
                  <a:pt x="5177604" y="18288"/>
                </a:cubicBezTo>
                <a:cubicBezTo>
                  <a:pt x="4873813" y="31084"/>
                  <a:pt x="4854222" y="37160"/>
                  <a:pt x="4714345" y="18288"/>
                </a:cubicBezTo>
                <a:cubicBezTo>
                  <a:pt x="4574468" y="-584"/>
                  <a:pt x="4298550" y="22981"/>
                  <a:pt x="3924079" y="18288"/>
                </a:cubicBezTo>
                <a:cubicBezTo>
                  <a:pt x="3549608" y="13595"/>
                  <a:pt x="3645461" y="-921"/>
                  <a:pt x="3460820" y="18288"/>
                </a:cubicBezTo>
                <a:cubicBezTo>
                  <a:pt x="3276179" y="37497"/>
                  <a:pt x="3004470" y="-15027"/>
                  <a:pt x="2670554" y="18288"/>
                </a:cubicBezTo>
                <a:cubicBezTo>
                  <a:pt x="2336638" y="51603"/>
                  <a:pt x="2425773" y="17517"/>
                  <a:pt x="2316297" y="18288"/>
                </a:cubicBezTo>
                <a:cubicBezTo>
                  <a:pt x="2206821" y="19059"/>
                  <a:pt x="1757890" y="42158"/>
                  <a:pt x="1526031" y="18288"/>
                </a:cubicBezTo>
                <a:cubicBezTo>
                  <a:pt x="1294172" y="-5582"/>
                  <a:pt x="1213137" y="12281"/>
                  <a:pt x="1062771" y="18288"/>
                </a:cubicBezTo>
                <a:cubicBezTo>
                  <a:pt x="912405" y="24295"/>
                  <a:pt x="829444" y="7304"/>
                  <a:pt x="708514" y="18288"/>
                </a:cubicBezTo>
                <a:cubicBezTo>
                  <a:pt x="587584" y="29272"/>
                  <a:pt x="227877" y="37311"/>
                  <a:pt x="0" y="18288"/>
                </a:cubicBezTo>
                <a:cubicBezTo>
                  <a:pt x="-53" y="11301"/>
                  <a:pt x="-649" y="7756"/>
                  <a:pt x="0" y="0"/>
                </a:cubicBezTo>
                <a:close/>
              </a:path>
            </a:pathLst>
          </a:custGeom>
          <a:solidFill>
            <a:schemeClr val="accent1"/>
          </a:solidFill>
          <a:ln w="34925">
            <a:solidFill>
              <a:schemeClr val="accent1"/>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5" name="Content Placeholder 2">
            <a:extLst>
              <a:ext uri="{FF2B5EF4-FFF2-40B4-BE49-F238E27FC236}">
                <a16:creationId xmlns:a16="http://schemas.microsoft.com/office/drawing/2014/main" id="{061D7106-8562-4458-3E78-7C1B089CD9FE}"/>
              </a:ext>
            </a:extLst>
          </p:cNvPr>
          <p:cNvGraphicFramePr>
            <a:graphicFrameLocks noGrp="1"/>
          </p:cNvGraphicFramePr>
          <p:nvPr>
            <p:ph idx="1"/>
            <p:extLst>
              <p:ext uri="{D42A27DB-BD31-4B8C-83A1-F6EECF244321}">
                <p14:modId xmlns:p14="http://schemas.microsoft.com/office/powerpoint/2010/main" val="1050239467"/>
              </p:ext>
            </p:extLst>
          </p:nvPr>
        </p:nvGraphicFramePr>
        <p:xfrm>
          <a:off x="219897" y="2445266"/>
          <a:ext cx="11751952" cy="4336189"/>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15133789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accent2">
            <a:lumMod val="20000"/>
            <a:lumOff val="80000"/>
          </a:schemeClr>
        </a:solidFill>
        <a:effectLst/>
      </p:bgPr>
    </p:bg>
    <p:spTree>
      <p:nvGrpSpPr>
        <p:cNvPr id="1" name="">
          <a:extLst>
            <a:ext uri="{FF2B5EF4-FFF2-40B4-BE49-F238E27FC236}">
              <a16:creationId xmlns:a16="http://schemas.microsoft.com/office/drawing/2014/main" id="{39591D74-5771-D265-030A-9424141EC0C2}"/>
            </a:ext>
          </a:extLst>
        </p:cNvPr>
        <p:cNvGrpSpPr/>
        <p:nvPr/>
      </p:nvGrpSpPr>
      <p:grpSpPr>
        <a:xfrm>
          <a:off x="0" y="0"/>
          <a:ext cx="0" cy="0"/>
          <a:chOff x="0" y="0"/>
          <a:chExt cx="0" cy="0"/>
        </a:xfrm>
      </p:grpSpPr>
      <p:sp>
        <p:nvSpPr>
          <p:cNvPr id="7" name="Rectangle 6">
            <a:extLst>
              <a:ext uri="{FF2B5EF4-FFF2-40B4-BE49-F238E27FC236}">
                <a16:creationId xmlns:a16="http://schemas.microsoft.com/office/drawing/2014/main" id="{97568AEA-3ACA-6910-BAED-C078F609E8A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38200" y="4736883"/>
            <a:ext cx="4243589" cy="27432"/>
          </a:xfrm>
          <a:custGeom>
            <a:avLst/>
            <a:gdLst>
              <a:gd name="csX0" fmla="*/ 0 w 4243589"/>
              <a:gd name="csY0" fmla="*/ 0 h 27432"/>
              <a:gd name="csX1" fmla="*/ 563791 w 4243589"/>
              <a:gd name="csY1" fmla="*/ 0 h 27432"/>
              <a:gd name="csX2" fmla="*/ 1042710 w 4243589"/>
              <a:gd name="csY2" fmla="*/ 0 h 27432"/>
              <a:gd name="csX3" fmla="*/ 1564066 w 4243589"/>
              <a:gd name="csY3" fmla="*/ 0 h 27432"/>
              <a:gd name="csX4" fmla="*/ 2212729 w 4243589"/>
              <a:gd name="csY4" fmla="*/ 0 h 27432"/>
              <a:gd name="csX5" fmla="*/ 2776520 w 4243589"/>
              <a:gd name="csY5" fmla="*/ 0 h 27432"/>
              <a:gd name="csX6" fmla="*/ 3297875 w 4243589"/>
              <a:gd name="csY6" fmla="*/ 0 h 27432"/>
              <a:gd name="csX7" fmla="*/ 4243589 w 4243589"/>
              <a:gd name="csY7" fmla="*/ 0 h 27432"/>
              <a:gd name="csX8" fmla="*/ 4243589 w 4243589"/>
              <a:gd name="csY8" fmla="*/ 27432 h 27432"/>
              <a:gd name="csX9" fmla="*/ 3637362 w 4243589"/>
              <a:gd name="csY9" fmla="*/ 27432 h 27432"/>
              <a:gd name="csX10" fmla="*/ 3116007 w 4243589"/>
              <a:gd name="csY10" fmla="*/ 27432 h 27432"/>
              <a:gd name="csX11" fmla="*/ 2424908 w 4243589"/>
              <a:gd name="csY11" fmla="*/ 27432 h 27432"/>
              <a:gd name="csX12" fmla="*/ 1861117 w 4243589"/>
              <a:gd name="csY12" fmla="*/ 27432 h 27432"/>
              <a:gd name="csX13" fmla="*/ 1382198 w 4243589"/>
              <a:gd name="csY13" fmla="*/ 27432 h 27432"/>
              <a:gd name="csX14" fmla="*/ 733535 w 4243589"/>
              <a:gd name="csY14" fmla="*/ 27432 h 27432"/>
              <a:gd name="csX15" fmla="*/ 0 w 4243589"/>
              <a:gd name="csY15" fmla="*/ 27432 h 27432"/>
              <a:gd name="csX16" fmla="*/ 0 w 4243589"/>
              <a:gd name="csY16" fmla="*/ 0 h 27432"/>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Lst>
            <a:rect l="l" t="t" r="r" b="b"/>
            <a:pathLst>
              <a:path w="4243589" h="27432" fill="none" extrusionOk="0">
                <a:moveTo>
                  <a:pt x="0" y="0"/>
                </a:moveTo>
                <a:cubicBezTo>
                  <a:pt x="157351" y="-15653"/>
                  <a:pt x="378877" y="-5828"/>
                  <a:pt x="563791" y="0"/>
                </a:cubicBezTo>
                <a:cubicBezTo>
                  <a:pt x="748705" y="5828"/>
                  <a:pt x="905659" y="-5525"/>
                  <a:pt x="1042710" y="0"/>
                </a:cubicBezTo>
                <a:cubicBezTo>
                  <a:pt x="1179761" y="5525"/>
                  <a:pt x="1356845" y="-21288"/>
                  <a:pt x="1564066" y="0"/>
                </a:cubicBezTo>
                <a:cubicBezTo>
                  <a:pt x="1771287" y="21288"/>
                  <a:pt x="1912099" y="25135"/>
                  <a:pt x="2212729" y="0"/>
                </a:cubicBezTo>
                <a:cubicBezTo>
                  <a:pt x="2513359" y="-25135"/>
                  <a:pt x="2514918" y="-27119"/>
                  <a:pt x="2776520" y="0"/>
                </a:cubicBezTo>
                <a:cubicBezTo>
                  <a:pt x="3038122" y="27119"/>
                  <a:pt x="3178771" y="18116"/>
                  <a:pt x="3297875" y="0"/>
                </a:cubicBezTo>
                <a:cubicBezTo>
                  <a:pt x="3416980" y="-18116"/>
                  <a:pt x="4012240" y="-40869"/>
                  <a:pt x="4243589" y="0"/>
                </a:cubicBezTo>
                <a:cubicBezTo>
                  <a:pt x="4242616" y="8304"/>
                  <a:pt x="4243111" y="21512"/>
                  <a:pt x="4243589" y="27432"/>
                </a:cubicBezTo>
                <a:cubicBezTo>
                  <a:pt x="4112949" y="6289"/>
                  <a:pt x="3928037" y="10975"/>
                  <a:pt x="3637362" y="27432"/>
                </a:cubicBezTo>
                <a:cubicBezTo>
                  <a:pt x="3346687" y="43889"/>
                  <a:pt x="3254446" y="35813"/>
                  <a:pt x="3116007" y="27432"/>
                </a:cubicBezTo>
                <a:cubicBezTo>
                  <a:pt x="2977569" y="19051"/>
                  <a:pt x="2620228" y="38017"/>
                  <a:pt x="2424908" y="27432"/>
                </a:cubicBezTo>
                <a:cubicBezTo>
                  <a:pt x="2229588" y="16847"/>
                  <a:pt x="2088287" y="5290"/>
                  <a:pt x="1861117" y="27432"/>
                </a:cubicBezTo>
                <a:cubicBezTo>
                  <a:pt x="1633947" y="49574"/>
                  <a:pt x="1502447" y="8273"/>
                  <a:pt x="1382198" y="27432"/>
                </a:cubicBezTo>
                <a:cubicBezTo>
                  <a:pt x="1261949" y="46591"/>
                  <a:pt x="1045440" y="37497"/>
                  <a:pt x="733535" y="27432"/>
                </a:cubicBezTo>
                <a:cubicBezTo>
                  <a:pt x="421630" y="17367"/>
                  <a:pt x="341257" y="-9215"/>
                  <a:pt x="0" y="27432"/>
                </a:cubicBezTo>
                <a:cubicBezTo>
                  <a:pt x="-1048" y="14992"/>
                  <a:pt x="-1120" y="7447"/>
                  <a:pt x="0" y="0"/>
                </a:cubicBezTo>
                <a:close/>
              </a:path>
              <a:path w="4243589" h="27432" stroke="0" extrusionOk="0">
                <a:moveTo>
                  <a:pt x="0" y="0"/>
                </a:moveTo>
                <a:cubicBezTo>
                  <a:pt x="128164" y="17204"/>
                  <a:pt x="312653" y="1129"/>
                  <a:pt x="563791" y="0"/>
                </a:cubicBezTo>
                <a:cubicBezTo>
                  <a:pt x="814929" y="-1129"/>
                  <a:pt x="837271" y="8503"/>
                  <a:pt x="1042710" y="0"/>
                </a:cubicBezTo>
                <a:cubicBezTo>
                  <a:pt x="1248149" y="-8503"/>
                  <a:pt x="1588432" y="-28862"/>
                  <a:pt x="1733809" y="0"/>
                </a:cubicBezTo>
                <a:cubicBezTo>
                  <a:pt x="1879186" y="28862"/>
                  <a:pt x="2052815" y="5974"/>
                  <a:pt x="2297600" y="0"/>
                </a:cubicBezTo>
                <a:cubicBezTo>
                  <a:pt x="2542385" y="-5974"/>
                  <a:pt x="2699960" y="-23550"/>
                  <a:pt x="2861391" y="0"/>
                </a:cubicBezTo>
                <a:cubicBezTo>
                  <a:pt x="3022822" y="23550"/>
                  <a:pt x="3390411" y="25272"/>
                  <a:pt x="3552490" y="0"/>
                </a:cubicBezTo>
                <a:cubicBezTo>
                  <a:pt x="3714569" y="-25272"/>
                  <a:pt x="3950585" y="-31327"/>
                  <a:pt x="4243589" y="0"/>
                </a:cubicBezTo>
                <a:cubicBezTo>
                  <a:pt x="4244074" y="9333"/>
                  <a:pt x="4244867" y="19699"/>
                  <a:pt x="4243589" y="27432"/>
                </a:cubicBezTo>
                <a:cubicBezTo>
                  <a:pt x="4130424" y="7904"/>
                  <a:pt x="3932803" y="51393"/>
                  <a:pt x="3722234" y="27432"/>
                </a:cubicBezTo>
                <a:cubicBezTo>
                  <a:pt x="3511665" y="3471"/>
                  <a:pt x="3269903" y="55138"/>
                  <a:pt x="3116007" y="27432"/>
                </a:cubicBezTo>
                <a:cubicBezTo>
                  <a:pt x="2962111" y="-274"/>
                  <a:pt x="2744280" y="32368"/>
                  <a:pt x="2509780" y="27432"/>
                </a:cubicBezTo>
                <a:cubicBezTo>
                  <a:pt x="2275280" y="22496"/>
                  <a:pt x="2066059" y="52808"/>
                  <a:pt x="1945989" y="27432"/>
                </a:cubicBezTo>
                <a:cubicBezTo>
                  <a:pt x="1825919" y="2056"/>
                  <a:pt x="1407329" y="21760"/>
                  <a:pt x="1254890" y="27432"/>
                </a:cubicBezTo>
                <a:cubicBezTo>
                  <a:pt x="1102451" y="33104"/>
                  <a:pt x="837950" y="40817"/>
                  <a:pt x="563791" y="27432"/>
                </a:cubicBezTo>
                <a:cubicBezTo>
                  <a:pt x="289632" y="14047"/>
                  <a:pt x="132768" y="16249"/>
                  <a:pt x="0" y="27432"/>
                </a:cubicBezTo>
                <a:cubicBezTo>
                  <a:pt x="211" y="18145"/>
                  <a:pt x="120" y="6480"/>
                  <a:pt x="0" y="0"/>
                </a:cubicBezTo>
                <a:close/>
              </a:path>
            </a:pathLst>
          </a:custGeom>
          <a:solidFill>
            <a:schemeClr val="tx1"/>
          </a:solidFill>
          <a:ln w="38100" cap="rnd">
            <a:solidFill>
              <a:schemeClr val="tx1"/>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useBgFill="1">
        <p:nvSpPr>
          <p:cNvPr id="9" name="Rectangle 8">
            <a:extLst>
              <a:ext uri="{FF2B5EF4-FFF2-40B4-BE49-F238E27FC236}">
                <a16:creationId xmlns:a16="http://schemas.microsoft.com/office/drawing/2014/main" id="{F4D678B5-8011-4C3E-EF5A-01A203345DF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Freeform: Shape 10">
            <a:extLst>
              <a:ext uri="{FF2B5EF4-FFF2-40B4-BE49-F238E27FC236}">
                <a16:creationId xmlns:a16="http://schemas.microsoft.com/office/drawing/2014/main" id="{6E88DF6D-06FB-B71B-8172-F2234F4754B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2192000" cy="6054983"/>
          </a:xfrm>
          <a:custGeom>
            <a:avLst/>
            <a:gdLst>
              <a:gd name="connsiteX0" fmla="*/ 6788003 w 12188952"/>
              <a:gd name="connsiteY0" fmla="*/ 5986774 h 6054983"/>
              <a:gd name="connsiteX1" fmla="*/ 6787005 w 12188952"/>
              <a:gd name="connsiteY1" fmla="*/ 5986852 h 6054983"/>
              <a:gd name="connsiteX2" fmla="*/ 6786779 w 12188952"/>
              <a:gd name="connsiteY2" fmla="*/ 5987386 h 6054983"/>
              <a:gd name="connsiteX3" fmla="*/ 0 w 12188952"/>
              <a:gd name="connsiteY3" fmla="*/ 0 h 6054983"/>
              <a:gd name="connsiteX4" fmla="*/ 12188952 w 12188952"/>
              <a:gd name="connsiteY4" fmla="*/ 0 h 6054983"/>
              <a:gd name="connsiteX5" fmla="*/ 12188952 w 12188952"/>
              <a:gd name="connsiteY5" fmla="*/ 5092539 h 6054983"/>
              <a:gd name="connsiteX6" fmla="*/ 12058081 w 12188952"/>
              <a:gd name="connsiteY6" fmla="*/ 5131579 h 6054983"/>
              <a:gd name="connsiteX7" fmla="*/ 11673881 w 12188952"/>
              <a:gd name="connsiteY7" fmla="*/ 5235154 h 6054983"/>
              <a:gd name="connsiteX8" fmla="*/ 10422749 w 12188952"/>
              <a:gd name="connsiteY8" fmla="*/ 5518693 h 6054983"/>
              <a:gd name="connsiteX9" fmla="*/ 9421666 w 12188952"/>
              <a:gd name="connsiteY9" fmla="*/ 5693855 h 6054983"/>
              <a:gd name="connsiteX10" fmla="*/ 8456304 w 12188952"/>
              <a:gd name="connsiteY10" fmla="*/ 5827556 h 6054983"/>
              <a:gd name="connsiteX11" fmla="*/ 7714041 w 12188952"/>
              <a:gd name="connsiteY11" fmla="*/ 5907503 h 6054983"/>
              <a:gd name="connsiteX12" fmla="*/ 6949978 w 12188952"/>
              <a:gd name="connsiteY12" fmla="*/ 5973283 h 6054983"/>
              <a:gd name="connsiteX13" fmla="*/ 6934569 w 12188952"/>
              <a:gd name="connsiteY13" fmla="*/ 5975354 h 6054983"/>
              <a:gd name="connsiteX14" fmla="*/ 6788750 w 12188952"/>
              <a:gd name="connsiteY14" fmla="*/ 5986715 h 6054983"/>
              <a:gd name="connsiteX15" fmla="*/ 6798241 w 12188952"/>
              <a:gd name="connsiteY15" fmla="*/ 5988535 h 6054983"/>
              <a:gd name="connsiteX16" fmla="*/ 6833723 w 12188952"/>
              <a:gd name="connsiteY16" fmla="*/ 5986828 h 6054983"/>
              <a:gd name="connsiteX17" fmla="*/ 6882282 w 12188952"/>
              <a:gd name="connsiteY17" fmla="*/ 5983850 h 6054983"/>
              <a:gd name="connsiteX18" fmla="*/ 7576876 w 12188952"/>
              <a:gd name="connsiteY18" fmla="*/ 5951323 h 6054983"/>
              <a:gd name="connsiteX19" fmla="*/ 8621689 w 12188952"/>
              <a:gd name="connsiteY19" fmla="*/ 5864426 h 6054983"/>
              <a:gd name="connsiteX20" fmla="*/ 9477600 w 12188952"/>
              <a:gd name="connsiteY20" fmla="*/ 5760520 h 6054983"/>
              <a:gd name="connsiteX21" fmla="*/ 10626651 w 12188952"/>
              <a:gd name="connsiteY21" fmla="*/ 5566363 h 6054983"/>
              <a:gd name="connsiteX22" fmla="*/ 11995498 w 12188952"/>
              <a:gd name="connsiteY22" fmla="*/ 5240369 h 6054983"/>
              <a:gd name="connsiteX23" fmla="*/ 12188952 w 12188952"/>
              <a:gd name="connsiteY23" fmla="*/ 5183370 h 6054983"/>
              <a:gd name="connsiteX24" fmla="*/ 12188952 w 12188952"/>
              <a:gd name="connsiteY24" fmla="*/ 5238107 h 6054983"/>
              <a:gd name="connsiteX25" fmla="*/ 11826300 w 12188952"/>
              <a:gd name="connsiteY25" fmla="*/ 5343406 h 6054983"/>
              <a:gd name="connsiteX26" fmla="*/ 10936448 w 12188952"/>
              <a:gd name="connsiteY26" fmla="*/ 5557921 h 6054983"/>
              <a:gd name="connsiteX27" fmla="*/ 9983034 w 12188952"/>
              <a:gd name="connsiteY27" fmla="*/ 5737926 h 6054983"/>
              <a:gd name="connsiteX28" fmla="*/ 9184585 w 12188952"/>
              <a:gd name="connsiteY28" fmla="*/ 5853873 h 6054983"/>
              <a:gd name="connsiteX29" fmla="*/ 8576053 w 12188952"/>
              <a:gd name="connsiteY29" fmla="*/ 5923392 h 6054983"/>
              <a:gd name="connsiteX30" fmla="*/ 7862392 w 12188952"/>
              <a:gd name="connsiteY30" fmla="*/ 5984843 h 6054983"/>
              <a:gd name="connsiteX31" fmla="*/ 6933768 w 12188952"/>
              <a:gd name="connsiteY31" fmla="*/ 6036237 h 6054983"/>
              <a:gd name="connsiteX32" fmla="*/ 6476130 w 12188952"/>
              <a:gd name="connsiteY32" fmla="*/ 6050140 h 6054983"/>
              <a:gd name="connsiteX33" fmla="*/ 6360703 w 12188952"/>
              <a:gd name="connsiteY33" fmla="*/ 6054983 h 6054983"/>
              <a:gd name="connsiteX34" fmla="*/ 6055614 w 12188952"/>
              <a:gd name="connsiteY34" fmla="*/ 6054983 h 6054983"/>
              <a:gd name="connsiteX35" fmla="*/ 5976289 w 12188952"/>
              <a:gd name="connsiteY35" fmla="*/ 6050389 h 6054983"/>
              <a:gd name="connsiteX36" fmla="*/ 5263770 w 12188952"/>
              <a:gd name="connsiteY36" fmla="*/ 6014140 h 6054983"/>
              <a:gd name="connsiteX37" fmla="*/ 4345190 w 12188952"/>
              <a:gd name="connsiteY37" fmla="*/ 5952070 h 6054983"/>
              <a:gd name="connsiteX38" fmla="*/ 3372201 w 12188952"/>
              <a:gd name="connsiteY38" fmla="*/ 5853501 h 6054983"/>
              <a:gd name="connsiteX39" fmla="*/ 2361582 w 12188952"/>
              <a:gd name="connsiteY39" fmla="*/ 5734574 h 6054983"/>
              <a:gd name="connsiteX40" fmla="*/ 1232869 w 12188952"/>
              <a:gd name="connsiteY40" fmla="*/ 5561398 h 6054983"/>
              <a:gd name="connsiteX41" fmla="*/ 68483 w 12188952"/>
              <a:gd name="connsiteY41" fmla="*/ 5321691 h 6054983"/>
              <a:gd name="connsiteX42" fmla="*/ 0 w 12188952"/>
              <a:gd name="connsiteY42" fmla="*/ 5304336 h 6054983"/>
              <a:gd name="connsiteX43" fmla="*/ 0 w 12188952"/>
              <a:gd name="connsiteY43" fmla="*/ 5247847 h 6054983"/>
              <a:gd name="connsiteX44" fmla="*/ 72423 w 12188952"/>
              <a:gd name="connsiteY44" fmla="*/ 5266624 h 6054983"/>
              <a:gd name="connsiteX45" fmla="*/ 600566 w 12188952"/>
              <a:gd name="connsiteY45" fmla="*/ 5384994 h 6054983"/>
              <a:gd name="connsiteX46" fmla="*/ 1769069 w 12188952"/>
              <a:gd name="connsiteY46" fmla="*/ 5595162 h 6054983"/>
              <a:gd name="connsiteX47" fmla="*/ 2612900 w 12188952"/>
              <a:gd name="connsiteY47" fmla="*/ 5712104 h 6054983"/>
              <a:gd name="connsiteX48" fmla="*/ 2580488 w 12188952"/>
              <a:gd name="connsiteY48" fmla="*/ 5702173 h 6054983"/>
              <a:gd name="connsiteX49" fmla="*/ 1112357 w 12188952"/>
              <a:gd name="connsiteY49" fmla="*/ 5369476 h 6054983"/>
              <a:gd name="connsiteX50" fmla="*/ 420307 w 12188952"/>
              <a:gd name="connsiteY50" fmla="*/ 5170043 h 6054983"/>
              <a:gd name="connsiteX51" fmla="*/ 0 w 12188952"/>
              <a:gd name="connsiteY51" fmla="*/ 5031126 h 605498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Lst>
            <a:rect l="l" t="t" r="r" b="b"/>
            <a:pathLst>
              <a:path w="12188952" h="6054983">
                <a:moveTo>
                  <a:pt x="6788003" y="5986774"/>
                </a:moveTo>
                <a:lnTo>
                  <a:pt x="6787005" y="5986852"/>
                </a:lnTo>
                <a:lnTo>
                  <a:pt x="6786779" y="5987386"/>
                </a:lnTo>
                <a:close/>
                <a:moveTo>
                  <a:pt x="0" y="0"/>
                </a:moveTo>
                <a:lnTo>
                  <a:pt x="12188952" y="0"/>
                </a:lnTo>
                <a:lnTo>
                  <a:pt x="12188952" y="5092539"/>
                </a:lnTo>
                <a:lnTo>
                  <a:pt x="12058081" y="5131579"/>
                </a:lnTo>
                <a:cubicBezTo>
                  <a:pt x="11930517" y="5167793"/>
                  <a:pt x="11802439" y="5202322"/>
                  <a:pt x="11673881" y="5235154"/>
                </a:cubicBezTo>
                <a:cubicBezTo>
                  <a:pt x="11259973" y="5342661"/>
                  <a:pt x="10842632" y="5436263"/>
                  <a:pt x="10422749" y="5518693"/>
                </a:cubicBezTo>
                <a:cubicBezTo>
                  <a:pt x="10090287" y="5583904"/>
                  <a:pt x="9756593" y="5642301"/>
                  <a:pt x="9421666" y="5693855"/>
                </a:cubicBezTo>
                <a:cubicBezTo>
                  <a:pt x="9100721" y="5743512"/>
                  <a:pt x="8778938" y="5788079"/>
                  <a:pt x="8456304" y="5827556"/>
                </a:cubicBezTo>
                <a:cubicBezTo>
                  <a:pt x="8209307" y="5857722"/>
                  <a:pt x="7961801" y="5883295"/>
                  <a:pt x="7714041" y="5907503"/>
                </a:cubicBezTo>
                <a:lnTo>
                  <a:pt x="6949978" y="5973283"/>
                </a:lnTo>
                <a:lnTo>
                  <a:pt x="6934569" y="5975354"/>
                </a:lnTo>
                <a:lnTo>
                  <a:pt x="6788750" y="5986715"/>
                </a:lnTo>
                <a:lnTo>
                  <a:pt x="6798241" y="5988535"/>
                </a:lnTo>
                <a:cubicBezTo>
                  <a:pt x="6809920" y="5989001"/>
                  <a:pt x="6822028" y="5986828"/>
                  <a:pt x="6833723" y="5986828"/>
                </a:cubicBezTo>
                <a:cubicBezTo>
                  <a:pt x="6849867" y="5986828"/>
                  <a:pt x="6866012" y="5984221"/>
                  <a:pt x="6882282" y="5983850"/>
                </a:cubicBezTo>
                <a:cubicBezTo>
                  <a:pt x="7114026" y="5978388"/>
                  <a:pt x="7345514" y="5966221"/>
                  <a:pt x="7576876" y="5951323"/>
                </a:cubicBezTo>
                <a:cubicBezTo>
                  <a:pt x="7925570" y="5928855"/>
                  <a:pt x="8274011" y="5900676"/>
                  <a:pt x="8621689" y="5864426"/>
                </a:cubicBezTo>
                <a:cubicBezTo>
                  <a:pt x="8907712" y="5835128"/>
                  <a:pt x="9193011" y="5800493"/>
                  <a:pt x="9477600" y="5760520"/>
                </a:cubicBezTo>
                <a:cubicBezTo>
                  <a:pt x="9862435" y="5706146"/>
                  <a:pt x="10245452" y="5641432"/>
                  <a:pt x="10626651" y="5566363"/>
                </a:cubicBezTo>
                <a:cubicBezTo>
                  <a:pt x="11087341" y="5475243"/>
                  <a:pt x="11544088" y="5367737"/>
                  <a:pt x="11995498" y="5240369"/>
                </a:cubicBezTo>
                <a:lnTo>
                  <a:pt x="12188952" y="5183370"/>
                </a:lnTo>
                <a:lnTo>
                  <a:pt x="12188952" y="5238107"/>
                </a:lnTo>
                <a:lnTo>
                  <a:pt x="11826300" y="5343406"/>
                </a:lnTo>
                <a:cubicBezTo>
                  <a:pt x="11531885" y="5423103"/>
                  <a:pt x="11235310" y="5493989"/>
                  <a:pt x="10936448" y="5557921"/>
                </a:cubicBezTo>
                <a:cubicBezTo>
                  <a:pt x="10620168" y="5625703"/>
                  <a:pt x="10302365" y="5685700"/>
                  <a:pt x="9983034" y="5737926"/>
                </a:cubicBezTo>
                <a:cubicBezTo>
                  <a:pt x="9717606" y="5781375"/>
                  <a:pt x="9451451" y="5820020"/>
                  <a:pt x="9184585" y="5853873"/>
                </a:cubicBezTo>
                <a:cubicBezTo>
                  <a:pt x="8981951" y="5879447"/>
                  <a:pt x="8779319" y="5903530"/>
                  <a:pt x="8576053" y="5923392"/>
                </a:cubicBezTo>
                <a:cubicBezTo>
                  <a:pt x="8338462" y="5946112"/>
                  <a:pt x="8100618" y="5967587"/>
                  <a:pt x="7862392" y="5984843"/>
                </a:cubicBezTo>
                <a:cubicBezTo>
                  <a:pt x="7553105" y="6007187"/>
                  <a:pt x="7243690" y="6025065"/>
                  <a:pt x="6933768" y="6036237"/>
                </a:cubicBezTo>
                <a:cubicBezTo>
                  <a:pt x="6781221" y="6041700"/>
                  <a:pt x="6628676" y="6045548"/>
                  <a:pt x="6476130" y="6050140"/>
                </a:cubicBezTo>
                <a:cubicBezTo>
                  <a:pt x="6437585" y="6048056"/>
                  <a:pt x="6398929" y="6049681"/>
                  <a:pt x="6360703" y="6054983"/>
                </a:cubicBezTo>
                <a:lnTo>
                  <a:pt x="6055614" y="6054983"/>
                </a:lnTo>
                <a:lnTo>
                  <a:pt x="5976289" y="6050389"/>
                </a:lnTo>
                <a:cubicBezTo>
                  <a:pt x="5738826" y="6037976"/>
                  <a:pt x="5501363" y="6024197"/>
                  <a:pt x="5263770" y="6014140"/>
                </a:cubicBezTo>
                <a:cubicBezTo>
                  <a:pt x="4957027" y="6001724"/>
                  <a:pt x="4650663" y="5981244"/>
                  <a:pt x="4345190" y="5952070"/>
                </a:cubicBezTo>
                <a:cubicBezTo>
                  <a:pt x="4020648" y="5921158"/>
                  <a:pt x="3696870" y="5886523"/>
                  <a:pt x="3372201" y="5853501"/>
                </a:cubicBezTo>
                <a:cubicBezTo>
                  <a:pt x="3034653" y="5819239"/>
                  <a:pt x="2697781" y="5779600"/>
                  <a:pt x="2361582" y="5734574"/>
                </a:cubicBezTo>
                <a:cubicBezTo>
                  <a:pt x="1984196" y="5684421"/>
                  <a:pt x="1607962" y="5626695"/>
                  <a:pt x="1232869" y="5561398"/>
                </a:cubicBezTo>
                <a:cubicBezTo>
                  <a:pt x="841970" y="5492685"/>
                  <a:pt x="453644" y="5414197"/>
                  <a:pt x="68483" y="5321691"/>
                </a:cubicBezTo>
                <a:lnTo>
                  <a:pt x="0" y="5304336"/>
                </a:lnTo>
                <a:lnTo>
                  <a:pt x="0" y="5247847"/>
                </a:lnTo>
                <a:lnTo>
                  <a:pt x="72423" y="5266624"/>
                </a:lnTo>
                <a:cubicBezTo>
                  <a:pt x="247899" y="5308802"/>
                  <a:pt x="424058" y="5348062"/>
                  <a:pt x="600566" y="5384994"/>
                </a:cubicBezTo>
                <a:cubicBezTo>
                  <a:pt x="988032" y="5465808"/>
                  <a:pt x="1377788" y="5534706"/>
                  <a:pt x="1769069" y="5595162"/>
                </a:cubicBezTo>
                <a:cubicBezTo>
                  <a:pt x="2051913" y="5638738"/>
                  <a:pt x="2335141" y="5678835"/>
                  <a:pt x="2612900" y="5712104"/>
                </a:cubicBezTo>
                <a:cubicBezTo>
                  <a:pt x="2604892" y="5714711"/>
                  <a:pt x="2593962" y="5704655"/>
                  <a:pt x="2580488" y="5702173"/>
                </a:cubicBezTo>
                <a:cubicBezTo>
                  <a:pt x="2086656" y="5610221"/>
                  <a:pt x="1597284" y="5499328"/>
                  <a:pt x="1112357" y="5369476"/>
                </a:cubicBezTo>
                <a:cubicBezTo>
                  <a:pt x="880233" y="5307405"/>
                  <a:pt x="649550" y="5240927"/>
                  <a:pt x="420307" y="5170043"/>
                </a:cubicBezTo>
                <a:lnTo>
                  <a:pt x="0" y="5031126"/>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itle 1">
            <a:extLst>
              <a:ext uri="{FF2B5EF4-FFF2-40B4-BE49-F238E27FC236}">
                <a16:creationId xmlns:a16="http://schemas.microsoft.com/office/drawing/2014/main" id="{C4A9A036-916A-C148-AF69-7020ADBA1D49}"/>
              </a:ext>
            </a:extLst>
          </p:cNvPr>
          <p:cNvSpPr>
            <a:spLocks noGrp="1"/>
          </p:cNvSpPr>
          <p:nvPr>
            <p:ph type="title"/>
          </p:nvPr>
        </p:nvSpPr>
        <p:spPr>
          <a:xfrm>
            <a:off x="1524000" y="929452"/>
            <a:ext cx="9144000" cy="2526738"/>
          </a:xfrm>
        </p:spPr>
        <p:txBody>
          <a:bodyPr vert="horz" lIns="91440" tIns="45720" rIns="91440" bIns="45720" rtlCol="0" anchor="b">
            <a:normAutofit/>
          </a:bodyPr>
          <a:lstStyle/>
          <a:p>
            <a:r>
              <a:rPr lang="en-US" sz="8800" dirty="0">
                <a:solidFill>
                  <a:srgbClr val="FFFFFF"/>
                </a:solidFill>
              </a:rPr>
              <a:t>Formal</a:t>
            </a:r>
          </a:p>
        </p:txBody>
      </p:sp>
      <p:sp>
        <p:nvSpPr>
          <p:cNvPr id="13" name="Rectangle 12">
            <a:extLst>
              <a:ext uri="{FF2B5EF4-FFF2-40B4-BE49-F238E27FC236}">
                <a16:creationId xmlns:a16="http://schemas.microsoft.com/office/drawing/2014/main" id="{AF0E575A-6638-A814-8316-1DE420956AF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974206" y="3542284"/>
            <a:ext cx="4243589" cy="27432"/>
          </a:xfrm>
          <a:custGeom>
            <a:avLst/>
            <a:gdLst>
              <a:gd name="csX0" fmla="*/ 0 w 4243589"/>
              <a:gd name="csY0" fmla="*/ 0 h 27432"/>
              <a:gd name="csX1" fmla="*/ 563791 w 4243589"/>
              <a:gd name="csY1" fmla="*/ 0 h 27432"/>
              <a:gd name="csX2" fmla="*/ 1042710 w 4243589"/>
              <a:gd name="csY2" fmla="*/ 0 h 27432"/>
              <a:gd name="csX3" fmla="*/ 1564066 w 4243589"/>
              <a:gd name="csY3" fmla="*/ 0 h 27432"/>
              <a:gd name="csX4" fmla="*/ 2212729 w 4243589"/>
              <a:gd name="csY4" fmla="*/ 0 h 27432"/>
              <a:gd name="csX5" fmla="*/ 2776520 w 4243589"/>
              <a:gd name="csY5" fmla="*/ 0 h 27432"/>
              <a:gd name="csX6" fmla="*/ 3297875 w 4243589"/>
              <a:gd name="csY6" fmla="*/ 0 h 27432"/>
              <a:gd name="csX7" fmla="*/ 4243589 w 4243589"/>
              <a:gd name="csY7" fmla="*/ 0 h 27432"/>
              <a:gd name="csX8" fmla="*/ 4243589 w 4243589"/>
              <a:gd name="csY8" fmla="*/ 27432 h 27432"/>
              <a:gd name="csX9" fmla="*/ 3637362 w 4243589"/>
              <a:gd name="csY9" fmla="*/ 27432 h 27432"/>
              <a:gd name="csX10" fmla="*/ 3116007 w 4243589"/>
              <a:gd name="csY10" fmla="*/ 27432 h 27432"/>
              <a:gd name="csX11" fmla="*/ 2424908 w 4243589"/>
              <a:gd name="csY11" fmla="*/ 27432 h 27432"/>
              <a:gd name="csX12" fmla="*/ 1861117 w 4243589"/>
              <a:gd name="csY12" fmla="*/ 27432 h 27432"/>
              <a:gd name="csX13" fmla="*/ 1382198 w 4243589"/>
              <a:gd name="csY13" fmla="*/ 27432 h 27432"/>
              <a:gd name="csX14" fmla="*/ 733535 w 4243589"/>
              <a:gd name="csY14" fmla="*/ 27432 h 27432"/>
              <a:gd name="csX15" fmla="*/ 0 w 4243589"/>
              <a:gd name="csY15" fmla="*/ 27432 h 27432"/>
              <a:gd name="csX16" fmla="*/ 0 w 4243589"/>
              <a:gd name="csY16" fmla="*/ 0 h 27432"/>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Lst>
            <a:rect l="l" t="t" r="r" b="b"/>
            <a:pathLst>
              <a:path w="4243589" h="27432" fill="none" extrusionOk="0">
                <a:moveTo>
                  <a:pt x="0" y="0"/>
                </a:moveTo>
                <a:cubicBezTo>
                  <a:pt x="157351" y="-15653"/>
                  <a:pt x="378877" y="-5828"/>
                  <a:pt x="563791" y="0"/>
                </a:cubicBezTo>
                <a:cubicBezTo>
                  <a:pt x="748705" y="5828"/>
                  <a:pt x="905659" y="-5525"/>
                  <a:pt x="1042710" y="0"/>
                </a:cubicBezTo>
                <a:cubicBezTo>
                  <a:pt x="1179761" y="5525"/>
                  <a:pt x="1356845" y="-21288"/>
                  <a:pt x="1564066" y="0"/>
                </a:cubicBezTo>
                <a:cubicBezTo>
                  <a:pt x="1771287" y="21288"/>
                  <a:pt x="1912099" y="25135"/>
                  <a:pt x="2212729" y="0"/>
                </a:cubicBezTo>
                <a:cubicBezTo>
                  <a:pt x="2513359" y="-25135"/>
                  <a:pt x="2514918" y="-27119"/>
                  <a:pt x="2776520" y="0"/>
                </a:cubicBezTo>
                <a:cubicBezTo>
                  <a:pt x="3038122" y="27119"/>
                  <a:pt x="3178771" y="18116"/>
                  <a:pt x="3297875" y="0"/>
                </a:cubicBezTo>
                <a:cubicBezTo>
                  <a:pt x="3416980" y="-18116"/>
                  <a:pt x="4012240" y="-40869"/>
                  <a:pt x="4243589" y="0"/>
                </a:cubicBezTo>
                <a:cubicBezTo>
                  <a:pt x="4242616" y="8304"/>
                  <a:pt x="4243111" y="21512"/>
                  <a:pt x="4243589" y="27432"/>
                </a:cubicBezTo>
                <a:cubicBezTo>
                  <a:pt x="4112949" y="6289"/>
                  <a:pt x="3928037" y="10975"/>
                  <a:pt x="3637362" y="27432"/>
                </a:cubicBezTo>
                <a:cubicBezTo>
                  <a:pt x="3346687" y="43889"/>
                  <a:pt x="3254446" y="35813"/>
                  <a:pt x="3116007" y="27432"/>
                </a:cubicBezTo>
                <a:cubicBezTo>
                  <a:pt x="2977569" y="19051"/>
                  <a:pt x="2620228" y="38017"/>
                  <a:pt x="2424908" y="27432"/>
                </a:cubicBezTo>
                <a:cubicBezTo>
                  <a:pt x="2229588" y="16847"/>
                  <a:pt x="2088287" y="5290"/>
                  <a:pt x="1861117" y="27432"/>
                </a:cubicBezTo>
                <a:cubicBezTo>
                  <a:pt x="1633947" y="49574"/>
                  <a:pt x="1502447" y="8273"/>
                  <a:pt x="1382198" y="27432"/>
                </a:cubicBezTo>
                <a:cubicBezTo>
                  <a:pt x="1261949" y="46591"/>
                  <a:pt x="1045440" y="37497"/>
                  <a:pt x="733535" y="27432"/>
                </a:cubicBezTo>
                <a:cubicBezTo>
                  <a:pt x="421630" y="17367"/>
                  <a:pt x="341257" y="-9215"/>
                  <a:pt x="0" y="27432"/>
                </a:cubicBezTo>
                <a:cubicBezTo>
                  <a:pt x="-1048" y="14992"/>
                  <a:pt x="-1120" y="7447"/>
                  <a:pt x="0" y="0"/>
                </a:cubicBezTo>
                <a:close/>
              </a:path>
              <a:path w="4243589" h="27432" stroke="0" extrusionOk="0">
                <a:moveTo>
                  <a:pt x="0" y="0"/>
                </a:moveTo>
                <a:cubicBezTo>
                  <a:pt x="128164" y="17204"/>
                  <a:pt x="312653" y="1129"/>
                  <a:pt x="563791" y="0"/>
                </a:cubicBezTo>
                <a:cubicBezTo>
                  <a:pt x="814929" y="-1129"/>
                  <a:pt x="837271" y="8503"/>
                  <a:pt x="1042710" y="0"/>
                </a:cubicBezTo>
                <a:cubicBezTo>
                  <a:pt x="1248149" y="-8503"/>
                  <a:pt x="1588432" y="-28862"/>
                  <a:pt x="1733809" y="0"/>
                </a:cubicBezTo>
                <a:cubicBezTo>
                  <a:pt x="1879186" y="28862"/>
                  <a:pt x="2052815" y="5974"/>
                  <a:pt x="2297600" y="0"/>
                </a:cubicBezTo>
                <a:cubicBezTo>
                  <a:pt x="2542385" y="-5974"/>
                  <a:pt x="2699960" y="-23550"/>
                  <a:pt x="2861391" y="0"/>
                </a:cubicBezTo>
                <a:cubicBezTo>
                  <a:pt x="3022822" y="23550"/>
                  <a:pt x="3390411" y="25272"/>
                  <a:pt x="3552490" y="0"/>
                </a:cubicBezTo>
                <a:cubicBezTo>
                  <a:pt x="3714569" y="-25272"/>
                  <a:pt x="3950585" y="-31327"/>
                  <a:pt x="4243589" y="0"/>
                </a:cubicBezTo>
                <a:cubicBezTo>
                  <a:pt x="4244074" y="9333"/>
                  <a:pt x="4244867" y="19699"/>
                  <a:pt x="4243589" y="27432"/>
                </a:cubicBezTo>
                <a:cubicBezTo>
                  <a:pt x="4130424" y="7904"/>
                  <a:pt x="3932803" y="51393"/>
                  <a:pt x="3722234" y="27432"/>
                </a:cubicBezTo>
                <a:cubicBezTo>
                  <a:pt x="3511665" y="3471"/>
                  <a:pt x="3269903" y="55138"/>
                  <a:pt x="3116007" y="27432"/>
                </a:cubicBezTo>
                <a:cubicBezTo>
                  <a:pt x="2962111" y="-274"/>
                  <a:pt x="2744280" y="32368"/>
                  <a:pt x="2509780" y="27432"/>
                </a:cubicBezTo>
                <a:cubicBezTo>
                  <a:pt x="2275280" y="22496"/>
                  <a:pt x="2066059" y="52808"/>
                  <a:pt x="1945989" y="27432"/>
                </a:cubicBezTo>
                <a:cubicBezTo>
                  <a:pt x="1825919" y="2056"/>
                  <a:pt x="1407329" y="21760"/>
                  <a:pt x="1254890" y="27432"/>
                </a:cubicBezTo>
                <a:cubicBezTo>
                  <a:pt x="1102451" y="33104"/>
                  <a:pt x="837950" y="40817"/>
                  <a:pt x="563791" y="27432"/>
                </a:cubicBezTo>
                <a:cubicBezTo>
                  <a:pt x="289632" y="14047"/>
                  <a:pt x="132768" y="16249"/>
                  <a:pt x="0" y="27432"/>
                </a:cubicBezTo>
                <a:cubicBezTo>
                  <a:pt x="211" y="18145"/>
                  <a:pt x="120" y="6480"/>
                  <a:pt x="0" y="0"/>
                </a:cubicBezTo>
                <a:close/>
              </a:path>
            </a:pathLst>
          </a:custGeom>
          <a:solidFill>
            <a:srgbClr val="FFFFFF"/>
          </a:solidFill>
          <a:ln w="38100" cap="rnd">
            <a:solidFill>
              <a:srgbClr val="FFFFFF"/>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40690370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7393783-6057-4D8B-FAF6-0B3F627BF43C}"/>
              </a:ext>
            </a:extLst>
          </p:cNvPr>
          <p:cNvSpPr>
            <a:spLocks noGrp="1"/>
          </p:cNvSpPr>
          <p:nvPr>
            <p:ph type="title"/>
          </p:nvPr>
        </p:nvSpPr>
        <p:spPr/>
        <p:txBody>
          <a:bodyPr/>
          <a:lstStyle/>
          <a:p>
            <a:r>
              <a:rPr lang="en-US" dirty="0"/>
              <a:t>Formal vs. </a:t>
            </a:r>
            <a:r>
              <a:rPr lang="en-US" dirty="0" err="1"/>
              <a:t>Infomral</a:t>
            </a:r>
          </a:p>
        </p:txBody>
      </p:sp>
      <p:graphicFrame>
        <p:nvGraphicFramePr>
          <p:cNvPr id="5" name="Content Placeholder 2">
            <a:extLst>
              <a:ext uri="{FF2B5EF4-FFF2-40B4-BE49-F238E27FC236}">
                <a16:creationId xmlns:a16="http://schemas.microsoft.com/office/drawing/2014/main" id="{32DAFAED-9AFB-CD98-4215-B413D8EE5DA3}"/>
              </a:ext>
            </a:extLst>
          </p:cNvPr>
          <p:cNvGraphicFramePr>
            <a:graphicFrameLocks noGrp="1"/>
          </p:cNvGraphicFramePr>
          <p:nvPr>
            <p:ph idx="1"/>
            <p:extLst>
              <p:ext uri="{D42A27DB-BD31-4B8C-83A1-F6EECF244321}">
                <p14:modId xmlns:p14="http://schemas.microsoft.com/office/powerpoint/2010/main" val="1596348182"/>
              </p:ext>
            </p:extLst>
          </p:nvPr>
        </p:nvGraphicFramePr>
        <p:xfrm>
          <a:off x="141329" y="1886236"/>
          <a:ext cx="11908529" cy="479171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75329863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chemeClr val="accent2">
            <a:lumMod val="20000"/>
            <a:lumOff val="80000"/>
          </a:schemeClr>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F13C74B1-5B17-4795-BED0-7140497B445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1DF8BEAF-2724-9F9C-7B30-0620F4101291}"/>
              </a:ext>
            </a:extLst>
          </p:cNvPr>
          <p:cNvSpPr>
            <a:spLocks noGrp="1"/>
          </p:cNvSpPr>
          <p:nvPr>
            <p:ph type="title"/>
          </p:nvPr>
        </p:nvSpPr>
        <p:spPr>
          <a:xfrm>
            <a:off x="640080" y="325369"/>
            <a:ext cx="4368602" cy="1956841"/>
          </a:xfrm>
        </p:spPr>
        <p:txBody>
          <a:bodyPr anchor="b">
            <a:normAutofit/>
          </a:bodyPr>
          <a:lstStyle/>
          <a:p>
            <a:pPr>
              <a:lnSpc>
                <a:spcPct val="90000"/>
              </a:lnSpc>
            </a:pPr>
            <a:r>
              <a:rPr lang="en-US" sz="6600"/>
              <a:t>File at the 1st step or 2nd step?</a:t>
            </a:r>
          </a:p>
        </p:txBody>
      </p:sp>
      <p:sp>
        <p:nvSpPr>
          <p:cNvPr id="11" name="Rectangle 6">
            <a:extLst>
              <a:ext uri="{FF2B5EF4-FFF2-40B4-BE49-F238E27FC236}">
                <a16:creationId xmlns:a16="http://schemas.microsoft.com/office/drawing/2014/main" id="{3FCFB1DE-0B7E-48CC-BA90-B2AB0889F9D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65093" y="2563839"/>
            <a:ext cx="3931920" cy="27432"/>
          </a:xfrm>
          <a:custGeom>
            <a:avLst/>
            <a:gdLst>
              <a:gd name="csX0" fmla="*/ 0 w 3931920"/>
              <a:gd name="csY0" fmla="*/ 0 h 27432"/>
              <a:gd name="csX1" fmla="*/ 733958 w 3931920"/>
              <a:gd name="csY1" fmla="*/ 0 h 27432"/>
              <a:gd name="csX2" fmla="*/ 1428598 w 3931920"/>
              <a:gd name="csY2" fmla="*/ 0 h 27432"/>
              <a:gd name="csX3" fmla="*/ 2123237 w 3931920"/>
              <a:gd name="csY3" fmla="*/ 0 h 27432"/>
              <a:gd name="csX4" fmla="*/ 2660599 w 3931920"/>
              <a:gd name="csY4" fmla="*/ 0 h 27432"/>
              <a:gd name="csX5" fmla="*/ 3237281 w 3931920"/>
              <a:gd name="csY5" fmla="*/ 0 h 27432"/>
              <a:gd name="csX6" fmla="*/ 3931920 w 3931920"/>
              <a:gd name="csY6" fmla="*/ 0 h 27432"/>
              <a:gd name="csX7" fmla="*/ 3931920 w 3931920"/>
              <a:gd name="csY7" fmla="*/ 27432 h 27432"/>
              <a:gd name="csX8" fmla="*/ 3276600 w 3931920"/>
              <a:gd name="csY8" fmla="*/ 27432 h 27432"/>
              <a:gd name="csX9" fmla="*/ 2739238 w 3931920"/>
              <a:gd name="csY9" fmla="*/ 27432 h 27432"/>
              <a:gd name="csX10" fmla="*/ 2201875 w 3931920"/>
              <a:gd name="csY10" fmla="*/ 27432 h 27432"/>
              <a:gd name="csX11" fmla="*/ 1507236 w 3931920"/>
              <a:gd name="csY11" fmla="*/ 27432 h 27432"/>
              <a:gd name="csX12" fmla="*/ 930554 w 3931920"/>
              <a:gd name="csY12" fmla="*/ 27432 h 27432"/>
              <a:gd name="csX13" fmla="*/ 0 w 3931920"/>
              <a:gd name="csY13" fmla="*/ 27432 h 27432"/>
              <a:gd name="csX14" fmla="*/ 0 w 3931920"/>
              <a:gd name="csY14" fmla="*/ 0 h 27432"/>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Lst>
            <a:rect l="l" t="t" r="r" b="b"/>
            <a:pathLst>
              <a:path w="3931920" h="27432" fill="none" extrusionOk="0">
                <a:moveTo>
                  <a:pt x="0" y="0"/>
                </a:moveTo>
                <a:cubicBezTo>
                  <a:pt x="245351" y="16874"/>
                  <a:pt x="509174" y="13736"/>
                  <a:pt x="733958" y="0"/>
                </a:cubicBezTo>
                <a:cubicBezTo>
                  <a:pt x="958742" y="-13736"/>
                  <a:pt x="1245406" y="-17215"/>
                  <a:pt x="1428598" y="0"/>
                </a:cubicBezTo>
                <a:cubicBezTo>
                  <a:pt x="1611790" y="17215"/>
                  <a:pt x="1930525" y="20562"/>
                  <a:pt x="2123237" y="0"/>
                </a:cubicBezTo>
                <a:cubicBezTo>
                  <a:pt x="2315949" y="-20562"/>
                  <a:pt x="2485508" y="11332"/>
                  <a:pt x="2660599" y="0"/>
                </a:cubicBezTo>
                <a:cubicBezTo>
                  <a:pt x="2835690" y="-11332"/>
                  <a:pt x="3075198" y="-14809"/>
                  <a:pt x="3237281" y="0"/>
                </a:cubicBezTo>
                <a:cubicBezTo>
                  <a:pt x="3399364" y="14809"/>
                  <a:pt x="3745084" y="-4992"/>
                  <a:pt x="3931920" y="0"/>
                </a:cubicBezTo>
                <a:cubicBezTo>
                  <a:pt x="3930963" y="8431"/>
                  <a:pt x="3931571" y="14612"/>
                  <a:pt x="3931920" y="27432"/>
                </a:cubicBezTo>
                <a:cubicBezTo>
                  <a:pt x="3765435" y="40792"/>
                  <a:pt x="3452398" y="38703"/>
                  <a:pt x="3276600" y="27432"/>
                </a:cubicBezTo>
                <a:cubicBezTo>
                  <a:pt x="3100802" y="16161"/>
                  <a:pt x="2914889" y="26998"/>
                  <a:pt x="2739238" y="27432"/>
                </a:cubicBezTo>
                <a:cubicBezTo>
                  <a:pt x="2563587" y="27866"/>
                  <a:pt x="2395484" y="39154"/>
                  <a:pt x="2201875" y="27432"/>
                </a:cubicBezTo>
                <a:cubicBezTo>
                  <a:pt x="2008266" y="15710"/>
                  <a:pt x="1781367" y="4899"/>
                  <a:pt x="1507236" y="27432"/>
                </a:cubicBezTo>
                <a:cubicBezTo>
                  <a:pt x="1233105" y="49965"/>
                  <a:pt x="1075495" y="47542"/>
                  <a:pt x="930554" y="27432"/>
                </a:cubicBezTo>
                <a:cubicBezTo>
                  <a:pt x="785613" y="7322"/>
                  <a:pt x="268930" y="30433"/>
                  <a:pt x="0" y="27432"/>
                </a:cubicBezTo>
                <a:cubicBezTo>
                  <a:pt x="226" y="18208"/>
                  <a:pt x="-648" y="12891"/>
                  <a:pt x="0" y="0"/>
                </a:cubicBezTo>
                <a:close/>
              </a:path>
              <a:path w="3931920" h="27432" stroke="0" extrusionOk="0">
                <a:moveTo>
                  <a:pt x="0" y="0"/>
                </a:moveTo>
                <a:cubicBezTo>
                  <a:pt x="278269" y="4786"/>
                  <a:pt x="349028" y="-10422"/>
                  <a:pt x="616001" y="0"/>
                </a:cubicBezTo>
                <a:cubicBezTo>
                  <a:pt x="882974" y="10422"/>
                  <a:pt x="931617" y="-15515"/>
                  <a:pt x="1153363" y="0"/>
                </a:cubicBezTo>
                <a:cubicBezTo>
                  <a:pt x="1375109" y="15515"/>
                  <a:pt x="1704089" y="-3631"/>
                  <a:pt x="1887322" y="0"/>
                </a:cubicBezTo>
                <a:cubicBezTo>
                  <a:pt x="2070555" y="3631"/>
                  <a:pt x="2344155" y="2213"/>
                  <a:pt x="2503322" y="0"/>
                </a:cubicBezTo>
                <a:cubicBezTo>
                  <a:pt x="2662489" y="-2213"/>
                  <a:pt x="2976859" y="26691"/>
                  <a:pt x="3119323" y="0"/>
                </a:cubicBezTo>
                <a:cubicBezTo>
                  <a:pt x="3261787" y="-26691"/>
                  <a:pt x="3588171" y="-28651"/>
                  <a:pt x="3931920" y="0"/>
                </a:cubicBezTo>
                <a:cubicBezTo>
                  <a:pt x="3930565" y="9524"/>
                  <a:pt x="3930718" y="13975"/>
                  <a:pt x="3931920" y="27432"/>
                </a:cubicBezTo>
                <a:cubicBezTo>
                  <a:pt x="3664329" y="4021"/>
                  <a:pt x="3437686" y="14511"/>
                  <a:pt x="3276600" y="27432"/>
                </a:cubicBezTo>
                <a:cubicBezTo>
                  <a:pt x="3115514" y="40353"/>
                  <a:pt x="2913592" y="48967"/>
                  <a:pt x="2739238" y="27432"/>
                </a:cubicBezTo>
                <a:cubicBezTo>
                  <a:pt x="2564884" y="5897"/>
                  <a:pt x="2294049" y="39820"/>
                  <a:pt x="2083918" y="27432"/>
                </a:cubicBezTo>
                <a:cubicBezTo>
                  <a:pt x="1873787" y="15044"/>
                  <a:pt x="1718903" y="21388"/>
                  <a:pt x="1428598" y="27432"/>
                </a:cubicBezTo>
                <a:cubicBezTo>
                  <a:pt x="1138293" y="33476"/>
                  <a:pt x="952209" y="50441"/>
                  <a:pt x="812597" y="27432"/>
                </a:cubicBezTo>
                <a:cubicBezTo>
                  <a:pt x="672985" y="4423"/>
                  <a:pt x="305800" y="28240"/>
                  <a:pt x="0" y="27432"/>
                </a:cubicBezTo>
                <a:cubicBezTo>
                  <a:pt x="-800" y="16780"/>
                  <a:pt x="-583" y="12910"/>
                  <a:pt x="0" y="0"/>
                </a:cubicBezTo>
                <a:close/>
              </a:path>
            </a:pathLst>
          </a:custGeom>
          <a:solidFill>
            <a:srgbClr val="A88349"/>
          </a:solidFill>
          <a:ln w="38100" cap="rnd">
            <a:solidFill>
              <a:srgbClr val="A88349"/>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93211661-14D7-66FA-9040-4EFC23834DCD}"/>
              </a:ext>
            </a:extLst>
          </p:cNvPr>
          <p:cNvSpPr>
            <a:spLocks noGrp="1"/>
          </p:cNvSpPr>
          <p:nvPr>
            <p:ph idx="1"/>
          </p:nvPr>
        </p:nvSpPr>
        <p:spPr>
          <a:xfrm>
            <a:off x="640080" y="2872899"/>
            <a:ext cx="4243589" cy="3320668"/>
          </a:xfrm>
        </p:spPr>
        <p:txBody>
          <a:bodyPr vert="horz" lIns="91440" tIns="45720" rIns="91440" bIns="45720" rtlCol="0">
            <a:normAutofit/>
          </a:bodyPr>
          <a:lstStyle/>
          <a:p>
            <a:pPr marL="0" indent="0">
              <a:buNone/>
            </a:pPr>
            <a:r>
              <a:rPr lang="en-US" dirty="0"/>
              <a:t>Which step should we file our case at? Reference Article 41.</a:t>
            </a:r>
          </a:p>
          <a:p>
            <a:pPr marL="0" indent="0">
              <a:buNone/>
            </a:pPr>
            <a:endParaRPr lang="en-US" dirty="0"/>
          </a:p>
          <a:p>
            <a:pPr marL="0" indent="0">
              <a:buNone/>
            </a:pPr>
            <a:r>
              <a:rPr lang="en-US" dirty="0"/>
              <a:t>Take a moment to look through your contract and let's discuss which step we should file and why.</a:t>
            </a:r>
          </a:p>
        </p:txBody>
      </p:sp>
      <p:pic>
        <p:nvPicPr>
          <p:cNvPr id="5" name="Picture 4" descr="Stack of files">
            <a:extLst>
              <a:ext uri="{FF2B5EF4-FFF2-40B4-BE49-F238E27FC236}">
                <a16:creationId xmlns:a16="http://schemas.microsoft.com/office/drawing/2014/main" id="{9B4212E1-528A-0CF7-974B-157E7BF753BA}"/>
              </a:ext>
            </a:extLst>
          </p:cNvPr>
          <p:cNvPicPr>
            <a:picLocks noChangeAspect="1"/>
          </p:cNvPicPr>
          <p:nvPr/>
        </p:nvPicPr>
        <p:blipFill>
          <a:blip r:embed="rId2"/>
          <a:srcRect l="17510" r="15542" b="4"/>
          <a:stretch>
            <a:fillRect/>
          </a:stretch>
        </p:blipFill>
        <p:spPr>
          <a:xfrm>
            <a:off x="5311702" y="10"/>
            <a:ext cx="6878775" cy="6857990"/>
          </a:xfrm>
          <a:custGeom>
            <a:avLst/>
            <a:gdLst/>
            <a:ahLst/>
            <a:cxnLst/>
            <a:rect l="l" t="t" r="r" b="b"/>
            <a:pathLst>
              <a:path w="6878775" h="6858000">
                <a:moveTo>
                  <a:pt x="1102973" y="0"/>
                </a:moveTo>
                <a:lnTo>
                  <a:pt x="1160688" y="0"/>
                </a:lnTo>
                <a:lnTo>
                  <a:pt x="983189" y="331786"/>
                </a:lnTo>
                <a:cubicBezTo>
                  <a:pt x="914866" y="469145"/>
                  <a:pt x="850355" y="608712"/>
                  <a:pt x="789261" y="750263"/>
                </a:cubicBezTo>
                <a:cubicBezTo>
                  <a:pt x="774307" y="784928"/>
                  <a:pt x="759992" y="819849"/>
                  <a:pt x="745295" y="854514"/>
                </a:cubicBezTo>
                <a:cubicBezTo>
                  <a:pt x="756682" y="845393"/>
                  <a:pt x="765489" y="833492"/>
                  <a:pt x="770857" y="819975"/>
                </a:cubicBezTo>
                <a:cubicBezTo>
                  <a:pt x="879943" y="589569"/>
                  <a:pt x="999605" y="365513"/>
                  <a:pt x="1131329" y="148742"/>
                </a:cubicBezTo>
                <a:lnTo>
                  <a:pt x="1227589" y="0"/>
                </a:lnTo>
                <a:lnTo>
                  <a:pt x="6878775" y="0"/>
                </a:lnTo>
                <a:lnTo>
                  <a:pt x="6878775" y="6858000"/>
                </a:lnTo>
                <a:lnTo>
                  <a:pt x="713521" y="6858000"/>
                </a:lnTo>
                <a:lnTo>
                  <a:pt x="625642" y="6670527"/>
                </a:lnTo>
                <a:cubicBezTo>
                  <a:pt x="507232" y="6398531"/>
                  <a:pt x="403083" y="6118381"/>
                  <a:pt x="312785" y="5830359"/>
                </a:cubicBezTo>
                <a:cubicBezTo>
                  <a:pt x="278149" y="5719759"/>
                  <a:pt x="248879" y="5607635"/>
                  <a:pt x="212198" y="5480401"/>
                </a:cubicBezTo>
                <a:cubicBezTo>
                  <a:pt x="212208" y="5491601"/>
                  <a:pt x="212803" y="5502788"/>
                  <a:pt x="213988" y="5513923"/>
                </a:cubicBezTo>
                <a:cubicBezTo>
                  <a:pt x="264089" y="5723695"/>
                  <a:pt x="307290" y="5935370"/>
                  <a:pt x="365826" y="6142729"/>
                </a:cubicBezTo>
                <a:cubicBezTo>
                  <a:pt x="433152" y="6380817"/>
                  <a:pt x="510068" y="6614016"/>
                  <a:pt x="597975" y="6841549"/>
                </a:cubicBezTo>
                <a:lnTo>
                  <a:pt x="604824" y="6858000"/>
                </a:lnTo>
                <a:lnTo>
                  <a:pt x="552056" y="6858000"/>
                </a:lnTo>
                <a:lnTo>
                  <a:pt x="539576" y="6828295"/>
                </a:lnTo>
                <a:cubicBezTo>
                  <a:pt x="380597" y="6414594"/>
                  <a:pt x="260223" y="5988893"/>
                  <a:pt x="171555" y="5552906"/>
                </a:cubicBezTo>
                <a:cubicBezTo>
                  <a:pt x="91163" y="5157998"/>
                  <a:pt x="43746" y="4758899"/>
                  <a:pt x="12305" y="4357388"/>
                </a:cubicBezTo>
                <a:cubicBezTo>
                  <a:pt x="-14281" y="4013908"/>
                  <a:pt x="4507" y="3672965"/>
                  <a:pt x="46684" y="3331516"/>
                </a:cubicBezTo>
                <a:cubicBezTo>
                  <a:pt x="127203" y="2664286"/>
                  <a:pt x="277819" y="2007265"/>
                  <a:pt x="496065" y="1371196"/>
                </a:cubicBezTo>
                <a:cubicBezTo>
                  <a:pt x="636273" y="966066"/>
                  <a:pt x="800445" y="573253"/>
                  <a:pt x="995723" y="196614"/>
                </a:cubicBezTo>
                <a:close/>
              </a:path>
            </a:pathLst>
          </a:custGeom>
        </p:spPr>
      </p:pic>
    </p:spTree>
    <p:extLst>
      <p:ext uri="{BB962C8B-B14F-4D97-AF65-F5344CB8AC3E}">
        <p14:creationId xmlns:p14="http://schemas.microsoft.com/office/powerpoint/2010/main" val="361007071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A26D39B-E78E-C06F-FDF3-436D4877ED7B}"/>
              </a:ext>
            </a:extLst>
          </p:cNvPr>
          <p:cNvSpPr>
            <a:spLocks noGrp="1"/>
          </p:cNvSpPr>
          <p:nvPr>
            <p:ph type="title"/>
          </p:nvPr>
        </p:nvSpPr>
        <p:spPr/>
        <p:txBody>
          <a:bodyPr/>
          <a:lstStyle/>
          <a:p>
            <a:r>
              <a:rPr lang="en-US" dirty="0"/>
              <a:t>Filing for Formal</a:t>
            </a:r>
          </a:p>
        </p:txBody>
      </p:sp>
      <p:sp>
        <p:nvSpPr>
          <p:cNvPr id="3" name="Content Placeholder 2">
            <a:extLst>
              <a:ext uri="{FF2B5EF4-FFF2-40B4-BE49-F238E27FC236}">
                <a16:creationId xmlns:a16="http://schemas.microsoft.com/office/drawing/2014/main" id="{6C3041EF-770B-D590-7EB3-B28700D309D4}"/>
              </a:ext>
            </a:extLst>
          </p:cNvPr>
          <p:cNvSpPr>
            <a:spLocks noGrp="1"/>
          </p:cNvSpPr>
          <p:nvPr>
            <p:ph idx="1"/>
          </p:nvPr>
        </p:nvSpPr>
        <p:spPr>
          <a:xfrm>
            <a:off x="838200" y="1929384"/>
            <a:ext cx="10515600" cy="3128499"/>
          </a:xfrm>
        </p:spPr>
        <p:txBody>
          <a:bodyPr vert="horz" lIns="91440" tIns="45720" rIns="91440" bIns="45720" rtlCol="0" anchor="t">
            <a:normAutofit lnSpcReduction="10000"/>
          </a:bodyPr>
          <a:lstStyle/>
          <a:p>
            <a:pPr marL="0" indent="0">
              <a:buNone/>
            </a:pPr>
            <a:r>
              <a:rPr lang="en-US" sz="2400" dirty="0"/>
              <a:t>We must submit to the management chain a few things to make the case a formal case.</a:t>
            </a:r>
          </a:p>
          <a:p>
            <a:pPr marL="0" indent="0">
              <a:buNone/>
            </a:pPr>
            <a:endParaRPr lang="en-US" sz="2400" dirty="0"/>
          </a:p>
          <a:p>
            <a:pPr marL="0" indent="0">
              <a:buNone/>
            </a:pPr>
            <a:r>
              <a:rPr lang="en-US" sz="2400" dirty="0"/>
              <a:t>We must include a POA and a Grievance Filing Form. The POA is a power of attorney. This gives us the permission to represent the employee and speak on their behalf. If you do not have a POA, you can do nothing to assist other than offer advice to the employee themselves. This must be acquired before you can do anything on a case, formal or informal. The Grievance Filing Form is a form that we will fill out and submit with the POA to the management team. It contains information such as articles of violation, remedy sought, case number, and many other important information regarding the case. These are submitted by email to create a written record of such. </a:t>
            </a:r>
          </a:p>
        </p:txBody>
      </p:sp>
      <p:sp>
        <p:nvSpPr>
          <p:cNvPr id="4" name="TextBox 3">
            <a:extLst>
              <a:ext uri="{FF2B5EF4-FFF2-40B4-BE49-F238E27FC236}">
                <a16:creationId xmlns:a16="http://schemas.microsoft.com/office/drawing/2014/main" id="{CC11E41A-33DF-4B54-65A0-4F3E2993B7CF}"/>
              </a:ext>
            </a:extLst>
          </p:cNvPr>
          <p:cNvSpPr txBox="1"/>
          <p:nvPr/>
        </p:nvSpPr>
        <p:spPr>
          <a:xfrm>
            <a:off x="740832" y="5386917"/>
            <a:ext cx="10710333" cy="83099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400" dirty="0"/>
              <a:t>In our example, let's assume that as the steward, you have the POA (since you already called the managers) and you just filled out the grievance filing form. You've submitted them to the correct managers in the chain of command via email and filed at the 2nd step.</a:t>
            </a:r>
          </a:p>
        </p:txBody>
      </p:sp>
    </p:spTree>
    <p:extLst>
      <p:ext uri="{BB962C8B-B14F-4D97-AF65-F5344CB8AC3E}">
        <p14:creationId xmlns:p14="http://schemas.microsoft.com/office/powerpoint/2010/main" val="169846723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chemeClr val="accent2">
            <a:lumMod val="20000"/>
            <a:lumOff val="80000"/>
          </a:schemeClr>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3946F6A7-0B48-49A7-8E23-3C1F0993999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sketchy content container">
            <a:extLst>
              <a:ext uri="{FF2B5EF4-FFF2-40B4-BE49-F238E27FC236}">
                <a16:creationId xmlns:a16="http://schemas.microsoft.com/office/drawing/2014/main" id="{F53AD421-C5C8-4C52-9DD0-6A594F21A5D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75564" y="493776"/>
            <a:ext cx="11040872" cy="5722227"/>
          </a:xfrm>
          <a:custGeom>
            <a:avLst/>
            <a:gdLst>
              <a:gd name="csX0" fmla="*/ 0 w 11040872"/>
              <a:gd name="csY0" fmla="*/ 594482 h 5722227"/>
              <a:gd name="csX1" fmla="*/ 594482 w 11040872"/>
              <a:gd name="csY1" fmla="*/ 0 h 5722227"/>
              <a:gd name="csX2" fmla="*/ 1448314 w 11040872"/>
              <a:gd name="csY2" fmla="*/ 0 h 5722227"/>
              <a:gd name="csX3" fmla="*/ 1908070 w 11040872"/>
              <a:gd name="csY3" fmla="*/ 0 h 5722227"/>
              <a:gd name="csX4" fmla="*/ 2564864 w 11040872"/>
              <a:gd name="csY4" fmla="*/ 0 h 5722227"/>
              <a:gd name="csX5" fmla="*/ 3320177 w 11040872"/>
              <a:gd name="csY5" fmla="*/ 0 h 5722227"/>
              <a:gd name="csX6" fmla="*/ 4174009 w 11040872"/>
              <a:gd name="csY6" fmla="*/ 0 h 5722227"/>
              <a:gd name="csX7" fmla="*/ 4929322 w 11040872"/>
              <a:gd name="csY7" fmla="*/ 0 h 5722227"/>
              <a:gd name="csX8" fmla="*/ 5783154 w 11040872"/>
              <a:gd name="csY8" fmla="*/ 0 h 5722227"/>
              <a:gd name="csX9" fmla="*/ 6538466 w 11040872"/>
              <a:gd name="csY9" fmla="*/ 0 h 5722227"/>
              <a:gd name="csX10" fmla="*/ 6998222 w 11040872"/>
              <a:gd name="csY10" fmla="*/ 0 h 5722227"/>
              <a:gd name="csX11" fmla="*/ 7753535 w 11040872"/>
              <a:gd name="csY11" fmla="*/ 0 h 5722227"/>
              <a:gd name="csX12" fmla="*/ 8311810 w 11040872"/>
              <a:gd name="csY12" fmla="*/ 0 h 5722227"/>
              <a:gd name="csX13" fmla="*/ 8771566 w 11040872"/>
              <a:gd name="csY13" fmla="*/ 0 h 5722227"/>
              <a:gd name="csX14" fmla="*/ 9132802 w 11040872"/>
              <a:gd name="csY14" fmla="*/ 0 h 5722227"/>
              <a:gd name="csX15" fmla="*/ 9592558 w 11040872"/>
              <a:gd name="csY15" fmla="*/ 0 h 5722227"/>
              <a:gd name="csX16" fmla="*/ 10446390 w 11040872"/>
              <a:gd name="csY16" fmla="*/ 0 h 5722227"/>
              <a:gd name="csX17" fmla="*/ 11040872 w 11040872"/>
              <a:gd name="csY17" fmla="*/ 594482 h 5722227"/>
              <a:gd name="csX18" fmla="*/ 11040872 w 11040872"/>
              <a:gd name="csY18" fmla="*/ 1332756 h 5722227"/>
              <a:gd name="csX19" fmla="*/ 11040872 w 11040872"/>
              <a:gd name="csY19" fmla="*/ 2071031 h 5722227"/>
              <a:gd name="csX20" fmla="*/ 11040872 w 11040872"/>
              <a:gd name="csY20" fmla="*/ 2627974 h 5722227"/>
              <a:gd name="csX21" fmla="*/ 11040872 w 11040872"/>
              <a:gd name="csY21" fmla="*/ 3366249 h 5722227"/>
              <a:gd name="csX22" fmla="*/ 11040872 w 11040872"/>
              <a:gd name="csY22" fmla="*/ 3923192 h 5722227"/>
              <a:gd name="csX23" fmla="*/ 11040872 w 11040872"/>
              <a:gd name="csY23" fmla="*/ 5127745 h 5722227"/>
              <a:gd name="csX24" fmla="*/ 10446390 w 11040872"/>
              <a:gd name="csY24" fmla="*/ 5722227 h 5722227"/>
              <a:gd name="csX25" fmla="*/ 9986634 w 11040872"/>
              <a:gd name="csY25" fmla="*/ 5722227 h 5722227"/>
              <a:gd name="csX26" fmla="*/ 9132802 w 11040872"/>
              <a:gd name="csY26" fmla="*/ 5722227 h 5722227"/>
              <a:gd name="csX27" fmla="*/ 8771566 w 11040872"/>
              <a:gd name="csY27" fmla="*/ 5722227 h 5722227"/>
              <a:gd name="csX28" fmla="*/ 8114772 w 11040872"/>
              <a:gd name="csY28" fmla="*/ 5722227 h 5722227"/>
              <a:gd name="csX29" fmla="*/ 7556497 w 11040872"/>
              <a:gd name="csY29" fmla="*/ 5722227 h 5722227"/>
              <a:gd name="csX30" fmla="*/ 6998222 w 11040872"/>
              <a:gd name="csY30" fmla="*/ 5722227 h 5722227"/>
              <a:gd name="csX31" fmla="*/ 6439947 w 11040872"/>
              <a:gd name="csY31" fmla="*/ 5722227 h 5722227"/>
              <a:gd name="csX32" fmla="*/ 6078711 w 11040872"/>
              <a:gd name="csY32" fmla="*/ 5722227 h 5722227"/>
              <a:gd name="csX33" fmla="*/ 5224879 w 11040872"/>
              <a:gd name="csY33" fmla="*/ 5722227 h 5722227"/>
              <a:gd name="csX34" fmla="*/ 4371047 w 11040872"/>
              <a:gd name="csY34" fmla="*/ 5722227 h 5722227"/>
              <a:gd name="csX35" fmla="*/ 4009810 w 11040872"/>
              <a:gd name="csY35" fmla="*/ 5722227 h 5722227"/>
              <a:gd name="csX36" fmla="*/ 3550054 w 11040872"/>
              <a:gd name="csY36" fmla="*/ 5722227 h 5722227"/>
              <a:gd name="csX37" fmla="*/ 2893261 w 11040872"/>
              <a:gd name="csY37" fmla="*/ 5722227 h 5722227"/>
              <a:gd name="csX38" fmla="*/ 2137948 w 11040872"/>
              <a:gd name="csY38" fmla="*/ 5722227 h 5722227"/>
              <a:gd name="csX39" fmla="*/ 1579673 w 11040872"/>
              <a:gd name="csY39" fmla="*/ 5722227 h 5722227"/>
              <a:gd name="csX40" fmla="*/ 594482 w 11040872"/>
              <a:gd name="csY40" fmla="*/ 5722227 h 5722227"/>
              <a:gd name="csX41" fmla="*/ 0 w 11040872"/>
              <a:gd name="csY41" fmla="*/ 5127745 h 5722227"/>
              <a:gd name="csX42" fmla="*/ 0 w 11040872"/>
              <a:gd name="csY42" fmla="*/ 4389471 h 5722227"/>
              <a:gd name="csX43" fmla="*/ 0 w 11040872"/>
              <a:gd name="csY43" fmla="*/ 3787194 h 5722227"/>
              <a:gd name="csX44" fmla="*/ 0 w 11040872"/>
              <a:gd name="csY44" fmla="*/ 3139585 h 5722227"/>
              <a:gd name="csX45" fmla="*/ 0 w 11040872"/>
              <a:gd name="csY45" fmla="*/ 2582642 h 5722227"/>
              <a:gd name="csX46" fmla="*/ 0 w 11040872"/>
              <a:gd name="csY46" fmla="*/ 1844367 h 5722227"/>
              <a:gd name="csX47" fmla="*/ 0 w 11040872"/>
              <a:gd name="csY47" fmla="*/ 1332756 h 5722227"/>
              <a:gd name="csX48" fmla="*/ 0 w 11040872"/>
              <a:gd name="csY48" fmla="*/ 594482 h 5722227"/>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Lst>
            <a:rect l="l" t="t" r="r" b="b"/>
            <a:pathLst>
              <a:path w="11040872" h="5722227" fill="none" extrusionOk="0">
                <a:moveTo>
                  <a:pt x="0" y="594482"/>
                </a:moveTo>
                <a:cubicBezTo>
                  <a:pt x="15746" y="210853"/>
                  <a:pt x="238566" y="-49047"/>
                  <a:pt x="594482" y="0"/>
                </a:cubicBezTo>
                <a:cubicBezTo>
                  <a:pt x="794518" y="-29056"/>
                  <a:pt x="1056835" y="31998"/>
                  <a:pt x="1448314" y="0"/>
                </a:cubicBezTo>
                <a:cubicBezTo>
                  <a:pt x="1839793" y="-31998"/>
                  <a:pt x="1717857" y="10568"/>
                  <a:pt x="1908070" y="0"/>
                </a:cubicBezTo>
                <a:cubicBezTo>
                  <a:pt x="2098283" y="-10568"/>
                  <a:pt x="2377757" y="-10377"/>
                  <a:pt x="2564864" y="0"/>
                </a:cubicBezTo>
                <a:cubicBezTo>
                  <a:pt x="2751971" y="10377"/>
                  <a:pt x="3048766" y="25570"/>
                  <a:pt x="3320177" y="0"/>
                </a:cubicBezTo>
                <a:cubicBezTo>
                  <a:pt x="3591588" y="-25570"/>
                  <a:pt x="3890997" y="-35762"/>
                  <a:pt x="4174009" y="0"/>
                </a:cubicBezTo>
                <a:cubicBezTo>
                  <a:pt x="4457021" y="35762"/>
                  <a:pt x="4687341" y="20239"/>
                  <a:pt x="4929322" y="0"/>
                </a:cubicBezTo>
                <a:cubicBezTo>
                  <a:pt x="5171303" y="-20239"/>
                  <a:pt x="5520807" y="-10743"/>
                  <a:pt x="5783154" y="0"/>
                </a:cubicBezTo>
                <a:cubicBezTo>
                  <a:pt x="6045501" y="10743"/>
                  <a:pt x="6171473" y="-14245"/>
                  <a:pt x="6538466" y="0"/>
                </a:cubicBezTo>
                <a:cubicBezTo>
                  <a:pt x="6905459" y="14245"/>
                  <a:pt x="6859386" y="-15798"/>
                  <a:pt x="6998222" y="0"/>
                </a:cubicBezTo>
                <a:cubicBezTo>
                  <a:pt x="7137058" y="15798"/>
                  <a:pt x="7493034" y="17684"/>
                  <a:pt x="7753535" y="0"/>
                </a:cubicBezTo>
                <a:cubicBezTo>
                  <a:pt x="8014036" y="-17684"/>
                  <a:pt x="8093734" y="-5742"/>
                  <a:pt x="8311810" y="0"/>
                </a:cubicBezTo>
                <a:cubicBezTo>
                  <a:pt x="8529886" y="5742"/>
                  <a:pt x="8549001" y="8497"/>
                  <a:pt x="8771566" y="0"/>
                </a:cubicBezTo>
                <a:cubicBezTo>
                  <a:pt x="8994131" y="-8497"/>
                  <a:pt x="8987828" y="-849"/>
                  <a:pt x="9132802" y="0"/>
                </a:cubicBezTo>
                <a:cubicBezTo>
                  <a:pt x="9277776" y="849"/>
                  <a:pt x="9415114" y="-11551"/>
                  <a:pt x="9592558" y="0"/>
                </a:cubicBezTo>
                <a:cubicBezTo>
                  <a:pt x="9770002" y="11551"/>
                  <a:pt x="10181650" y="-41772"/>
                  <a:pt x="10446390" y="0"/>
                </a:cubicBezTo>
                <a:cubicBezTo>
                  <a:pt x="10835046" y="-41554"/>
                  <a:pt x="11056788" y="252696"/>
                  <a:pt x="11040872" y="594482"/>
                </a:cubicBezTo>
                <a:cubicBezTo>
                  <a:pt x="11043504" y="949757"/>
                  <a:pt x="11021866" y="1151453"/>
                  <a:pt x="11040872" y="1332756"/>
                </a:cubicBezTo>
                <a:cubicBezTo>
                  <a:pt x="11059878" y="1514059"/>
                  <a:pt x="11068100" y="1802860"/>
                  <a:pt x="11040872" y="2071031"/>
                </a:cubicBezTo>
                <a:cubicBezTo>
                  <a:pt x="11013644" y="2339203"/>
                  <a:pt x="11032418" y="2442705"/>
                  <a:pt x="11040872" y="2627974"/>
                </a:cubicBezTo>
                <a:cubicBezTo>
                  <a:pt x="11049326" y="2813243"/>
                  <a:pt x="11063609" y="3012513"/>
                  <a:pt x="11040872" y="3366249"/>
                </a:cubicBezTo>
                <a:cubicBezTo>
                  <a:pt x="11018135" y="3719985"/>
                  <a:pt x="11016901" y="3727349"/>
                  <a:pt x="11040872" y="3923192"/>
                </a:cubicBezTo>
                <a:cubicBezTo>
                  <a:pt x="11064843" y="4119035"/>
                  <a:pt x="11006950" y="4790605"/>
                  <a:pt x="11040872" y="5127745"/>
                </a:cubicBezTo>
                <a:cubicBezTo>
                  <a:pt x="11056495" y="5431543"/>
                  <a:pt x="10805033" y="5712114"/>
                  <a:pt x="10446390" y="5722227"/>
                </a:cubicBezTo>
                <a:cubicBezTo>
                  <a:pt x="10354097" y="5715080"/>
                  <a:pt x="10214750" y="5743729"/>
                  <a:pt x="9986634" y="5722227"/>
                </a:cubicBezTo>
                <a:cubicBezTo>
                  <a:pt x="9758518" y="5700725"/>
                  <a:pt x="9314174" y="5689111"/>
                  <a:pt x="9132802" y="5722227"/>
                </a:cubicBezTo>
                <a:cubicBezTo>
                  <a:pt x="8951430" y="5755343"/>
                  <a:pt x="8857182" y="5714580"/>
                  <a:pt x="8771566" y="5722227"/>
                </a:cubicBezTo>
                <a:cubicBezTo>
                  <a:pt x="8685950" y="5729874"/>
                  <a:pt x="8346042" y="5748953"/>
                  <a:pt x="8114772" y="5722227"/>
                </a:cubicBezTo>
                <a:cubicBezTo>
                  <a:pt x="7883502" y="5695501"/>
                  <a:pt x="7746868" y="5746487"/>
                  <a:pt x="7556497" y="5722227"/>
                </a:cubicBezTo>
                <a:cubicBezTo>
                  <a:pt x="7366127" y="5697967"/>
                  <a:pt x="7202924" y="5748709"/>
                  <a:pt x="6998222" y="5722227"/>
                </a:cubicBezTo>
                <a:cubicBezTo>
                  <a:pt x="6793521" y="5695745"/>
                  <a:pt x="6669169" y="5749243"/>
                  <a:pt x="6439947" y="5722227"/>
                </a:cubicBezTo>
                <a:cubicBezTo>
                  <a:pt x="6210725" y="5695211"/>
                  <a:pt x="6188382" y="5721246"/>
                  <a:pt x="6078711" y="5722227"/>
                </a:cubicBezTo>
                <a:cubicBezTo>
                  <a:pt x="5969040" y="5723208"/>
                  <a:pt x="5527862" y="5683728"/>
                  <a:pt x="5224879" y="5722227"/>
                </a:cubicBezTo>
                <a:cubicBezTo>
                  <a:pt x="4921896" y="5760726"/>
                  <a:pt x="4729422" y="5692801"/>
                  <a:pt x="4371047" y="5722227"/>
                </a:cubicBezTo>
                <a:cubicBezTo>
                  <a:pt x="4012672" y="5751653"/>
                  <a:pt x="4105017" y="5723347"/>
                  <a:pt x="4009810" y="5722227"/>
                </a:cubicBezTo>
                <a:cubicBezTo>
                  <a:pt x="3914603" y="5721107"/>
                  <a:pt x="3645009" y="5723324"/>
                  <a:pt x="3550054" y="5722227"/>
                </a:cubicBezTo>
                <a:cubicBezTo>
                  <a:pt x="3455099" y="5721130"/>
                  <a:pt x="3124597" y="5727159"/>
                  <a:pt x="2893261" y="5722227"/>
                </a:cubicBezTo>
                <a:cubicBezTo>
                  <a:pt x="2661925" y="5717295"/>
                  <a:pt x="2343077" y="5701539"/>
                  <a:pt x="2137948" y="5722227"/>
                </a:cubicBezTo>
                <a:cubicBezTo>
                  <a:pt x="1932819" y="5742915"/>
                  <a:pt x="1693233" y="5733214"/>
                  <a:pt x="1579673" y="5722227"/>
                </a:cubicBezTo>
                <a:cubicBezTo>
                  <a:pt x="1466114" y="5711240"/>
                  <a:pt x="1044435" y="5724184"/>
                  <a:pt x="594482" y="5722227"/>
                </a:cubicBezTo>
                <a:cubicBezTo>
                  <a:pt x="328734" y="5686479"/>
                  <a:pt x="-66657" y="5424823"/>
                  <a:pt x="0" y="5127745"/>
                </a:cubicBezTo>
                <a:cubicBezTo>
                  <a:pt x="-35087" y="4972394"/>
                  <a:pt x="-19370" y="4652638"/>
                  <a:pt x="0" y="4389471"/>
                </a:cubicBezTo>
                <a:cubicBezTo>
                  <a:pt x="19370" y="4126304"/>
                  <a:pt x="-21113" y="3933106"/>
                  <a:pt x="0" y="3787194"/>
                </a:cubicBezTo>
                <a:cubicBezTo>
                  <a:pt x="21113" y="3641282"/>
                  <a:pt x="19216" y="3402544"/>
                  <a:pt x="0" y="3139585"/>
                </a:cubicBezTo>
                <a:cubicBezTo>
                  <a:pt x="-19216" y="2876626"/>
                  <a:pt x="-14413" y="2787638"/>
                  <a:pt x="0" y="2582642"/>
                </a:cubicBezTo>
                <a:cubicBezTo>
                  <a:pt x="14413" y="2377646"/>
                  <a:pt x="33464" y="2134599"/>
                  <a:pt x="0" y="1844367"/>
                </a:cubicBezTo>
                <a:cubicBezTo>
                  <a:pt x="-33464" y="1554136"/>
                  <a:pt x="25477" y="1493251"/>
                  <a:pt x="0" y="1332756"/>
                </a:cubicBezTo>
                <a:cubicBezTo>
                  <a:pt x="-25477" y="1172261"/>
                  <a:pt x="17540" y="876667"/>
                  <a:pt x="0" y="594482"/>
                </a:cubicBezTo>
                <a:close/>
              </a:path>
              <a:path w="11040872" h="5722227" stroke="0" extrusionOk="0">
                <a:moveTo>
                  <a:pt x="0" y="594482"/>
                </a:moveTo>
                <a:cubicBezTo>
                  <a:pt x="-37935" y="242760"/>
                  <a:pt x="194077" y="27054"/>
                  <a:pt x="594482" y="0"/>
                </a:cubicBezTo>
                <a:cubicBezTo>
                  <a:pt x="773932" y="-24550"/>
                  <a:pt x="1057890" y="25913"/>
                  <a:pt x="1448314" y="0"/>
                </a:cubicBezTo>
                <a:cubicBezTo>
                  <a:pt x="1838738" y="-25913"/>
                  <a:pt x="1797328" y="9502"/>
                  <a:pt x="2006589" y="0"/>
                </a:cubicBezTo>
                <a:cubicBezTo>
                  <a:pt x="2215851" y="-9502"/>
                  <a:pt x="2305839" y="-2636"/>
                  <a:pt x="2466345" y="0"/>
                </a:cubicBezTo>
                <a:cubicBezTo>
                  <a:pt x="2626851" y="2636"/>
                  <a:pt x="3037147" y="20740"/>
                  <a:pt x="3221657" y="0"/>
                </a:cubicBezTo>
                <a:cubicBezTo>
                  <a:pt x="3406167" y="-20740"/>
                  <a:pt x="3611889" y="-6653"/>
                  <a:pt x="3779932" y="0"/>
                </a:cubicBezTo>
                <a:cubicBezTo>
                  <a:pt x="3947975" y="6653"/>
                  <a:pt x="4422439" y="33567"/>
                  <a:pt x="4633764" y="0"/>
                </a:cubicBezTo>
                <a:cubicBezTo>
                  <a:pt x="4845089" y="-33567"/>
                  <a:pt x="4901367" y="-8717"/>
                  <a:pt x="5093520" y="0"/>
                </a:cubicBezTo>
                <a:cubicBezTo>
                  <a:pt x="5285673" y="8717"/>
                  <a:pt x="5570621" y="653"/>
                  <a:pt x="5947352" y="0"/>
                </a:cubicBezTo>
                <a:cubicBezTo>
                  <a:pt x="6324083" y="-653"/>
                  <a:pt x="6209930" y="13850"/>
                  <a:pt x="6308589" y="0"/>
                </a:cubicBezTo>
                <a:cubicBezTo>
                  <a:pt x="6407248" y="-13850"/>
                  <a:pt x="6752695" y="30990"/>
                  <a:pt x="6965383" y="0"/>
                </a:cubicBezTo>
                <a:cubicBezTo>
                  <a:pt x="7178071" y="-30990"/>
                  <a:pt x="7443480" y="-17327"/>
                  <a:pt x="7622176" y="0"/>
                </a:cubicBezTo>
                <a:cubicBezTo>
                  <a:pt x="7800872" y="17327"/>
                  <a:pt x="7990906" y="27729"/>
                  <a:pt x="8180451" y="0"/>
                </a:cubicBezTo>
                <a:cubicBezTo>
                  <a:pt x="8369996" y="-27729"/>
                  <a:pt x="8845868" y="-13192"/>
                  <a:pt x="9034283" y="0"/>
                </a:cubicBezTo>
                <a:cubicBezTo>
                  <a:pt x="9222698" y="13192"/>
                  <a:pt x="9517603" y="-10499"/>
                  <a:pt x="9888115" y="0"/>
                </a:cubicBezTo>
                <a:cubicBezTo>
                  <a:pt x="10258627" y="10499"/>
                  <a:pt x="10316781" y="14930"/>
                  <a:pt x="10446390" y="0"/>
                </a:cubicBezTo>
                <a:cubicBezTo>
                  <a:pt x="10718440" y="-53019"/>
                  <a:pt x="11013962" y="225931"/>
                  <a:pt x="11040872" y="594482"/>
                </a:cubicBezTo>
                <a:cubicBezTo>
                  <a:pt x="11043451" y="904574"/>
                  <a:pt x="11020776" y="1089158"/>
                  <a:pt x="11040872" y="1287424"/>
                </a:cubicBezTo>
                <a:cubicBezTo>
                  <a:pt x="11060968" y="1485690"/>
                  <a:pt x="11051926" y="1673788"/>
                  <a:pt x="11040872" y="1799035"/>
                </a:cubicBezTo>
                <a:cubicBezTo>
                  <a:pt x="11029818" y="1924282"/>
                  <a:pt x="11054623" y="2135970"/>
                  <a:pt x="11040872" y="2355978"/>
                </a:cubicBezTo>
                <a:cubicBezTo>
                  <a:pt x="11027121" y="2575986"/>
                  <a:pt x="11013030" y="2749477"/>
                  <a:pt x="11040872" y="3094253"/>
                </a:cubicBezTo>
                <a:cubicBezTo>
                  <a:pt x="11068714" y="3439030"/>
                  <a:pt x="11029506" y="3525085"/>
                  <a:pt x="11040872" y="3741862"/>
                </a:cubicBezTo>
                <a:cubicBezTo>
                  <a:pt x="11052238" y="3958639"/>
                  <a:pt x="11021397" y="4116679"/>
                  <a:pt x="11040872" y="4298805"/>
                </a:cubicBezTo>
                <a:cubicBezTo>
                  <a:pt x="11060347" y="4480931"/>
                  <a:pt x="11022539" y="4900124"/>
                  <a:pt x="11040872" y="5127745"/>
                </a:cubicBezTo>
                <a:cubicBezTo>
                  <a:pt x="10974688" y="5452322"/>
                  <a:pt x="10793932" y="5738773"/>
                  <a:pt x="10446390" y="5722227"/>
                </a:cubicBezTo>
                <a:cubicBezTo>
                  <a:pt x="10272062" y="5749271"/>
                  <a:pt x="10063650" y="5719054"/>
                  <a:pt x="9789596" y="5722227"/>
                </a:cubicBezTo>
                <a:cubicBezTo>
                  <a:pt x="9515542" y="5725400"/>
                  <a:pt x="9521222" y="5705365"/>
                  <a:pt x="9329840" y="5722227"/>
                </a:cubicBezTo>
                <a:cubicBezTo>
                  <a:pt x="9138458" y="5739089"/>
                  <a:pt x="8905417" y="5705714"/>
                  <a:pt x="8574527" y="5722227"/>
                </a:cubicBezTo>
                <a:cubicBezTo>
                  <a:pt x="8243637" y="5738740"/>
                  <a:pt x="8277624" y="5741955"/>
                  <a:pt x="8114772" y="5722227"/>
                </a:cubicBezTo>
                <a:cubicBezTo>
                  <a:pt x="7951921" y="5702499"/>
                  <a:pt x="7640420" y="5738357"/>
                  <a:pt x="7359459" y="5722227"/>
                </a:cubicBezTo>
                <a:cubicBezTo>
                  <a:pt x="7078498" y="5706097"/>
                  <a:pt x="7122500" y="5736206"/>
                  <a:pt x="6998222" y="5722227"/>
                </a:cubicBezTo>
                <a:cubicBezTo>
                  <a:pt x="6873944" y="5708248"/>
                  <a:pt x="6584762" y="5737766"/>
                  <a:pt x="6242909" y="5722227"/>
                </a:cubicBezTo>
                <a:cubicBezTo>
                  <a:pt x="5901056" y="5706688"/>
                  <a:pt x="5911118" y="5710812"/>
                  <a:pt x="5783154" y="5722227"/>
                </a:cubicBezTo>
                <a:cubicBezTo>
                  <a:pt x="5655191" y="5733642"/>
                  <a:pt x="5585023" y="5732166"/>
                  <a:pt x="5421917" y="5722227"/>
                </a:cubicBezTo>
                <a:cubicBezTo>
                  <a:pt x="5258811" y="5712288"/>
                  <a:pt x="5178725" y="5705468"/>
                  <a:pt x="4962161" y="5722227"/>
                </a:cubicBezTo>
                <a:cubicBezTo>
                  <a:pt x="4745597" y="5738986"/>
                  <a:pt x="4430318" y="5744224"/>
                  <a:pt x="4206848" y="5722227"/>
                </a:cubicBezTo>
                <a:cubicBezTo>
                  <a:pt x="3983378" y="5700230"/>
                  <a:pt x="3911697" y="5735058"/>
                  <a:pt x="3747093" y="5722227"/>
                </a:cubicBezTo>
                <a:cubicBezTo>
                  <a:pt x="3582489" y="5709396"/>
                  <a:pt x="3545682" y="5704593"/>
                  <a:pt x="3385856" y="5722227"/>
                </a:cubicBezTo>
                <a:cubicBezTo>
                  <a:pt x="3226030" y="5739861"/>
                  <a:pt x="3029507" y="5730116"/>
                  <a:pt x="2926100" y="5722227"/>
                </a:cubicBezTo>
                <a:cubicBezTo>
                  <a:pt x="2822693" y="5714338"/>
                  <a:pt x="2554822" y="5699610"/>
                  <a:pt x="2367825" y="5722227"/>
                </a:cubicBezTo>
                <a:cubicBezTo>
                  <a:pt x="2180829" y="5744844"/>
                  <a:pt x="2002855" y="5738254"/>
                  <a:pt x="1711032" y="5722227"/>
                </a:cubicBezTo>
                <a:cubicBezTo>
                  <a:pt x="1419209" y="5706200"/>
                  <a:pt x="1407274" y="5738383"/>
                  <a:pt x="1251276" y="5722227"/>
                </a:cubicBezTo>
                <a:cubicBezTo>
                  <a:pt x="1095278" y="5706071"/>
                  <a:pt x="872658" y="5717760"/>
                  <a:pt x="594482" y="5722227"/>
                </a:cubicBezTo>
                <a:cubicBezTo>
                  <a:pt x="253293" y="5699246"/>
                  <a:pt x="-22323" y="5466443"/>
                  <a:pt x="0" y="5127745"/>
                </a:cubicBezTo>
                <a:cubicBezTo>
                  <a:pt x="-23138" y="4892853"/>
                  <a:pt x="-21399" y="4758867"/>
                  <a:pt x="0" y="4616134"/>
                </a:cubicBezTo>
                <a:cubicBezTo>
                  <a:pt x="21399" y="4473401"/>
                  <a:pt x="-2392" y="4140718"/>
                  <a:pt x="0" y="4013858"/>
                </a:cubicBezTo>
                <a:cubicBezTo>
                  <a:pt x="2392" y="3886998"/>
                  <a:pt x="-9073" y="3524231"/>
                  <a:pt x="0" y="3320916"/>
                </a:cubicBezTo>
                <a:cubicBezTo>
                  <a:pt x="9073" y="3117601"/>
                  <a:pt x="-20614" y="2922972"/>
                  <a:pt x="0" y="2763972"/>
                </a:cubicBezTo>
                <a:cubicBezTo>
                  <a:pt x="20614" y="2604972"/>
                  <a:pt x="5751" y="2418545"/>
                  <a:pt x="0" y="2116363"/>
                </a:cubicBezTo>
                <a:cubicBezTo>
                  <a:pt x="-5751" y="1814181"/>
                  <a:pt x="-23336" y="1771268"/>
                  <a:pt x="0" y="1604752"/>
                </a:cubicBezTo>
                <a:cubicBezTo>
                  <a:pt x="23336" y="1438236"/>
                  <a:pt x="-35446" y="1063211"/>
                  <a:pt x="0" y="594482"/>
                </a:cubicBezTo>
                <a:close/>
              </a:path>
            </a:pathLst>
          </a:custGeom>
          <a:solidFill>
            <a:schemeClr val="accent1"/>
          </a:solidFill>
          <a:ln w="25400">
            <a:solidFill>
              <a:schemeClr val="accent1"/>
            </a:solidFill>
            <a:round/>
            <a:extLst>
              <a:ext uri="{C807C97D-BFC1-408E-A445-0C87EB9F89A2}">
                <ask:lineSketchStyleProps xmlns:ask="http://schemas.microsoft.com/office/drawing/2018/sketchyshapes" sd="1219033472">
                  <a:prstGeom prst="roundRect">
                    <a:avLst>
                      <a:gd name="adj" fmla="val 10389"/>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940F684B-B22B-8DAA-1208-943958810E85}"/>
              </a:ext>
            </a:extLst>
          </p:cNvPr>
          <p:cNvSpPr>
            <a:spLocks noGrp="1"/>
          </p:cNvSpPr>
          <p:nvPr>
            <p:ph type="title"/>
          </p:nvPr>
        </p:nvSpPr>
        <p:spPr>
          <a:xfrm>
            <a:off x="1151467" y="887973"/>
            <a:ext cx="9889067" cy="1325563"/>
          </a:xfrm>
        </p:spPr>
        <p:txBody>
          <a:bodyPr>
            <a:normAutofit/>
          </a:bodyPr>
          <a:lstStyle/>
          <a:p>
            <a:r>
              <a:rPr lang="en-US" sz="6600">
                <a:solidFill>
                  <a:schemeClr val="bg1"/>
                </a:solidFill>
              </a:rPr>
              <a:t>Scheduling a formal meeting</a:t>
            </a:r>
          </a:p>
        </p:txBody>
      </p:sp>
      <p:sp>
        <p:nvSpPr>
          <p:cNvPr id="12" name="Rectangle 11">
            <a:extLst>
              <a:ext uri="{FF2B5EF4-FFF2-40B4-BE49-F238E27FC236}">
                <a16:creationId xmlns:a16="http://schemas.microsoft.com/office/drawing/2014/main" id="{6D7E5B0F-5185-440A-8222-321C1D118AB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17092" y="2325880"/>
            <a:ext cx="9957816" cy="18288"/>
          </a:xfrm>
          <a:custGeom>
            <a:avLst/>
            <a:gdLst>
              <a:gd name="csX0" fmla="*/ 0 w 9957816"/>
              <a:gd name="csY0" fmla="*/ 0 h 18288"/>
              <a:gd name="csX1" fmla="*/ 863011 w 9957816"/>
              <a:gd name="csY1" fmla="*/ 0 h 18288"/>
              <a:gd name="csX2" fmla="*/ 1327709 w 9957816"/>
              <a:gd name="csY2" fmla="*/ 0 h 18288"/>
              <a:gd name="csX3" fmla="*/ 2091141 w 9957816"/>
              <a:gd name="csY3" fmla="*/ 0 h 18288"/>
              <a:gd name="csX4" fmla="*/ 2555839 w 9957816"/>
              <a:gd name="csY4" fmla="*/ 0 h 18288"/>
              <a:gd name="csX5" fmla="*/ 3219694 w 9957816"/>
              <a:gd name="csY5" fmla="*/ 0 h 18288"/>
              <a:gd name="csX6" fmla="*/ 3983126 w 9957816"/>
              <a:gd name="csY6" fmla="*/ 0 h 18288"/>
              <a:gd name="csX7" fmla="*/ 4348246 w 9957816"/>
              <a:gd name="csY7" fmla="*/ 0 h 18288"/>
              <a:gd name="csX8" fmla="*/ 4713366 w 9957816"/>
              <a:gd name="csY8" fmla="*/ 0 h 18288"/>
              <a:gd name="csX9" fmla="*/ 5576377 w 9957816"/>
              <a:gd name="csY9" fmla="*/ 0 h 18288"/>
              <a:gd name="csX10" fmla="*/ 6240231 w 9957816"/>
              <a:gd name="csY10" fmla="*/ 0 h 18288"/>
              <a:gd name="csX11" fmla="*/ 6605351 w 9957816"/>
              <a:gd name="csY11" fmla="*/ 0 h 18288"/>
              <a:gd name="csX12" fmla="*/ 7269206 w 9957816"/>
              <a:gd name="csY12" fmla="*/ 0 h 18288"/>
              <a:gd name="csX13" fmla="*/ 8132216 w 9957816"/>
              <a:gd name="csY13" fmla="*/ 0 h 18288"/>
              <a:gd name="csX14" fmla="*/ 8696493 w 9957816"/>
              <a:gd name="csY14" fmla="*/ 0 h 18288"/>
              <a:gd name="csX15" fmla="*/ 9260769 w 9957816"/>
              <a:gd name="csY15" fmla="*/ 0 h 18288"/>
              <a:gd name="csX16" fmla="*/ 9957816 w 9957816"/>
              <a:gd name="csY16" fmla="*/ 0 h 18288"/>
              <a:gd name="csX17" fmla="*/ 9957816 w 9957816"/>
              <a:gd name="csY17" fmla="*/ 18288 h 18288"/>
              <a:gd name="csX18" fmla="*/ 9293962 w 9957816"/>
              <a:gd name="csY18" fmla="*/ 18288 h 18288"/>
              <a:gd name="csX19" fmla="*/ 8530529 w 9957816"/>
              <a:gd name="csY19" fmla="*/ 18288 h 18288"/>
              <a:gd name="csX20" fmla="*/ 7767096 w 9957816"/>
              <a:gd name="csY20" fmla="*/ 18288 h 18288"/>
              <a:gd name="csX21" fmla="*/ 7302398 w 9957816"/>
              <a:gd name="csY21" fmla="*/ 18288 h 18288"/>
              <a:gd name="csX22" fmla="*/ 6439388 w 9957816"/>
              <a:gd name="csY22" fmla="*/ 18288 h 18288"/>
              <a:gd name="csX23" fmla="*/ 5775533 w 9957816"/>
              <a:gd name="csY23" fmla="*/ 18288 h 18288"/>
              <a:gd name="csX24" fmla="*/ 5410413 w 9957816"/>
              <a:gd name="csY24" fmla="*/ 18288 h 18288"/>
              <a:gd name="csX25" fmla="*/ 4746559 w 9957816"/>
              <a:gd name="csY25" fmla="*/ 18288 h 18288"/>
              <a:gd name="csX26" fmla="*/ 4182283 w 9957816"/>
              <a:gd name="csY26" fmla="*/ 18288 h 18288"/>
              <a:gd name="csX27" fmla="*/ 3618006 w 9957816"/>
              <a:gd name="csY27" fmla="*/ 18288 h 18288"/>
              <a:gd name="csX28" fmla="*/ 3053730 w 9957816"/>
              <a:gd name="csY28" fmla="*/ 18288 h 18288"/>
              <a:gd name="csX29" fmla="*/ 2489454 w 9957816"/>
              <a:gd name="csY29" fmla="*/ 18288 h 18288"/>
              <a:gd name="csX30" fmla="*/ 1726021 w 9957816"/>
              <a:gd name="csY30" fmla="*/ 18288 h 18288"/>
              <a:gd name="csX31" fmla="*/ 1062167 w 9957816"/>
              <a:gd name="csY31" fmla="*/ 18288 h 18288"/>
              <a:gd name="csX32" fmla="*/ 697047 w 9957816"/>
              <a:gd name="csY32" fmla="*/ 18288 h 18288"/>
              <a:gd name="csX33" fmla="*/ 0 w 9957816"/>
              <a:gd name="csY33" fmla="*/ 18288 h 18288"/>
              <a:gd name="csX34" fmla="*/ 0 w 9957816"/>
              <a:gd name="csY34"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Lst>
            <a:rect l="l" t="t" r="r" b="b"/>
            <a:pathLst>
              <a:path w="9957816" h="18288" fill="none" extrusionOk="0">
                <a:moveTo>
                  <a:pt x="0" y="0"/>
                </a:moveTo>
                <a:cubicBezTo>
                  <a:pt x="258912" y="4528"/>
                  <a:pt x="602792" y="35413"/>
                  <a:pt x="863011" y="0"/>
                </a:cubicBezTo>
                <a:cubicBezTo>
                  <a:pt x="1123230" y="-35413"/>
                  <a:pt x="1110743" y="8950"/>
                  <a:pt x="1327709" y="0"/>
                </a:cubicBezTo>
                <a:cubicBezTo>
                  <a:pt x="1544675" y="-8950"/>
                  <a:pt x="1720121" y="-30004"/>
                  <a:pt x="2091141" y="0"/>
                </a:cubicBezTo>
                <a:cubicBezTo>
                  <a:pt x="2462161" y="30004"/>
                  <a:pt x="2325710" y="-22120"/>
                  <a:pt x="2555839" y="0"/>
                </a:cubicBezTo>
                <a:cubicBezTo>
                  <a:pt x="2785968" y="22120"/>
                  <a:pt x="2943172" y="14890"/>
                  <a:pt x="3219694" y="0"/>
                </a:cubicBezTo>
                <a:cubicBezTo>
                  <a:pt x="3496216" y="-14890"/>
                  <a:pt x="3789247" y="-1477"/>
                  <a:pt x="3983126" y="0"/>
                </a:cubicBezTo>
                <a:cubicBezTo>
                  <a:pt x="4177005" y="1477"/>
                  <a:pt x="4180112" y="16397"/>
                  <a:pt x="4348246" y="0"/>
                </a:cubicBezTo>
                <a:cubicBezTo>
                  <a:pt x="4516380" y="-16397"/>
                  <a:pt x="4601818" y="4117"/>
                  <a:pt x="4713366" y="0"/>
                </a:cubicBezTo>
                <a:cubicBezTo>
                  <a:pt x="4824914" y="-4117"/>
                  <a:pt x="5400642" y="663"/>
                  <a:pt x="5576377" y="0"/>
                </a:cubicBezTo>
                <a:cubicBezTo>
                  <a:pt x="5752112" y="-663"/>
                  <a:pt x="6036350" y="11452"/>
                  <a:pt x="6240231" y="0"/>
                </a:cubicBezTo>
                <a:cubicBezTo>
                  <a:pt x="6444112" y="-11452"/>
                  <a:pt x="6508667" y="-15154"/>
                  <a:pt x="6605351" y="0"/>
                </a:cubicBezTo>
                <a:cubicBezTo>
                  <a:pt x="6702035" y="15154"/>
                  <a:pt x="7096186" y="19291"/>
                  <a:pt x="7269206" y="0"/>
                </a:cubicBezTo>
                <a:cubicBezTo>
                  <a:pt x="7442227" y="-19291"/>
                  <a:pt x="7802902" y="39720"/>
                  <a:pt x="8132216" y="0"/>
                </a:cubicBezTo>
                <a:cubicBezTo>
                  <a:pt x="8461530" y="-39720"/>
                  <a:pt x="8551221" y="24341"/>
                  <a:pt x="8696493" y="0"/>
                </a:cubicBezTo>
                <a:cubicBezTo>
                  <a:pt x="8841765" y="-24341"/>
                  <a:pt x="9091257" y="15574"/>
                  <a:pt x="9260769" y="0"/>
                </a:cubicBezTo>
                <a:cubicBezTo>
                  <a:pt x="9430281" y="-15574"/>
                  <a:pt x="9809458" y="-15806"/>
                  <a:pt x="9957816" y="0"/>
                </a:cubicBezTo>
                <a:cubicBezTo>
                  <a:pt x="9958154" y="7640"/>
                  <a:pt x="9957366" y="11289"/>
                  <a:pt x="9957816" y="18288"/>
                </a:cubicBezTo>
                <a:cubicBezTo>
                  <a:pt x="9789958" y="23645"/>
                  <a:pt x="9437684" y="-10787"/>
                  <a:pt x="9293962" y="18288"/>
                </a:cubicBezTo>
                <a:cubicBezTo>
                  <a:pt x="9150240" y="47363"/>
                  <a:pt x="8858466" y="6899"/>
                  <a:pt x="8530529" y="18288"/>
                </a:cubicBezTo>
                <a:cubicBezTo>
                  <a:pt x="8202592" y="29677"/>
                  <a:pt x="8042036" y="-12845"/>
                  <a:pt x="7767096" y="18288"/>
                </a:cubicBezTo>
                <a:cubicBezTo>
                  <a:pt x="7492156" y="49421"/>
                  <a:pt x="7464764" y="38557"/>
                  <a:pt x="7302398" y="18288"/>
                </a:cubicBezTo>
                <a:cubicBezTo>
                  <a:pt x="7140032" y="-1981"/>
                  <a:pt x="6674139" y="-20177"/>
                  <a:pt x="6439388" y="18288"/>
                </a:cubicBezTo>
                <a:cubicBezTo>
                  <a:pt x="6204637" y="56753"/>
                  <a:pt x="6044763" y="2398"/>
                  <a:pt x="5775533" y="18288"/>
                </a:cubicBezTo>
                <a:cubicBezTo>
                  <a:pt x="5506303" y="34178"/>
                  <a:pt x="5528640" y="8636"/>
                  <a:pt x="5410413" y="18288"/>
                </a:cubicBezTo>
                <a:cubicBezTo>
                  <a:pt x="5292186" y="27940"/>
                  <a:pt x="4880771" y="-3659"/>
                  <a:pt x="4746559" y="18288"/>
                </a:cubicBezTo>
                <a:cubicBezTo>
                  <a:pt x="4612347" y="40235"/>
                  <a:pt x="4346390" y="46329"/>
                  <a:pt x="4182283" y="18288"/>
                </a:cubicBezTo>
                <a:cubicBezTo>
                  <a:pt x="4018176" y="-9753"/>
                  <a:pt x="3743247" y="40654"/>
                  <a:pt x="3618006" y="18288"/>
                </a:cubicBezTo>
                <a:cubicBezTo>
                  <a:pt x="3492765" y="-4078"/>
                  <a:pt x="3201495" y="15624"/>
                  <a:pt x="3053730" y="18288"/>
                </a:cubicBezTo>
                <a:cubicBezTo>
                  <a:pt x="2905965" y="20952"/>
                  <a:pt x="2770855" y="10382"/>
                  <a:pt x="2489454" y="18288"/>
                </a:cubicBezTo>
                <a:cubicBezTo>
                  <a:pt x="2208053" y="26194"/>
                  <a:pt x="1999579" y="12705"/>
                  <a:pt x="1726021" y="18288"/>
                </a:cubicBezTo>
                <a:cubicBezTo>
                  <a:pt x="1452463" y="23871"/>
                  <a:pt x="1261725" y="2423"/>
                  <a:pt x="1062167" y="18288"/>
                </a:cubicBezTo>
                <a:cubicBezTo>
                  <a:pt x="862609" y="34153"/>
                  <a:pt x="828837" y="34680"/>
                  <a:pt x="697047" y="18288"/>
                </a:cubicBezTo>
                <a:cubicBezTo>
                  <a:pt x="565257" y="1896"/>
                  <a:pt x="290333" y="-12656"/>
                  <a:pt x="0" y="18288"/>
                </a:cubicBezTo>
                <a:cubicBezTo>
                  <a:pt x="-82" y="11708"/>
                  <a:pt x="-178" y="8956"/>
                  <a:pt x="0" y="0"/>
                </a:cubicBezTo>
                <a:close/>
              </a:path>
              <a:path w="9957816" h="18288" stroke="0" extrusionOk="0">
                <a:moveTo>
                  <a:pt x="0" y="0"/>
                </a:moveTo>
                <a:cubicBezTo>
                  <a:pt x="239894" y="-13568"/>
                  <a:pt x="444306" y="20490"/>
                  <a:pt x="564276" y="0"/>
                </a:cubicBezTo>
                <a:cubicBezTo>
                  <a:pt x="684246" y="-20490"/>
                  <a:pt x="829702" y="-16311"/>
                  <a:pt x="929396" y="0"/>
                </a:cubicBezTo>
                <a:cubicBezTo>
                  <a:pt x="1029090" y="16311"/>
                  <a:pt x="1434080" y="4599"/>
                  <a:pt x="1792407" y="0"/>
                </a:cubicBezTo>
                <a:cubicBezTo>
                  <a:pt x="2150734" y="-4599"/>
                  <a:pt x="2230922" y="-3217"/>
                  <a:pt x="2356683" y="0"/>
                </a:cubicBezTo>
                <a:cubicBezTo>
                  <a:pt x="2482444" y="3217"/>
                  <a:pt x="2727176" y="10118"/>
                  <a:pt x="2920959" y="0"/>
                </a:cubicBezTo>
                <a:cubicBezTo>
                  <a:pt x="3114742" y="-10118"/>
                  <a:pt x="3583268" y="6126"/>
                  <a:pt x="3783970" y="0"/>
                </a:cubicBezTo>
                <a:cubicBezTo>
                  <a:pt x="3984672" y="-6126"/>
                  <a:pt x="4119530" y="12121"/>
                  <a:pt x="4248668" y="0"/>
                </a:cubicBezTo>
                <a:cubicBezTo>
                  <a:pt x="4377806" y="-12121"/>
                  <a:pt x="4830370" y="39306"/>
                  <a:pt x="5111679" y="0"/>
                </a:cubicBezTo>
                <a:cubicBezTo>
                  <a:pt x="5392988" y="-39306"/>
                  <a:pt x="5595981" y="-37432"/>
                  <a:pt x="5974690" y="0"/>
                </a:cubicBezTo>
                <a:cubicBezTo>
                  <a:pt x="6353399" y="37432"/>
                  <a:pt x="6382398" y="-32218"/>
                  <a:pt x="6638544" y="0"/>
                </a:cubicBezTo>
                <a:cubicBezTo>
                  <a:pt x="6894690" y="32218"/>
                  <a:pt x="7107197" y="-8479"/>
                  <a:pt x="7501555" y="0"/>
                </a:cubicBezTo>
                <a:cubicBezTo>
                  <a:pt x="7895913" y="8479"/>
                  <a:pt x="7913370" y="-2556"/>
                  <a:pt x="8065831" y="0"/>
                </a:cubicBezTo>
                <a:cubicBezTo>
                  <a:pt x="8218292" y="2556"/>
                  <a:pt x="8391465" y="4509"/>
                  <a:pt x="8630107" y="0"/>
                </a:cubicBezTo>
                <a:cubicBezTo>
                  <a:pt x="8868749" y="-4509"/>
                  <a:pt x="9078381" y="-9348"/>
                  <a:pt x="9393540" y="0"/>
                </a:cubicBezTo>
                <a:cubicBezTo>
                  <a:pt x="9708699" y="9348"/>
                  <a:pt x="9789190" y="-16759"/>
                  <a:pt x="9957816" y="0"/>
                </a:cubicBezTo>
                <a:cubicBezTo>
                  <a:pt x="9957941" y="4395"/>
                  <a:pt x="9957741" y="9776"/>
                  <a:pt x="9957816" y="18288"/>
                </a:cubicBezTo>
                <a:cubicBezTo>
                  <a:pt x="9649812" y="40651"/>
                  <a:pt x="9486007" y="41594"/>
                  <a:pt x="9194383" y="18288"/>
                </a:cubicBezTo>
                <a:cubicBezTo>
                  <a:pt x="8902759" y="-5018"/>
                  <a:pt x="8744094" y="43814"/>
                  <a:pt x="8530529" y="18288"/>
                </a:cubicBezTo>
                <a:cubicBezTo>
                  <a:pt x="8316964" y="-7238"/>
                  <a:pt x="8282371" y="24093"/>
                  <a:pt x="8165409" y="18288"/>
                </a:cubicBezTo>
                <a:cubicBezTo>
                  <a:pt x="8048447" y="12483"/>
                  <a:pt x="7851788" y="12040"/>
                  <a:pt x="7700711" y="18288"/>
                </a:cubicBezTo>
                <a:cubicBezTo>
                  <a:pt x="7549634" y="24536"/>
                  <a:pt x="7127225" y="27915"/>
                  <a:pt x="6837700" y="18288"/>
                </a:cubicBezTo>
                <a:cubicBezTo>
                  <a:pt x="6548175" y="8661"/>
                  <a:pt x="6330711" y="50037"/>
                  <a:pt x="6173846" y="18288"/>
                </a:cubicBezTo>
                <a:cubicBezTo>
                  <a:pt x="6016981" y="-13461"/>
                  <a:pt x="5930031" y="15985"/>
                  <a:pt x="5709148" y="18288"/>
                </a:cubicBezTo>
                <a:cubicBezTo>
                  <a:pt x="5488265" y="20591"/>
                  <a:pt x="5372997" y="43097"/>
                  <a:pt x="5045293" y="18288"/>
                </a:cubicBezTo>
                <a:cubicBezTo>
                  <a:pt x="4717590" y="-6521"/>
                  <a:pt x="4829875" y="6803"/>
                  <a:pt x="4680174" y="18288"/>
                </a:cubicBezTo>
                <a:cubicBezTo>
                  <a:pt x="4530473" y="29773"/>
                  <a:pt x="4441300" y="27030"/>
                  <a:pt x="4315054" y="18288"/>
                </a:cubicBezTo>
                <a:cubicBezTo>
                  <a:pt x="4188808" y="9546"/>
                  <a:pt x="3846162" y="4446"/>
                  <a:pt x="3651199" y="18288"/>
                </a:cubicBezTo>
                <a:cubicBezTo>
                  <a:pt x="3456236" y="32130"/>
                  <a:pt x="3412656" y="-1324"/>
                  <a:pt x="3186501" y="18288"/>
                </a:cubicBezTo>
                <a:cubicBezTo>
                  <a:pt x="2960346" y="37900"/>
                  <a:pt x="2783091" y="19872"/>
                  <a:pt x="2423069" y="18288"/>
                </a:cubicBezTo>
                <a:cubicBezTo>
                  <a:pt x="2063047" y="16704"/>
                  <a:pt x="2066062" y="18692"/>
                  <a:pt x="1958370" y="18288"/>
                </a:cubicBezTo>
                <a:cubicBezTo>
                  <a:pt x="1850678" y="17884"/>
                  <a:pt x="1403255" y="47471"/>
                  <a:pt x="1194938" y="18288"/>
                </a:cubicBezTo>
                <a:cubicBezTo>
                  <a:pt x="986621" y="-10895"/>
                  <a:pt x="986435" y="4670"/>
                  <a:pt x="829818" y="18288"/>
                </a:cubicBezTo>
                <a:cubicBezTo>
                  <a:pt x="673201" y="31906"/>
                  <a:pt x="178831" y="-2639"/>
                  <a:pt x="0" y="18288"/>
                </a:cubicBezTo>
                <a:cubicBezTo>
                  <a:pt x="-504" y="12101"/>
                  <a:pt x="-591" y="7719"/>
                  <a:pt x="0" y="0"/>
                </a:cubicBezTo>
                <a:close/>
              </a:path>
            </a:pathLst>
          </a:custGeom>
          <a:solidFill>
            <a:schemeClr val="bg1"/>
          </a:solidFill>
          <a:ln w="38100" cap="rnd">
            <a:solidFill>
              <a:schemeClr val="bg1"/>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5157F831-D606-52AD-D4DD-56EFCDF6C602}"/>
              </a:ext>
            </a:extLst>
          </p:cNvPr>
          <p:cNvSpPr>
            <a:spLocks noGrp="1"/>
          </p:cNvSpPr>
          <p:nvPr>
            <p:ph idx="1"/>
          </p:nvPr>
        </p:nvSpPr>
        <p:spPr>
          <a:xfrm>
            <a:off x="1151467" y="2607733"/>
            <a:ext cx="9889067" cy="3285067"/>
          </a:xfrm>
        </p:spPr>
        <p:txBody>
          <a:bodyPr vert="horz" lIns="91440" tIns="45720" rIns="91440" bIns="45720" rtlCol="0">
            <a:normAutofit/>
          </a:bodyPr>
          <a:lstStyle/>
          <a:p>
            <a:pPr marL="0" indent="0">
              <a:lnSpc>
                <a:spcPct val="100000"/>
              </a:lnSpc>
              <a:buNone/>
            </a:pPr>
            <a:r>
              <a:rPr lang="en-US" sz="2600">
                <a:solidFill>
                  <a:schemeClr val="bg1"/>
                </a:solidFill>
              </a:rPr>
              <a:t>We want to work with management on scheduling a formal meeting for our case. Typically, either we will offer 3 dates, or the manager will offer 3 dates to select from. This allows for scheduling issues to hopefully be reduced. Work with management and get your meeting set up.</a:t>
            </a:r>
          </a:p>
          <a:p>
            <a:pPr marL="0" indent="0">
              <a:lnSpc>
                <a:spcPct val="100000"/>
              </a:lnSpc>
              <a:buNone/>
            </a:pPr>
            <a:endParaRPr lang="en-US" sz="2600">
              <a:solidFill>
                <a:schemeClr val="bg1"/>
              </a:solidFill>
            </a:endParaRPr>
          </a:p>
          <a:p>
            <a:pPr marL="0" indent="0">
              <a:lnSpc>
                <a:spcPct val="100000"/>
              </a:lnSpc>
              <a:buNone/>
            </a:pPr>
            <a:r>
              <a:rPr lang="en-US" sz="2600">
                <a:solidFill>
                  <a:schemeClr val="bg1"/>
                </a:solidFill>
              </a:rPr>
              <a:t>Remember, the longer we take to address an issue, the longer the employee must wait on a resolution. We must always be aware that we control the length of time it takes for a remedy to be found for their issue. If you get stuck or don't know what to do next, do not set it on a backburner, ask a seasoned steward on their advice on the next step.</a:t>
            </a:r>
          </a:p>
        </p:txBody>
      </p:sp>
    </p:spTree>
    <p:extLst>
      <p:ext uri="{BB962C8B-B14F-4D97-AF65-F5344CB8AC3E}">
        <p14:creationId xmlns:p14="http://schemas.microsoft.com/office/powerpoint/2010/main" val="62602404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2ABB83-AEFD-A4FA-E375-F0221A61E7F0}"/>
              </a:ext>
            </a:extLst>
          </p:cNvPr>
          <p:cNvSpPr>
            <a:spLocks noGrp="1"/>
          </p:cNvSpPr>
          <p:nvPr>
            <p:ph type="title"/>
          </p:nvPr>
        </p:nvSpPr>
        <p:spPr/>
        <p:txBody>
          <a:bodyPr/>
          <a:lstStyle/>
          <a:p>
            <a:r>
              <a:rPr lang="en-US" dirty="0"/>
              <a:t>Emailing Manager for Meeting</a:t>
            </a:r>
          </a:p>
        </p:txBody>
      </p:sp>
      <p:sp>
        <p:nvSpPr>
          <p:cNvPr id="3" name="Content Placeholder 2">
            <a:extLst>
              <a:ext uri="{FF2B5EF4-FFF2-40B4-BE49-F238E27FC236}">
                <a16:creationId xmlns:a16="http://schemas.microsoft.com/office/drawing/2014/main" id="{AC35F483-EE06-03CC-4ED0-07F6D53F3F7F}"/>
              </a:ext>
            </a:extLst>
          </p:cNvPr>
          <p:cNvSpPr>
            <a:spLocks noGrp="1"/>
          </p:cNvSpPr>
          <p:nvPr>
            <p:ph idx="1"/>
          </p:nvPr>
        </p:nvSpPr>
        <p:spPr/>
        <p:txBody>
          <a:bodyPr vert="horz" lIns="91440" tIns="45720" rIns="91440" bIns="45720" rtlCol="0" anchor="t">
            <a:normAutofit/>
          </a:bodyPr>
          <a:lstStyle/>
          <a:p>
            <a:pPr marL="0" indent="0">
              <a:buNone/>
            </a:pPr>
            <a:r>
              <a:rPr lang="en-US" dirty="0"/>
              <a:t>Good morning Mr. Sam,</a:t>
            </a:r>
          </a:p>
          <a:p>
            <a:pPr marL="0" indent="0">
              <a:buNone/>
            </a:pPr>
            <a:r>
              <a:rPr lang="en-US" dirty="0"/>
              <a:t>I am reaching out regarding a case I have with an employee in your area. I have attached a POA to this email as well as the grievance filing form. I would like to schedule a date we can meet with each other over this case to formally discuss it. Please let me know three dates and times you are available to meet with me over this issue. Thanks, and have a wonderful day.</a:t>
            </a:r>
          </a:p>
          <a:p>
            <a:pPr marL="0" indent="0">
              <a:buNone/>
            </a:pPr>
            <a:r>
              <a:rPr lang="en-US" dirty="0"/>
              <a:t>Signed,</a:t>
            </a:r>
          </a:p>
          <a:p>
            <a:pPr marL="0" indent="0">
              <a:buNone/>
            </a:pPr>
            <a:r>
              <a:rPr lang="en-US" dirty="0"/>
              <a:t>A Good Steward</a:t>
            </a:r>
          </a:p>
        </p:txBody>
      </p:sp>
    </p:spTree>
    <p:extLst>
      <p:ext uri="{BB962C8B-B14F-4D97-AF65-F5344CB8AC3E}">
        <p14:creationId xmlns:p14="http://schemas.microsoft.com/office/powerpoint/2010/main" val="284142142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chemeClr val="accent2">
            <a:lumMod val="20000"/>
            <a:lumOff val="80000"/>
          </a:schemeClr>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743AA782-23D1-4521-8CAD-47662984AA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2BC16619-8606-A256-2DBE-13156DD02D2D}"/>
              </a:ext>
            </a:extLst>
          </p:cNvPr>
          <p:cNvSpPr>
            <a:spLocks noGrp="1"/>
          </p:cNvSpPr>
          <p:nvPr>
            <p:ph type="title"/>
          </p:nvPr>
        </p:nvSpPr>
        <p:spPr>
          <a:xfrm>
            <a:off x="630936" y="640080"/>
            <a:ext cx="4818888" cy="1481328"/>
          </a:xfrm>
        </p:spPr>
        <p:txBody>
          <a:bodyPr anchor="b">
            <a:normAutofit/>
          </a:bodyPr>
          <a:lstStyle/>
          <a:p>
            <a:r>
              <a:rPr lang="en-US" sz="5600"/>
              <a:t>Keep Things simple</a:t>
            </a:r>
          </a:p>
        </p:txBody>
      </p:sp>
      <p:sp>
        <p:nvSpPr>
          <p:cNvPr id="12" name="Rectangle 6">
            <a:extLst>
              <a:ext uri="{FF2B5EF4-FFF2-40B4-BE49-F238E27FC236}">
                <a16:creationId xmlns:a16="http://schemas.microsoft.com/office/drawing/2014/main" id="{3CE8AF5E-D374-4CF1-90CC-35CF73B81C3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30936" y="2386584"/>
            <a:ext cx="4114800" cy="18288"/>
          </a:xfrm>
          <a:custGeom>
            <a:avLst/>
            <a:gdLst>
              <a:gd name="csX0" fmla="*/ 0 w 4114800"/>
              <a:gd name="csY0" fmla="*/ 0 h 18288"/>
              <a:gd name="csX1" fmla="*/ 768096 w 4114800"/>
              <a:gd name="csY1" fmla="*/ 0 h 18288"/>
              <a:gd name="csX2" fmla="*/ 1495044 w 4114800"/>
              <a:gd name="csY2" fmla="*/ 0 h 18288"/>
              <a:gd name="csX3" fmla="*/ 2221992 w 4114800"/>
              <a:gd name="csY3" fmla="*/ 0 h 18288"/>
              <a:gd name="csX4" fmla="*/ 2784348 w 4114800"/>
              <a:gd name="csY4" fmla="*/ 0 h 18288"/>
              <a:gd name="csX5" fmla="*/ 3387852 w 4114800"/>
              <a:gd name="csY5" fmla="*/ 0 h 18288"/>
              <a:gd name="csX6" fmla="*/ 4114800 w 4114800"/>
              <a:gd name="csY6" fmla="*/ 0 h 18288"/>
              <a:gd name="csX7" fmla="*/ 4114800 w 4114800"/>
              <a:gd name="csY7" fmla="*/ 18288 h 18288"/>
              <a:gd name="csX8" fmla="*/ 3429000 w 4114800"/>
              <a:gd name="csY8" fmla="*/ 18288 h 18288"/>
              <a:gd name="csX9" fmla="*/ 2866644 w 4114800"/>
              <a:gd name="csY9" fmla="*/ 18288 h 18288"/>
              <a:gd name="csX10" fmla="*/ 2304288 w 4114800"/>
              <a:gd name="csY10" fmla="*/ 18288 h 18288"/>
              <a:gd name="csX11" fmla="*/ 1577340 w 4114800"/>
              <a:gd name="csY11" fmla="*/ 18288 h 18288"/>
              <a:gd name="csX12" fmla="*/ 973836 w 4114800"/>
              <a:gd name="csY12" fmla="*/ 18288 h 18288"/>
              <a:gd name="csX13" fmla="*/ 0 w 4114800"/>
              <a:gd name="csY13" fmla="*/ 18288 h 18288"/>
              <a:gd name="csX14" fmla="*/ 0 w 4114800"/>
              <a:gd name="csY14"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Lst>
            <a:rect l="l" t="t" r="r" b="b"/>
            <a:pathLst>
              <a:path w="4114800" h="18288" fill="none" extrusionOk="0">
                <a:moveTo>
                  <a:pt x="0" y="0"/>
                </a:moveTo>
                <a:cubicBezTo>
                  <a:pt x="338280" y="-26110"/>
                  <a:pt x="483942" y="6555"/>
                  <a:pt x="768096" y="0"/>
                </a:cubicBezTo>
                <a:cubicBezTo>
                  <a:pt x="1052250" y="-6555"/>
                  <a:pt x="1331484" y="24616"/>
                  <a:pt x="1495044" y="0"/>
                </a:cubicBezTo>
                <a:cubicBezTo>
                  <a:pt x="1658604" y="-24616"/>
                  <a:pt x="2056661" y="-33562"/>
                  <a:pt x="2221992" y="0"/>
                </a:cubicBezTo>
                <a:cubicBezTo>
                  <a:pt x="2387323" y="33562"/>
                  <a:pt x="2629463" y="-20094"/>
                  <a:pt x="2784348" y="0"/>
                </a:cubicBezTo>
                <a:cubicBezTo>
                  <a:pt x="2939233" y="20094"/>
                  <a:pt x="3151981" y="1524"/>
                  <a:pt x="3387852" y="0"/>
                </a:cubicBezTo>
                <a:cubicBezTo>
                  <a:pt x="3623723" y="-1524"/>
                  <a:pt x="3882724" y="26165"/>
                  <a:pt x="4114800" y="0"/>
                </a:cubicBezTo>
                <a:cubicBezTo>
                  <a:pt x="4114300" y="8855"/>
                  <a:pt x="4114909" y="14521"/>
                  <a:pt x="4114800" y="18288"/>
                </a:cubicBezTo>
                <a:cubicBezTo>
                  <a:pt x="3910038" y="37744"/>
                  <a:pt x="3683432" y="-3969"/>
                  <a:pt x="3429000" y="18288"/>
                </a:cubicBezTo>
                <a:cubicBezTo>
                  <a:pt x="3174568" y="40545"/>
                  <a:pt x="3085815" y="44166"/>
                  <a:pt x="2866644" y="18288"/>
                </a:cubicBezTo>
                <a:cubicBezTo>
                  <a:pt x="2647473" y="-7590"/>
                  <a:pt x="2580474" y="31338"/>
                  <a:pt x="2304288" y="18288"/>
                </a:cubicBezTo>
                <a:cubicBezTo>
                  <a:pt x="2028102" y="5238"/>
                  <a:pt x="1863008" y="-2001"/>
                  <a:pt x="1577340" y="18288"/>
                </a:cubicBezTo>
                <a:cubicBezTo>
                  <a:pt x="1291672" y="38577"/>
                  <a:pt x="1243931" y="9893"/>
                  <a:pt x="973836" y="18288"/>
                </a:cubicBezTo>
                <a:cubicBezTo>
                  <a:pt x="703741" y="26683"/>
                  <a:pt x="317656" y="-5910"/>
                  <a:pt x="0" y="18288"/>
                </a:cubicBezTo>
                <a:cubicBezTo>
                  <a:pt x="683" y="12014"/>
                  <a:pt x="724" y="5908"/>
                  <a:pt x="0" y="0"/>
                </a:cubicBezTo>
                <a:close/>
              </a:path>
              <a:path w="4114800" h="18288" stroke="0" extrusionOk="0">
                <a:moveTo>
                  <a:pt x="0" y="0"/>
                </a:moveTo>
                <a:cubicBezTo>
                  <a:pt x="276109" y="5266"/>
                  <a:pt x="325589" y="-19584"/>
                  <a:pt x="644652" y="0"/>
                </a:cubicBezTo>
                <a:cubicBezTo>
                  <a:pt x="963715" y="19584"/>
                  <a:pt x="1064991" y="6066"/>
                  <a:pt x="1207008" y="0"/>
                </a:cubicBezTo>
                <a:cubicBezTo>
                  <a:pt x="1349025" y="-6066"/>
                  <a:pt x="1791724" y="14506"/>
                  <a:pt x="1975104" y="0"/>
                </a:cubicBezTo>
                <a:cubicBezTo>
                  <a:pt x="2158484" y="-14506"/>
                  <a:pt x="2397469" y="20822"/>
                  <a:pt x="2619756" y="0"/>
                </a:cubicBezTo>
                <a:cubicBezTo>
                  <a:pt x="2842043" y="-20822"/>
                  <a:pt x="2992157" y="20388"/>
                  <a:pt x="3264408" y="0"/>
                </a:cubicBezTo>
                <a:cubicBezTo>
                  <a:pt x="3536659" y="-20388"/>
                  <a:pt x="3855620" y="38211"/>
                  <a:pt x="4114800" y="0"/>
                </a:cubicBezTo>
                <a:cubicBezTo>
                  <a:pt x="4113902" y="7180"/>
                  <a:pt x="4114969" y="13790"/>
                  <a:pt x="4114800" y="18288"/>
                </a:cubicBezTo>
                <a:cubicBezTo>
                  <a:pt x="3968901" y="8593"/>
                  <a:pt x="3623428" y="17559"/>
                  <a:pt x="3429000" y="18288"/>
                </a:cubicBezTo>
                <a:cubicBezTo>
                  <a:pt x="3234572" y="19017"/>
                  <a:pt x="3085079" y="41804"/>
                  <a:pt x="2866644" y="18288"/>
                </a:cubicBezTo>
                <a:cubicBezTo>
                  <a:pt x="2648209" y="-5228"/>
                  <a:pt x="2451737" y="24580"/>
                  <a:pt x="2180844" y="18288"/>
                </a:cubicBezTo>
                <a:cubicBezTo>
                  <a:pt x="1909951" y="11996"/>
                  <a:pt x="1681589" y="12244"/>
                  <a:pt x="1495044" y="18288"/>
                </a:cubicBezTo>
                <a:cubicBezTo>
                  <a:pt x="1308499" y="24332"/>
                  <a:pt x="1136614" y="21789"/>
                  <a:pt x="850392" y="18288"/>
                </a:cubicBezTo>
                <a:cubicBezTo>
                  <a:pt x="564170" y="14787"/>
                  <a:pt x="210636" y="54701"/>
                  <a:pt x="0" y="18288"/>
                </a:cubicBezTo>
                <a:cubicBezTo>
                  <a:pt x="571" y="10093"/>
                  <a:pt x="-125" y="8407"/>
                  <a:pt x="0" y="0"/>
                </a:cubicBezTo>
                <a:close/>
              </a:path>
            </a:pathLst>
          </a:custGeom>
          <a:solidFill>
            <a:schemeClr val="accent1"/>
          </a:solidFill>
          <a:ln w="38100" cap="rnd">
            <a:solidFill>
              <a:schemeClr val="accent1"/>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1ADD0ACF-A783-89A4-B252-A9B441C3ED93}"/>
              </a:ext>
            </a:extLst>
          </p:cNvPr>
          <p:cNvSpPr>
            <a:spLocks noGrp="1"/>
          </p:cNvSpPr>
          <p:nvPr>
            <p:ph idx="1"/>
          </p:nvPr>
        </p:nvSpPr>
        <p:spPr>
          <a:xfrm>
            <a:off x="630936" y="2660904"/>
            <a:ext cx="4818888" cy="3547872"/>
          </a:xfrm>
        </p:spPr>
        <p:txBody>
          <a:bodyPr vert="horz" lIns="91440" tIns="45720" rIns="91440" bIns="45720" rtlCol="0" anchor="t">
            <a:normAutofit/>
          </a:bodyPr>
          <a:lstStyle/>
          <a:p>
            <a:pPr marL="0" indent="0">
              <a:buNone/>
            </a:pPr>
            <a:r>
              <a:rPr lang="en-US" dirty="0"/>
              <a:t>The email that is sent don't need to contain a story, nor a long explanation. Keep it simple and short. We only need to acquire a meeting date and time. When we attend the meeting, that is when we will go over the issues and the </a:t>
            </a:r>
            <a:r>
              <a:rPr lang="en-US"/>
              <a:t>reasons in which</a:t>
            </a:r>
            <a:r>
              <a:rPr lang="en-US" dirty="0"/>
              <a:t> we believe a violation took place.</a:t>
            </a:r>
          </a:p>
        </p:txBody>
      </p:sp>
      <mc:AlternateContent xmlns:mc="http://schemas.openxmlformats.org/markup-compatibility/2006" xmlns:p14="http://schemas.microsoft.com/office/powerpoint/2010/main">
        <mc:Choice Requires="p14">
          <p:contentPart p14:bwMode="auto" r:id="rId2">
            <p14:nvContentPartPr>
              <p14:cNvPr id="14" name="Ink 13">
                <a:extLst>
                  <a:ext uri="{FF2B5EF4-FFF2-40B4-BE49-F238E27FC236}">
                    <a16:creationId xmlns:a16="http://schemas.microsoft.com/office/drawing/2014/main" id="{070477C5-0410-4E4F-97A1-F84C2465C187}"/>
                  </a:ext>
                  <a:ext uri="{C183D7F6-B498-43B3-948B-1728B52AA6E4}">
                    <adec:decorative xmlns:adec="http://schemas.microsoft.com/office/drawing/2017/decorative" val="1"/>
                  </a:ext>
                </a:extLst>
              </p14:cNvPr>
              <p14:cNvContentPartPr>
                <a14:cpLocks xmlns:a14="http://schemas.microsoft.com/office/drawing/2010/main" noGrp="1" noRot="1" noChangeAspect="1" noMove="1" noResize="1" noEditPoints="1" noAdjustHandles="1" noChangeArrowheads="1" noChangeShapeType="1"/>
              </p14:cNvContentPartPr>
              <p14:nvPr>
                <p:extLst>
                  <p:ext uri="{386F3935-93C4-4BCD-93E2-E3B085C9AB24}">
                    <p16:designElem xmlns:p16="http://schemas.microsoft.com/office/powerpoint/2015/main" val="1"/>
                  </p:ext>
                </p:extLst>
              </p14:nvPr>
            </p14:nvContentPartPr>
            <p14:xfrm>
              <a:off x="5755403" y="1971579"/>
              <a:ext cx="360" cy="2160"/>
            </p14:xfrm>
          </p:contentPart>
        </mc:Choice>
        <mc:Fallback xmlns="">
          <p:pic>
            <p:nvPicPr>
              <p:cNvPr id="14" name="Ink 13">
                <a:extLst>
                  <a:ext uri="{FF2B5EF4-FFF2-40B4-BE49-F238E27FC236}">
                    <a16:creationId xmlns:a16="http://schemas.microsoft.com/office/drawing/2014/main" id="{070477C5-0410-4E4F-97A1-F84C2465C187}"/>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p:cNvPicPr>
              <p:nvPr/>
            </p:nvPicPr>
            <p:blipFill>
              <a:blip r:embed="rId3"/>
              <a:stretch>
                <a:fillRect/>
              </a:stretch>
            </p:blipFill>
            <p:spPr>
              <a:xfrm>
                <a:off x="5737403" y="1956150"/>
                <a:ext cx="36000" cy="32709"/>
              </a:xfrm>
              <a:prstGeom prst="rect">
                <a:avLst/>
              </a:prstGeom>
            </p:spPr>
          </p:pic>
        </mc:Fallback>
      </mc:AlternateContent>
      <p:pic>
        <p:nvPicPr>
          <p:cNvPr id="7" name="Graphic 6" descr="Envelope">
            <a:extLst>
              <a:ext uri="{FF2B5EF4-FFF2-40B4-BE49-F238E27FC236}">
                <a16:creationId xmlns:a16="http://schemas.microsoft.com/office/drawing/2014/main" id="{2AC19294-E6DC-BA6D-AC24-DAA4E0E46E92}"/>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6099048" y="699516"/>
            <a:ext cx="5458968" cy="5458968"/>
          </a:xfrm>
          <a:prstGeom prst="rect">
            <a:avLst/>
          </a:prstGeom>
        </p:spPr>
      </p:pic>
    </p:spTree>
    <p:extLst>
      <p:ext uri="{BB962C8B-B14F-4D97-AF65-F5344CB8AC3E}">
        <p14:creationId xmlns:p14="http://schemas.microsoft.com/office/powerpoint/2010/main" val="345539753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38E231C-5546-6095-5C90-E2CC17DE6DE2}"/>
              </a:ext>
            </a:extLst>
          </p:cNvPr>
          <p:cNvSpPr>
            <a:spLocks noGrp="1"/>
          </p:cNvSpPr>
          <p:nvPr>
            <p:ph type="title"/>
          </p:nvPr>
        </p:nvSpPr>
        <p:spPr/>
        <p:txBody>
          <a:bodyPr/>
          <a:lstStyle/>
          <a:p>
            <a:r>
              <a:rPr lang="en-US"/>
              <a:t>Forming an Argument</a:t>
            </a:r>
          </a:p>
        </p:txBody>
      </p:sp>
      <p:sp>
        <p:nvSpPr>
          <p:cNvPr id="3" name="Content Placeholder 2">
            <a:extLst>
              <a:ext uri="{FF2B5EF4-FFF2-40B4-BE49-F238E27FC236}">
                <a16:creationId xmlns:a16="http://schemas.microsoft.com/office/drawing/2014/main" id="{12A4F96D-A423-A3DF-8976-0504CA80D481}"/>
              </a:ext>
            </a:extLst>
          </p:cNvPr>
          <p:cNvSpPr>
            <a:spLocks noGrp="1"/>
          </p:cNvSpPr>
          <p:nvPr>
            <p:ph idx="1"/>
          </p:nvPr>
        </p:nvSpPr>
        <p:spPr>
          <a:xfrm>
            <a:off x="427893" y="1929384"/>
            <a:ext cx="11345983" cy="2561885"/>
          </a:xfrm>
        </p:spPr>
        <p:txBody>
          <a:bodyPr vert="horz" lIns="91440" tIns="45720" rIns="91440" bIns="45720" rtlCol="0" anchor="t">
            <a:normAutofit fontScale="92500"/>
          </a:bodyPr>
          <a:lstStyle/>
          <a:p>
            <a:pPr marL="0" indent="0">
              <a:buNone/>
            </a:pPr>
            <a:r>
              <a:rPr lang="en-US"/>
              <a:t>There are some key things to keep in mind when you write up an argument. If you follow these guideline, it will help to write the case for you.</a:t>
            </a:r>
          </a:p>
          <a:p>
            <a:pPr marL="457200" indent="-457200"/>
            <a:r>
              <a:rPr lang="en-US"/>
              <a:t>Start with saying what the issue is and the violations, one at a time. Make each paragraph about the one violation.</a:t>
            </a:r>
          </a:p>
          <a:p>
            <a:pPr marL="457200" indent="-457200"/>
            <a:r>
              <a:rPr lang="en-US"/>
              <a:t>Explain how it applies to the case.</a:t>
            </a:r>
          </a:p>
          <a:p>
            <a:pPr marL="457200" indent="-457200"/>
            <a:r>
              <a:rPr lang="en-US"/>
              <a:t>Then go into detail on why this is wrong and violates the terms that should have been upheld.</a:t>
            </a:r>
            <a:endParaRPr lang="en-US" dirty="0"/>
          </a:p>
        </p:txBody>
      </p:sp>
      <p:sp>
        <p:nvSpPr>
          <p:cNvPr id="4" name="TextBox 3">
            <a:extLst>
              <a:ext uri="{FF2B5EF4-FFF2-40B4-BE49-F238E27FC236}">
                <a16:creationId xmlns:a16="http://schemas.microsoft.com/office/drawing/2014/main" id="{967CB729-44C0-6E0B-4996-46A2EDBAD21A}"/>
              </a:ext>
            </a:extLst>
          </p:cNvPr>
          <p:cNvSpPr txBox="1"/>
          <p:nvPr/>
        </p:nvSpPr>
        <p:spPr>
          <a:xfrm>
            <a:off x="1772301" y="4413250"/>
            <a:ext cx="8645770" cy="2308324"/>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400" dirty="0"/>
              <a:t>     This case has a violation of Article 32 Section 9, which covers the timeline in which AWOL is to be issued. Ms. Costco provided Mr. Mart with the AWOL notice 4 weeks after the employee returned to work, well outside of the timeframe for issuance of AWOL. It is important to notify employees of AWOL in a timely fashion to ensure the employee has been notified of the charges </a:t>
            </a:r>
            <a:r>
              <a:rPr lang="en-US" sz="2400"/>
              <a:t>and allows for a chance to dispute it without great amounts of time between the time of issuance. This puts Mr. Mart in a bad place by finding out weeks later. This violated Mr. Mart's rights and should be justification enough to remove the AWOL and replace it with LWOP.  </a:t>
            </a:r>
          </a:p>
        </p:txBody>
      </p:sp>
    </p:spTree>
    <p:extLst>
      <p:ext uri="{BB962C8B-B14F-4D97-AF65-F5344CB8AC3E}">
        <p14:creationId xmlns:p14="http://schemas.microsoft.com/office/powerpoint/2010/main" val="4072759080"/>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chemeClr val="accent2">
            <a:lumMod val="20000"/>
            <a:lumOff val="80000"/>
          </a:schemeClr>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743AA782-23D1-4521-8CAD-47662984AA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CBA0DEF7-B794-EDD9-9733-BEFE77280F09}"/>
              </a:ext>
            </a:extLst>
          </p:cNvPr>
          <p:cNvSpPr>
            <a:spLocks noGrp="1"/>
          </p:cNvSpPr>
          <p:nvPr>
            <p:ph type="title"/>
          </p:nvPr>
        </p:nvSpPr>
        <p:spPr>
          <a:xfrm>
            <a:off x="630936" y="640080"/>
            <a:ext cx="4818888" cy="1481328"/>
          </a:xfrm>
        </p:spPr>
        <p:txBody>
          <a:bodyPr anchor="b">
            <a:normAutofit/>
          </a:bodyPr>
          <a:lstStyle/>
          <a:p>
            <a:r>
              <a:rPr lang="en-US" sz="5600"/>
              <a:t>Put it all Together</a:t>
            </a:r>
          </a:p>
        </p:txBody>
      </p:sp>
      <p:sp>
        <p:nvSpPr>
          <p:cNvPr id="12" name="Rectangle 6">
            <a:extLst>
              <a:ext uri="{FF2B5EF4-FFF2-40B4-BE49-F238E27FC236}">
                <a16:creationId xmlns:a16="http://schemas.microsoft.com/office/drawing/2014/main" id="{3CE8AF5E-D374-4CF1-90CC-35CF73B81C3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30936" y="2386584"/>
            <a:ext cx="4114800" cy="18288"/>
          </a:xfrm>
          <a:custGeom>
            <a:avLst/>
            <a:gdLst>
              <a:gd name="csX0" fmla="*/ 0 w 4114800"/>
              <a:gd name="csY0" fmla="*/ 0 h 18288"/>
              <a:gd name="csX1" fmla="*/ 768096 w 4114800"/>
              <a:gd name="csY1" fmla="*/ 0 h 18288"/>
              <a:gd name="csX2" fmla="*/ 1495044 w 4114800"/>
              <a:gd name="csY2" fmla="*/ 0 h 18288"/>
              <a:gd name="csX3" fmla="*/ 2221992 w 4114800"/>
              <a:gd name="csY3" fmla="*/ 0 h 18288"/>
              <a:gd name="csX4" fmla="*/ 2784348 w 4114800"/>
              <a:gd name="csY4" fmla="*/ 0 h 18288"/>
              <a:gd name="csX5" fmla="*/ 3387852 w 4114800"/>
              <a:gd name="csY5" fmla="*/ 0 h 18288"/>
              <a:gd name="csX6" fmla="*/ 4114800 w 4114800"/>
              <a:gd name="csY6" fmla="*/ 0 h 18288"/>
              <a:gd name="csX7" fmla="*/ 4114800 w 4114800"/>
              <a:gd name="csY7" fmla="*/ 18288 h 18288"/>
              <a:gd name="csX8" fmla="*/ 3429000 w 4114800"/>
              <a:gd name="csY8" fmla="*/ 18288 h 18288"/>
              <a:gd name="csX9" fmla="*/ 2866644 w 4114800"/>
              <a:gd name="csY9" fmla="*/ 18288 h 18288"/>
              <a:gd name="csX10" fmla="*/ 2304288 w 4114800"/>
              <a:gd name="csY10" fmla="*/ 18288 h 18288"/>
              <a:gd name="csX11" fmla="*/ 1577340 w 4114800"/>
              <a:gd name="csY11" fmla="*/ 18288 h 18288"/>
              <a:gd name="csX12" fmla="*/ 973836 w 4114800"/>
              <a:gd name="csY12" fmla="*/ 18288 h 18288"/>
              <a:gd name="csX13" fmla="*/ 0 w 4114800"/>
              <a:gd name="csY13" fmla="*/ 18288 h 18288"/>
              <a:gd name="csX14" fmla="*/ 0 w 4114800"/>
              <a:gd name="csY14"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Lst>
            <a:rect l="l" t="t" r="r" b="b"/>
            <a:pathLst>
              <a:path w="4114800" h="18288" fill="none" extrusionOk="0">
                <a:moveTo>
                  <a:pt x="0" y="0"/>
                </a:moveTo>
                <a:cubicBezTo>
                  <a:pt x="338280" y="-26110"/>
                  <a:pt x="483942" y="6555"/>
                  <a:pt x="768096" y="0"/>
                </a:cubicBezTo>
                <a:cubicBezTo>
                  <a:pt x="1052250" y="-6555"/>
                  <a:pt x="1331484" y="24616"/>
                  <a:pt x="1495044" y="0"/>
                </a:cubicBezTo>
                <a:cubicBezTo>
                  <a:pt x="1658604" y="-24616"/>
                  <a:pt x="2056661" y="-33562"/>
                  <a:pt x="2221992" y="0"/>
                </a:cubicBezTo>
                <a:cubicBezTo>
                  <a:pt x="2387323" y="33562"/>
                  <a:pt x="2629463" y="-20094"/>
                  <a:pt x="2784348" y="0"/>
                </a:cubicBezTo>
                <a:cubicBezTo>
                  <a:pt x="2939233" y="20094"/>
                  <a:pt x="3151981" y="1524"/>
                  <a:pt x="3387852" y="0"/>
                </a:cubicBezTo>
                <a:cubicBezTo>
                  <a:pt x="3623723" y="-1524"/>
                  <a:pt x="3882724" y="26165"/>
                  <a:pt x="4114800" y="0"/>
                </a:cubicBezTo>
                <a:cubicBezTo>
                  <a:pt x="4114300" y="8855"/>
                  <a:pt x="4114909" y="14521"/>
                  <a:pt x="4114800" y="18288"/>
                </a:cubicBezTo>
                <a:cubicBezTo>
                  <a:pt x="3910038" y="37744"/>
                  <a:pt x="3683432" y="-3969"/>
                  <a:pt x="3429000" y="18288"/>
                </a:cubicBezTo>
                <a:cubicBezTo>
                  <a:pt x="3174568" y="40545"/>
                  <a:pt x="3085815" y="44166"/>
                  <a:pt x="2866644" y="18288"/>
                </a:cubicBezTo>
                <a:cubicBezTo>
                  <a:pt x="2647473" y="-7590"/>
                  <a:pt x="2580474" y="31338"/>
                  <a:pt x="2304288" y="18288"/>
                </a:cubicBezTo>
                <a:cubicBezTo>
                  <a:pt x="2028102" y="5238"/>
                  <a:pt x="1863008" y="-2001"/>
                  <a:pt x="1577340" y="18288"/>
                </a:cubicBezTo>
                <a:cubicBezTo>
                  <a:pt x="1291672" y="38577"/>
                  <a:pt x="1243931" y="9893"/>
                  <a:pt x="973836" y="18288"/>
                </a:cubicBezTo>
                <a:cubicBezTo>
                  <a:pt x="703741" y="26683"/>
                  <a:pt x="317656" y="-5910"/>
                  <a:pt x="0" y="18288"/>
                </a:cubicBezTo>
                <a:cubicBezTo>
                  <a:pt x="683" y="12014"/>
                  <a:pt x="724" y="5908"/>
                  <a:pt x="0" y="0"/>
                </a:cubicBezTo>
                <a:close/>
              </a:path>
              <a:path w="4114800" h="18288" stroke="0" extrusionOk="0">
                <a:moveTo>
                  <a:pt x="0" y="0"/>
                </a:moveTo>
                <a:cubicBezTo>
                  <a:pt x="276109" y="5266"/>
                  <a:pt x="325589" y="-19584"/>
                  <a:pt x="644652" y="0"/>
                </a:cubicBezTo>
                <a:cubicBezTo>
                  <a:pt x="963715" y="19584"/>
                  <a:pt x="1064991" y="6066"/>
                  <a:pt x="1207008" y="0"/>
                </a:cubicBezTo>
                <a:cubicBezTo>
                  <a:pt x="1349025" y="-6066"/>
                  <a:pt x="1791724" y="14506"/>
                  <a:pt x="1975104" y="0"/>
                </a:cubicBezTo>
                <a:cubicBezTo>
                  <a:pt x="2158484" y="-14506"/>
                  <a:pt x="2397469" y="20822"/>
                  <a:pt x="2619756" y="0"/>
                </a:cubicBezTo>
                <a:cubicBezTo>
                  <a:pt x="2842043" y="-20822"/>
                  <a:pt x="2992157" y="20388"/>
                  <a:pt x="3264408" y="0"/>
                </a:cubicBezTo>
                <a:cubicBezTo>
                  <a:pt x="3536659" y="-20388"/>
                  <a:pt x="3855620" y="38211"/>
                  <a:pt x="4114800" y="0"/>
                </a:cubicBezTo>
                <a:cubicBezTo>
                  <a:pt x="4113902" y="7180"/>
                  <a:pt x="4114969" y="13790"/>
                  <a:pt x="4114800" y="18288"/>
                </a:cubicBezTo>
                <a:cubicBezTo>
                  <a:pt x="3968901" y="8593"/>
                  <a:pt x="3623428" y="17559"/>
                  <a:pt x="3429000" y="18288"/>
                </a:cubicBezTo>
                <a:cubicBezTo>
                  <a:pt x="3234572" y="19017"/>
                  <a:pt x="3085079" y="41804"/>
                  <a:pt x="2866644" y="18288"/>
                </a:cubicBezTo>
                <a:cubicBezTo>
                  <a:pt x="2648209" y="-5228"/>
                  <a:pt x="2451737" y="24580"/>
                  <a:pt x="2180844" y="18288"/>
                </a:cubicBezTo>
                <a:cubicBezTo>
                  <a:pt x="1909951" y="11996"/>
                  <a:pt x="1681589" y="12244"/>
                  <a:pt x="1495044" y="18288"/>
                </a:cubicBezTo>
                <a:cubicBezTo>
                  <a:pt x="1308499" y="24332"/>
                  <a:pt x="1136614" y="21789"/>
                  <a:pt x="850392" y="18288"/>
                </a:cubicBezTo>
                <a:cubicBezTo>
                  <a:pt x="564170" y="14787"/>
                  <a:pt x="210636" y="54701"/>
                  <a:pt x="0" y="18288"/>
                </a:cubicBezTo>
                <a:cubicBezTo>
                  <a:pt x="571" y="10093"/>
                  <a:pt x="-125" y="8407"/>
                  <a:pt x="0" y="0"/>
                </a:cubicBezTo>
                <a:close/>
              </a:path>
            </a:pathLst>
          </a:custGeom>
          <a:solidFill>
            <a:schemeClr val="accent1"/>
          </a:solidFill>
          <a:ln w="38100" cap="rnd">
            <a:solidFill>
              <a:schemeClr val="accent1"/>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AC5678A9-D180-3B60-2807-850CACD53A8E}"/>
              </a:ext>
            </a:extLst>
          </p:cNvPr>
          <p:cNvSpPr>
            <a:spLocks noGrp="1"/>
          </p:cNvSpPr>
          <p:nvPr>
            <p:ph idx="1"/>
          </p:nvPr>
        </p:nvSpPr>
        <p:spPr>
          <a:xfrm>
            <a:off x="630936" y="2660904"/>
            <a:ext cx="4818888" cy="3547872"/>
          </a:xfrm>
        </p:spPr>
        <p:txBody>
          <a:bodyPr vert="horz" lIns="91440" tIns="45720" rIns="91440" bIns="45720" rtlCol="0" anchor="t">
            <a:normAutofit/>
          </a:bodyPr>
          <a:lstStyle/>
          <a:p>
            <a:pPr marL="0" indent="0">
              <a:buNone/>
            </a:pPr>
            <a:r>
              <a:rPr lang="en-US"/>
              <a:t>Take all your arguments and compile them together. This will be what you present in your meeting with the manager.</a:t>
            </a:r>
          </a:p>
        </p:txBody>
      </p:sp>
      <mc:AlternateContent xmlns:mc="http://schemas.openxmlformats.org/markup-compatibility/2006" xmlns:p14="http://schemas.microsoft.com/office/powerpoint/2010/main">
        <mc:Choice Requires="p14">
          <p:contentPart p14:bwMode="auto" r:id="rId2">
            <p14:nvContentPartPr>
              <p14:cNvPr id="14" name="Ink 13">
                <a:extLst>
                  <a:ext uri="{FF2B5EF4-FFF2-40B4-BE49-F238E27FC236}">
                    <a16:creationId xmlns:a16="http://schemas.microsoft.com/office/drawing/2014/main" id="{070477C5-0410-4E4F-97A1-F84C2465C187}"/>
                  </a:ext>
                  <a:ext uri="{C183D7F6-B498-43B3-948B-1728B52AA6E4}">
                    <adec:decorative xmlns:adec="http://schemas.microsoft.com/office/drawing/2017/decorative" val="1"/>
                  </a:ext>
                </a:extLst>
              </p14:cNvPr>
              <p14:cNvContentPartPr>
                <a14:cpLocks xmlns:a14="http://schemas.microsoft.com/office/drawing/2010/main" noGrp="1" noRot="1" noChangeAspect="1" noMove="1" noResize="1" noEditPoints="1" noAdjustHandles="1" noChangeArrowheads="1" noChangeShapeType="1"/>
              </p14:cNvContentPartPr>
              <p14:nvPr>
                <p:extLst>
                  <p:ext uri="{386F3935-93C4-4BCD-93E2-E3B085C9AB24}">
                    <p16:designElem xmlns:p16="http://schemas.microsoft.com/office/powerpoint/2015/main" val="1"/>
                  </p:ext>
                </p:extLst>
              </p14:nvPr>
            </p14:nvContentPartPr>
            <p14:xfrm>
              <a:off x="5755403" y="1971579"/>
              <a:ext cx="360" cy="2160"/>
            </p14:xfrm>
          </p:contentPart>
        </mc:Choice>
        <mc:Fallback xmlns="">
          <p:pic>
            <p:nvPicPr>
              <p:cNvPr id="14" name="Ink 13">
                <a:extLst>
                  <a:ext uri="{FF2B5EF4-FFF2-40B4-BE49-F238E27FC236}">
                    <a16:creationId xmlns:a16="http://schemas.microsoft.com/office/drawing/2014/main" id="{070477C5-0410-4E4F-97A1-F84C2465C187}"/>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p:cNvPicPr>
              <p:nvPr/>
            </p:nvPicPr>
            <p:blipFill>
              <a:blip r:embed="rId3"/>
              <a:stretch>
                <a:fillRect/>
              </a:stretch>
            </p:blipFill>
            <p:spPr>
              <a:xfrm>
                <a:off x="5737403" y="1956150"/>
                <a:ext cx="36000" cy="32709"/>
              </a:xfrm>
              <a:prstGeom prst="rect">
                <a:avLst/>
              </a:prstGeom>
            </p:spPr>
          </p:pic>
        </mc:Fallback>
      </mc:AlternateContent>
      <p:pic>
        <p:nvPicPr>
          <p:cNvPr id="7" name="Graphic 6" descr="Board Room">
            <a:extLst>
              <a:ext uri="{FF2B5EF4-FFF2-40B4-BE49-F238E27FC236}">
                <a16:creationId xmlns:a16="http://schemas.microsoft.com/office/drawing/2014/main" id="{31F3E4E8-FB90-A54A-BCE5-4AB3BA79F35C}"/>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6099048" y="699516"/>
            <a:ext cx="5458968" cy="5458968"/>
          </a:xfrm>
          <a:prstGeom prst="rect">
            <a:avLst/>
          </a:prstGeom>
        </p:spPr>
      </p:pic>
    </p:spTree>
    <p:extLst>
      <p:ext uri="{BB962C8B-B14F-4D97-AF65-F5344CB8AC3E}">
        <p14:creationId xmlns:p14="http://schemas.microsoft.com/office/powerpoint/2010/main" val="2396023297"/>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chemeClr val="accent2">
            <a:lumMod val="20000"/>
            <a:lumOff val="80000"/>
          </a:schemeClr>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FA2E39B7-17D8-4009-A8BA-9E8D8EC1B4C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Graphic 33">
            <a:extLst>
              <a:ext uri="{FF2B5EF4-FFF2-40B4-BE49-F238E27FC236}">
                <a16:creationId xmlns:a16="http://schemas.microsoft.com/office/drawing/2014/main" id="{967EEEC4-6120-428D-8FB5-916920AECC7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318417" y="0"/>
            <a:ext cx="9570431" cy="6858000"/>
          </a:xfrm>
          <a:custGeom>
            <a:avLst/>
            <a:gdLst>
              <a:gd name="connsiteX0" fmla="*/ 7178288 w 7187261"/>
              <a:gd name="connsiteY0" fmla="*/ 2604802 h 5150263"/>
              <a:gd name="connsiteX1" fmla="*/ 7169335 w 7187261"/>
              <a:gd name="connsiteY1" fmla="*/ 2328577 h 5150263"/>
              <a:gd name="connsiteX2" fmla="*/ 7060845 w 7187261"/>
              <a:gd name="connsiteY2" fmla="*/ 1661160 h 5150263"/>
              <a:gd name="connsiteX3" fmla="*/ 6212263 w 7187261"/>
              <a:gd name="connsiteY3" fmla="*/ 243840 h 5150263"/>
              <a:gd name="connsiteX4" fmla="*/ 5953564 w 7187261"/>
              <a:gd name="connsiteY4" fmla="*/ 0 h 5150263"/>
              <a:gd name="connsiteX5" fmla="*/ 1408615 w 7187261"/>
              <a:gd name="connsiteY5" fmla="*/ 0 h 5150263"/>
              <a:gd name="connsiteX6" fmla="*/ 805111 w 7187261"/>
              <a:gd name="connsiteY6" fmla="*/ 676275 h 5150263"/>
              <a:gd name="connsiteX7" fmla="*/ 104928 w 7187261"/>
              <a:gd name="connsiteY7" fmla="*/ 2183035 h 5150263"/>
              <a:gd name="connsiteX8" fmla="*/ 51588 w 7187261"/>
              <a:gd name="connsiteY8" fmla="*/ 2400014 h 5150263"/>
              <a:gd name="connsiteX9" fmla="*/ 41301 w 7187261"/>
              <a:gd name="connsiteY9" fmla="*/ 2424208 h 5150263"/>
              <a:gd name="connsiteX10" fmla="*/ 119692 w 7187261"/>
              <a:gd name="connsiteY10" fmla="*/ 1834801 h 5150263"/>
              <a:gd name="connsiteX11" fmla="*/ 870071 w 7187261"/>
              <a:gd name="connsiteY11" fmla="*/ 462248 h 5150263"/>
              <a:gd name="connsiteX12" fmla="*/ 1389279 w 7187261"/>
              <a:gd name="connsiteY12" fmla="*/ 476 h 5150263"/>
              <a:gd name="connsiteX13" fmla="*/ 1320223 w 7187261"/>
              <a:gd name="connsiteY13" fmla="*/ 476 h 5150263"/>
              <a:gd name="connsiteX14" fmla="*/ 423158 w 7187261"/>
              <a:gd name="connsiteY14" fmla="*/ 989743 h 5150263"/>
              <a:gd name="connsiteX15" fmla="*/ 25585 w 7187261"/>
              <a:gd name="connsiteY15" fmla="*/ 2113693 h 5150263"/>
              <a:gd name="connsiteX16" fmla="*/ 2344 w 7187261"/>
              <a:gd name="connsiteY16" fmla="*/ 2725865 h 5150263"/>
              <a:gd name="connsiteX17" fmla="*/ 447256 w 7187261"/>
              <a:gd name="connsiteY17" fmla="*/ 4210717 h 5150263"/>
              <a:gd name="connsiteX18" fmla="*/ 1138962 w 7187261"/>
              <a:gd name="connsiteY18" fmla="*/ 4988910 h 5150263"/>
              <a:gd name="connsiteX19" fmla="*/ 1348512 w 7187261"/>
              <a:gd name="connsiteY19" fmla="*/ 5146834 h 5150263"/>
              <a:gd name="connsiteX20" fmla="*/ 1422712 w 7187261"/>
              <a:gd name="connsiteY20" fmla="*/ 5146834 h 5150263"/>
              <a:gd name="connsiteX21" fmla="*/ 480594 w 7187261"/>
              <a:gd name="connsiteY21" fmla="*/ 4187952 h 5150263"/>
              <a:gd name="connsiteX22" fmla="*/ 398679 w 7187261"/>
              <a:gd name="connsiteY22" fmla="*/ 4046125 h 5150263"/>
              <a:gd name="connsiteX23" fmla="*/ 411823 w 7187261"/>
              <a:gd name="connsiteY23" fmla="*/ 4053078 h 5150263"/>
              <a:gd name="connsiteX24" fmla="*/ 1439380 w 7187261"/>
              <a:gd name="connsiteY24" fmla="*/ 5147405 h 5150263"/>
              <a:gd name="connsiteX25" fmla="*/ 5710010 w 7187261"/>
              <a:gd name="connsiteY25" fmla="*/ 5150263 h 5150263"/>
              <a:gd name="connsiteX26" fmla="*/ 5999665 w 7187261"/>
              <a:gd name="connsiteY26" fmla="*/ 4910900 h 5150263"/>
              <a:gd name="connsiteX27" fmla="*/ 6954165 w 7187261"/>
              <a:gd name="connsiteY27" fmla="*/ 3545777 h 5150263"/>
              <a:gd name="connsiteX28" fmla="*/ 7137712 w 7187261"/>
              <a:gd name="connsiteY28" fmla="*/ 2799207 h 5150263"/>
              <a:gd name="connsiteX29" fmla="*/ 7142951 w 7187261"/>
              <a:gd name="connsiteY29" fmla="*/ 2754535 h 5150263"/>
              <a:gd name="connsiteX30" fmla="*/ 7149428 w 7187261"/>
              <a:gd name="connsiteY30" fmla="*/ 2774823 h 5150263"/>
              <a:gd name="connsiteX31" fmla="*/ 7066465 w 7187261"/>
              <a:gd name="connsiteY31" fmla="*/ 3465672 h 5150263"/>
              <a:gd name="connsiteX32" fmla="*/ 6452578 w 7187261"/>
              <a:gd name="connsiteY32" fmla="*/ 4552760 h 5150263"/>
              <a:gd name="connsiteX33" fmla="*/ 5752110 w 7187261"/>
              <a:gd name="connsiteY33" fmla="*/ 5150263 h 5150263"/>
              <a:gd name="connsiteX34" fmla="*/ 5827643 w 7187261"/>
              <a:gd name="connsiteY34" fmla="*/ 5150263 h 5150263"/>
              <a:gd name="connsiteX35" fmla="*/ 6642793 w 7187261"/>
              <a:gd name="connsiteY35" fmla="*/ 4389406 h 5150263"/>
              <a:gd name="connsiteX36" fmla="*/ 7102469 w 7187261"/>
              <a:gd name="connsiteY36" fmla="*/ 3490817 h 5150263"/>
              <a:gd name="connsiteX37" fmla="*/ 7187242 w 7187261"/>
              <a:gd name="connsiteY37" fmla="*/ 2990183 h 5150263"/>
              <a:gd name="connsiteX38" fmla="*/ 7178288 w 7187261"/>
              <a:gd name="connsiteY38" fmla="*/ 2604802 h 5150263"/>
              <a:gd name="connsiteX39" fmla="*/ 6342565 w 7187261"/>
              <a:gd name="connsiteY39" fmla="*/ 441389 h 5150263"/>
              <a:gd name="connsiteX40" fmla="*/ 7126567 w 7187261"/>
              <a:gd name="connsiteY40" fmla="*/ 2355056 h 5150263"/>
              <a:gd name="connsiteX41" fmla="*/ 6342565 w 7187261"/>
              <a:gd name="connsiteY41" fmla="*/ 441389 h 51502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Lst>
            <a:rect l="l" t="t" r="r" b="b"/>
            <a:pathLst>
              <a:path w="7187261" h="5150263">
                <a:moveTo>
                  <a:pt x="7178288" y="2604802"/>
                </a:moveTo>
                <a:cubicBezTo>
                  <a:pt x="7168763" y="2513076"/>
                  <a:pt x="7174478" y="2420684"/>
                  <a:pt x="7169335" y="2328577"/>
                </a:cubicBezTo>
                <a:cubicBezTo>
                  <a:pt x="7156952" y="2102882"/>
                  <a:pt x="7120586" y="1879149"/>
                  <a:pt x="7060845" y="1661160"/>
                </a:cubicBezTo>
                <a:cubicBezTo>
                  <a:pt x="6910588" y="1121007"/>
                  <a:pt x="6617428" y="631374"/>
                  <a:pt x="6212263" y="243840"/>
                </a:cubicBezTo>
                <a:cubicBezTo>
                  <a:pt x="6126538" y="162496"/>
                  <a:pt x="6040813" y="80201"/>
                  <a:pt x="5953564" y="0"/>
                </a:cubicBezTo>
                <a:lnTo>
                  <a:pt x="1408615" y="0"/>
                </a:lnTo>
                <a:cubicBezTo>
                  <a:pt x="1180967" y="200316"/>
                  <a:pt x="978332" y="427387"/>
                  <a:pt x="805111" y="676275"/>
                </a:cubicBezTo>
                <a:cubicBezTo>
                  <a:pt x="481261" y="1136523"/>
                  <a:pt x="252089" y="1640872"/>
                  <a:pt x="104928" y="2183035"/>
                </a:cubicBezTo>
                <a:cubicBezTo>
                  <a:pt x="85878" y="2254853"/>
                  <a:pt x="69495" y="2327720"/>
                  <a:pt x="51588" y="2400014"/>
                </a:cubicBezTo>
                <a:cubicBezTo>
                  <a:pt x="49683" y="2407634"/>
                  <a:pt x="51588" y="2416969"/>
                  <a:pt x="41301" y="2424208"/>
                </a:cubicBezTo>
                <a:cubicBezTo>
                  <a:pt x="45900" y="2225469"/>
                  <a:pt x="72186" y="2027834"/>
                  <a:pt x="119692" y="1834801"/>
                </a:cubicBezTo>
                <a:cubicBezTo>
                  <a:pt x="247993" y="1310926"/>
                  <a:pt x="506121" y="857726"/>
                  <a:pt x="870071" y="462248"/>
                </a:cubicBezTo>
                <a:cubicBezTo>
                  <a:pt x="1027729" y="291823"/>
                  <a:pt x="1201617" y="137169"/>
                  <a:pt x="1389279" y="476"/>
                </a:cubicBezTo>
                <a:lnTo>
                  <a:pt x="1320223" y="476"/>
                </a:lnTo>
                <a:cubicBezTo>
                  <a:pt x="960844" y="274320"/>
                  <a:pt x="656330" y="599123"/>
                  <a:pt x="423158" y="989743"/>
                </a:cubicBezTo>
                <a:cubicBezTo>
                  <a:pt x="215608" y="1337596"/>
                  <a:pt x="80258" y="1711357"/>
                  <a:pt x="25585" y="2113693"/>
                </a:cubicBezTo>
                <a:cubicBezTo>
                  <a:pt x="-2705" y="2316480"/>
                  <a:pt x="-2228" y="2521077"/>
                  <a:pt x="2344" y="2725865"/>
                </a:cubicBezTo>
                <a:cubicBezTo>
                  <a:pt x="14155" y="3261932"/>
                  <a:pt x="170650" y="3754565"/>
                  <a:pt x="447256" y="4210717"/>
                </a:cubicBezTo>
                <a:cubicBezTo>
                  <a:pt x="629851" y="4511612"/>
                  <a:pt x="866356" y="4767167"/>
                  <a:pt x="1138962" y="4988910"/>
                </a:cubicBezTo>
                <a:cubicBezTo>
                  <a:pt x="1207161" y="5044345"/>
                  <a:pt x="1277008" y="5096990"/>
                  <a:pt x="1348512" y="5146834"/>
                </a:cubicBezTo>
                <a:lnTo>
                  <a:pt x="1422712" y="5146834"/>
                </a:lnTo>
                <a:cubicBezTo>
                  <a:pt x="1043426" y="4892802"/>
                  <a:pt x="724720" y="4577334"/>
                  <a:pt x="480594" y="4187952"/>
                </a:cubicBezTo>
                <a:cubicBezTo>
                  <a:pt x="452019" y="4141851"/>
                  <a:pt x="423444" y="4095179"/>
                  <a:pt x="398679" y="4046125"/>
                </a:cubicBezTo>
                <a:cubicBezTo>
                  <a:pt x="407442" y="4043267"/>
                  <a:pt x="409156" y="4048982"/>
                  <a:pt x="411823" y="4053078"/>
                </a:cubicBezTo>
                <a:cubicBezTo>
                  <a:pt x="683572" y="4484656"/>
                  <a:pt x="1033139" y="4842701"/>
                  <a:pt x="1439380" y="5147405"/>
                </a:cubicBezTo>
                <a:lnTo>
                  <a:pt x="5710010" y="5150263"/>
                </a:lnTo>
                <a:cubicBezTo>
                  <a:pt x="5810594" y="5075482"/>
                  <a:pt x="5907272" y="4995587"/>
                  <a:pt x="5999665" y="4910900"/>
                </a:cubicBezTo>
                <a:cubicBezTo>
                  <a:pt x="6418765" y="4526661"/>
                  <a:pt x="6746901" y="4078129"/>
                  <a:pt x="6954165" y="3545777"/>
                </a:cubicBezTo>
                <a:cubicBezTo>
                  <a:pt x="7048234" y="3306175"/>
                  <a:pt x="7109956" y="3055115"/>
                  <a:pt x="7137712" y="2799207"/>
                </a:cubicBezTo>
                <a:cubicBezTo>
                  <a:pt x="7139236" y="2784920"/>
                  <a:pt x="7141046" y="2770632"/>
                  <a:pt x="7142951" y="2754535"/>
                </a:cubicBezTo>
                <a:cubicBezTo>
                  <a:pt x="7151714" y="2760440"/>
                  <a:pt x="7149237" y="2768441"/>
                  <a:pt x="7149428" y="2774823"/>
                </a:cubicBezTo>
                <a:cubicBezTo>
                  <a:pt x="7156743" y="3007967"/>
                  <a:pt x="7128777" y="3240881"/>
                  <a:pt x="7066465" y="3465672"/>
                </a:cubicBezTo>
                <a:cubicBezTo>
                  <a:pt x="6952165" y="3878580"/>
                  <a:pt x="6737948" y="4235863"/>
                  <a:pt x="6452578" y="4552760"/>
                </a:cubicBezTo>
                <a:cubicBezTo>
                  <a:pt x="6244553" y="4783836"/>
                  <a:pt x="6008809" y="4980242"/>
                  <a:pt x="5752110" y="5150263"/>
                </a:cubicBezTo>
                <a:lnTo>
                  <a:pt x="5827643" y="5150263"/>
                </a:lnTo>
                <a:cubicBezTo>
                  <a:pt x="6136539" y="4938904"/>
                  <a:pt x="6412192" y="4689348"/>
                  <a:pt x="6642793" y="4389406"/>
                </a:cubicBezTo>
                <a:cubicBezTo>
                  <a:pt x="6851295" y="4118324"/>
                  <a:pt x="7009125" y="3820859"/>
                  <a:pt x="7102469" y="3490817"/>
                </a:cubicBezTo>
                <a:cubicBezTo>
                  <a:pt x="7148646" y="3327473"/>
                  <a:pt x="7177069" y="3159624"/>
                  <a:pt x="7187242" y="2990183"/>
                </a:cubicBezTo>
                <a:cubicBezTo>
                  <a:pt x="7187623" y="2984087"/>
                  <a:pt x="7182384" y="2642330"/>
                  <a:pt x="7178288" y="2604802"/>
                </a:cubicBezTo>
                <a:close/>
                <a:moveTo>
                  <a:pt x="6342565" y="441389"/>
                </a:moveTo>
                <a:cubicBezTo>
                  <a:pt x="6829797" y="986533"/>
                  <a:pt x="7091135" y="1624422"/>
                  <a:pt x="7126567" y="2355056"/>
                </a:cubicBezTo>
                <a:cubicBezTo>
                  <a:pt x="7001123" y="1661827"/>
                  <a:pt x="6756426" y="1017365"/>
                  <a:pt x="6342565" y="441389"/>
                </a:cubicBezTo>
                <a:close/>
              </a:path>
            </a:pathLst>
          </a:custGeom>
          <a:solidFill>
            <a:schemeClr val="accent1"/>
          </a:solidFill>
          <a:ln w="9525" cap="flat">
            <a:noFill/>
            <a:prstDash val="solid"/>
            <a:miter/>
          </a:ln>
        </p:spPr>
        <p:txBody>
          <a:bodyPr rtlCol="0" anchor="ctr"/>
          <a:lstStyle/>
          <a:p>
            <a:endParaRPr lang="en-US"/>
          </a:p>
        </p:txBody>
      </p:sp>
      <p:sp>
        <p:nvSpPr>
          <p:cNvPr id="2" name="Title 1">
            <a:extLst>
              <a:ext uri="{FF2B5EF4-FFF2-40B4-BE49-F238E27FC236}">
                <a16:creationId xmlns:a16="http://schemas.microsoft.com/office/drawing/2014/main" id="{025FBD32-EC75-0F0E-64E7-212197B2A6A7}"/>
              </a:ext>
            </a:extLst>
          </p:cNvPr>
          <p:cNvSpPr>
            <a:spLocks noGrp="1"/>
          </p:cNvSpPr>
          <p:nvPr>
            <p:ph type="title"/>
          </p:nvPr>
        </p:nvSpPr>
        <p:spPr>
          <a:xfrm>
            <a:off x="2612571" y="1420591"/>
            <a:ext cx="6809014" cy="1102860"/>
          </a:xfrm>
        </p:spPr>
        <p:txBody>
          <a:bodyPr anchor="b">
            <a:normAutofit/>
          </a:bodyPr>
          <a:lstStyle/>
          <a:p>
            <a:pPr>
              <a:lnSpc>
                <a:spcPct val="90000"/>
              </a:lnSpc>
            </a:pPr>
            <a:r>
              <a:rPr lang="en-US" sz="3600">
                <a:solidFill>
                  <a:srgbClr val="FFFFFF"/>
                </a:solidFill>
              </a:rPr>
              <a:t>Meeting and the difference between Step 2 and 3</a:t>
            </a:r>
          </a:p>
        </p:txBody>
      </p:sp>
      <p:sp>
        <p:nvSpPr>
          <p:cNvPr id="3" name="Content Placeholder 2">
            <a:extLst>
              <a:ext uri="{FF2B5EF4-FFF2-40B4-BE49-F238E27FC236}">
                <a16:creationId xmlns:a16="http://schemas.microsoft.com/office/drawing/2014/main" id="{E2398C72-BD9B-1783-86BD-2E6708C2155C}"/>
              </a:ext>
            </a:extLst>
          </p:cNvPr>
          <p:cNvSpPr>
            <a:spLocks noGrp="1"/>
          </p:cNvSpPr>
          <p:nvPr>
            <p:ph idx="1"/>
          </p:nvPr>
        </p:nvSpPr>
        <p:spPr>
          <a:xfrm>
            <a:off x="2612571" y="2694218"/>
            <a:ext cx="6809014" cy="3339533"/>
          </a:xfrm>
        </p:spPr>
        <p:txBody>
          <a:bodyPr vert="horz" lIns="91440" tIns="45720" rIns="91440" bIns="45720" rtlCol="0">
            <a:normAutofit/>
          </a:bodyPr>
          <a:lstStyle/>
          <a:p>
            <a:pPr marL="0" indent="0">
              <a:lnSpc>
                <a:spcPct val="100000"/>
              </a:lnSpc>
              <a:buNone/>
            </a:pPr>
            <a:r>
              <a:rPr lang="en-US" sz="2200">
                <a:solidFill>
                  <a:srgbClr val="FFFFFF"/>
                </a:solidFill>
              </a:rPr>
              <a:t>The meeting is where you will cover all the details of the case. The importance of the Step 2 meeting is this, what you provide is all that can be brought forward. Simply put, if new evidence comes right before step 3, it is too late to add it. This is very important because it tells us that we need to be prepared by Step 2. Do not let this prevent you from moving forward though, the harm is still happening. One thing that can be added is if the 2nd step response after the meeting contains information you find pertient to the case. Since this is an official response on the case, it can be brought forward to step 3. This also means that once the arguments are wrote up for Step 2, step 3 should be fairly easy because little to no changes in the arguments should take place.</a:t>
            </a:r>
          </a:p>
        </p:txBody>
      </p:sp>
    </p:spTree>
    <p:extLst>
      <p:ext uri="{BB962C8B-B14F-4D97-AF65-F5344CB8AC3E}">
        <p14:creationId xmlns:p14="http://schemas.microsoft.com/office/powerpoint/2010/main" val="3746281810"/>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solidFill>
          <a:schemeClr val="accent2">
            <a:lumMod val="20000"/>
            <a:lumOff val="80000"/>
          </a:schemeClr>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43DAA0EF-336D-4CDC-A9A2-8460363E27F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Freeform: Shape 10">
            <a:extLst>
              <a:ext uri="{FF2B5EF4-FFF2-40B4-BE49-F238E27FC236}">
                <a16:creationId xmlns:a16="http://schemas.microsoft.com/office/drawing/2014/main" id="{FD079A19-B31E-4129-A464-7547FF05AE3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4090556" cy="6858000"/>
          </a:xfrm>
          <a:custGeom>
            <a:avLst/>
            <a:gdLst>
              <a:gd name="connsiteX0" fmla="*/ 0 w 4090556"/>
              <a:gd name="connsiteY0" fmla="*/ 0 h 6858000"/>
              <a:gd name="connsiteX1" fmla="*/ 4077555 w 4090556"/>
              <a:gd name="connsiteY1" fmla="*/ 0 h 6858000"/>
              <a:gd name="connsiteX2" fmla="*/ 4077574 w 4090556"/>
              <a:gd name="connsiteY2" fmla="*/ 720 h 6858000"/>
              <a:gd name="connsiteX3" fmla="*/ 4075790 w 4090556"/>
              <a:gd name="connsiteY3" fmla="*/ 575485 h 6858000"/>
              <a:gd name="connsiteX4" fmla="*/ 4076555 w 4090556"/>
              <a:gd name="connsiteY4" fmla="*/ 932245 h 6858000"/>
              <a:gd name="connsiteX5" fmla="*/ 4076555 w 4090556"/>
              <a:gd name="connsiteY5" fmla="*/ 1286711 h 6858000"/>
              <a:gd name="connsiteX6" fmla="*/ 4082288 w 4090556"/>
              <a:gd name="connsiteY6" fmla="*/ 1595180 h 6858000"/>
              <a:gd name="connsiteX7" fmla="*/ 4078211 w 4090556"/>
              <a:gd name="connsiteY7" fmla="*/ 2133123 h 6858000"/>
              <a:gd name="connsiteX8" fmla="*/ 4071968 w 4090556"/>
              <a:gd name="connsiteY8" fmla="*/ 2946025 h 6858000"/>
              <a:gd name="connsiteX9" fmla="*/ 4068401 w 4090556"/>
              <a:gd name="connsiteY9" fmla="*/ 3502061 h 6858000"/>
              <a:gd name="connsiteX10" fmla="*/ 4087513 w 4090556"/>
              <a:gd name="connsiteY10" fmla="*/ 4076061 h 6858000"/>
              <a:gd name="connsiteX11" fmla="*/ 4076938 w 4090556"/>
              <a:gd name="connsiteY11" fmla="*/ 4442632 h 6858000"/>
              <a:gd name="connsiteX12" fmla="*/ 4071459 w 4090556"/>
              <a:gd name="connsiteY12" fmla="*/ 4827550 h 6858000"/>
              <a:gd name="connsiteX13" fmla="*/ 4071459 w 4090556"/>
              <a:gd name="connsiteY13" fmla="*/ 5019945 h 6858000"/>
              <a:gd name="connsiteX14" fmla="*/ 4084200 w 4090556"/>
              <a:gd name="connsiteY14" fmla="*/ 5490104 h 6858000"/>
              <a:gd name="connsiteX15" fmla="*/ 4077446 w 4090556"/>
              <a:gd name="connsiteY15" fmla="*/ 5844569 h 6858000"/>
              <a:gd name="connsiteX16" fmla="*/ 4082544 w 4090556"/>
              <a:gd name="connsiteY16" fmla="*/ 6260195 h 6858000"/>
              <a:gd name="connsiteX17" fmla="*/ 4086110 w 4090556"/>
              <a:gd name="connsiteY17" fmla="*/ 6706145 h 6858000"/>
              <a:gd name="connsiteX18" fmla="*/ 4086135 w 4090556"/>
              <a:gd name="connsiteY18" fmla="*/ 6794562 h 6858000"/>
              <a:gd name="connsiteX19" fmla="*/ 4080334 w 4090556"/>
              <a:gd name="connsiteY19" fmla="*/ 6858000 h 6858000"/>
              <a:gd name="connsiteX20" fmla="*/ 0 w 4090556"/>
              <a:gd name="connsiteY20"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4090556" h="6858000">
                <a:moveTo>
                  <a:pt x="0" y="0"/>
                </a:moveTo>
                <a:lnTo>
                  <a:pt x="4077555" y="0"/>
                </a:lnTo>
                <a:lnTo>
                  <a:pt x="4077574" y="720"/>
                </a:lnTo>
                <a:cubicBezTo>
                  <a:pt x="4079358" y="192351"/>
                  <a:pt x="4064960" y="384364"/>
                  <a:pt x="4075790" y="575485"/>
                </a:cubicBezTo>
                <a:cubicBezTo>
                  <a:pt x="4082544" y="694108"/>
                  <a:pt x="4081269" y="814132"/>
                  <a:pt x="4076555" y="932245"/>
                </a:cubicBezTo>
                <a:cubicBezTo>
                  <a:pt x="4071840" y="1050357"/>
                  <a:pt x="4065470" y="1168597"/>
                  <a:pt x="4076555" y="1286711"/>
                </a:cubicBezTo>
                <a:cubicBezTo>
                  <a:pt x="4084710" y="1389317"/>
                  <a:pt x="4086621" y="1492332"/>
                  <a:pt x="4082288" y="1595180"/>
                </a:cubicBezTo>
                <a:cubicBezTo>
                  <a:pt x="4077319" y="1774452"/>
                  <a:pt x="4067637" y="1953851"/>
                  <a:pt x="4078211" y="2133123"/>
                </a:cubicBezTo>
                <a:cubicBezTo>
                  <a:pt x="4094393" y="2404260"/>
                  <a:pt x="4084710" y="2675143"/>
                  <a:pt x="4071968" y="2946025"/>
                </a:cubicBezTo>
                <a:cubicBezTo>
                  <a:pt x="4063049" y="3131413"/>
                  <a:pt x="4055659" y="3316673"/>
                  <a:pt x="4068401" y="3502061"/>
                </a:cubicBezTo>
                <a:cubicBezTo>
                  <a:pt x="4081396" y="3693182"/>
                  <a:pt x="4097323" y="3884176"/>
                  <a:pt x="4087513" y="4076061"/>
                </a:cubicBezTo>
                <a:cubicBezTo>
                  <a:pt x="4081142" y="4198251"/>
                  <a:pt x="4069037" y="4320315"/>
                  <a:pt x="4076938" y="4442632"/>
                </a:cubicBezTo>
                <a:cubicBezTo>
                  <a:pt x="4083270" y="4570925"/>
                  <a:pt x="4081435" y="4699486"/>
                  <a:pt x="4071459" y="4827550"/>
                </a:cubicBezTo>
                <a:cubicBezTo>
                  <a:pt x="4065725" y="4891550"/>
                  <a:pt x="4065725" y="4955945"/>
                  <a:pt x="4071459" y="5019945"/>
                </a:cubicBezTo>
                <a:cubicBezTo>
                  <a:pt x="4087742" y="5176105"/>
                  <a:pt x="4091997" y="5333296"/>
                  <a:pt x="4084200" y="5490104"/>
                </a:cubicBezTo>
                <a:cubicBezTo>
                  <a:pt x="4079740" y="5608217"/>
                  <a:pt x="4071968" y="5726202"/>
                  <a:pt x="4077446" y="5844569"/>
                </a:cubicBezTo>
                <a:cubicBezTo>
                  <a:pt x="4083944" y="5983069"/>
                  <a:pt x="4088914" y="6121696"/>
                  <a:pt x="4082544" y="6260195"/>
                </a:cubicBezTo>
                <a:cubicBezTo>
                  <a:pt x="4075841" y="6408803"/>
                  <a:pt x="4077026" y="6557662"/>
                  <a:pt x="4086110" y="6706145"/>
                </a:cubicBezTo>
                <a:cubicBezTo>
                  <a:pt x="4087467" y="6735616"/>
                  <a:pt x="4087474" y="6765120"/>
                  <a:pt x="4086135" y="6794562"/>
                </a:cubicBezTo>
                <a:lnTo>
                  <a:pt x="4080334" y="6858000"/>
                </a:lnTo>
                <a:lnTo>
                  <a:pt x="0" y="6858000"/>
                </a:lnTo>
                <a:close/>
              </a:path>
            </a:pathLst>
          </a:custGeom>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itle 1">
            <a:extLst>
              <a:ext uri="{FF2B5EF4-FFF2-40B4-BE49-F238E27FC236}">
                <a16:creationId xmlns:a16="http://schemas.microsoft.com/office/drawing/2014/main" id="{D96A8E47-646B-450D-9656-963B2271959D}"/>
              </a:ext>
            </a:extLst>
          </p:cNvPr>
          <p:cNvSpPr>
            <a:spLocks noGrp="1"/>
          </p:cNvSpPr>
          <p:nvPr>
            <p:ph type="title"/>
          </p:nvPr>
        </p:nvSpPr>
        <p:spPr>
          <a:xfrm>
            <a:off x="635001" y="640823"/>
            <a:ext cx="3103194" cy="5583148"/>
          </a:xfrm>
        </p:spPr>
        <p:txBody>
          <a:bodyPr anchor="ctr">
            <a:normAutofit/>
          </a:bodyPr>
          <a:lstStyle/>
          <a:p>
            <a:r>
              <a:rPr lang="en-US">
                <a:solidFill>
                  <a:schemeClr val="bg1"/>
                </a:solidFill>
              </a:rPr>
              <a:t>In our Example -</a:t>
            </a:r>
          </a:p>
        </p:txBody>
      </p:sp>
      <p:graphicFrame>
        <p:nvGraphicFramePr>
          <p:cNvPr id="5" name="Content Placeholder 2">
            <a:extLst>
              <a:ext uri="{FF2B5EF4-FFF2-40B4-BE49-F238E27FC236}">
                <a16:creationId xmlns:a16="http://schemas.microsoft.com/office/drawing/2014/main" id="{C5AF5A71-C2D0-435E-E92A-A7DF2DD695E4}"/>
              </a:ext>
            </a:extLst>
          </p:cNvPr>
          <p:cNvGraphicFramePr>
            <a:graphicFrameLocks noGrp="1"/>
          </p:cNvGraphicFramePr>
          <p:nvPr>
            <p:ph idx="1"/>
            <p:extLst>
              <p:ext uri="{D42A27DB-BD31-4B8C-83A1-F6EECF244321}">
                <p14:modId xmlns:p14="http://schemas.microsoft.com/office/powerpoint/2010/main" val="3664635107"/>
              </p:ext>
            </p:extLst>
          </p:nvPr>
        </p:nvGraphicFramePr>
        <p:xfrm>
          <a:off x="4648018" y="640822"/>
          <a:ext cx="6900512" cy="5536141"/>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46904570"/>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solidFill>
          <a:schemeClr val="accent2">
            <a:lumMod val="20000"/>
            <a:lumOff val="80000"/>
          </a:schemeClr>
        </a:solidFill>
        <a:effectLst/>
      </p:bgPr>
    </p:bg>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DA381740-063A-41A4-836D-85D14980EEF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38200" y="4736883"/>
            <a:ext cx="4243589" cy="27432"/>
          </a:xfrm>
          <a:custGeom>
            <a:avLst/>
            <a:gdLst>
              <a:gd name="csX0" fmla="*/ 0 w 4243589"/>
              <a:gd name="csY0" fmla="*/ 0 h 27432"/>
              <a:gd name="csX1" fmla="*/ 563791 w 4243589"/>
              <a:gd name="csY1" fmla="*/ 0 h 27432"/>
              <a:gd name="csX2" fmla="*/ 1042710 w 4243589"/>
              <a:gd name="csY2" fmla="*/ 0 h 27432"/>
              <a:gd name="csX3" fmla="*/ 1564066 w 4243589"/>
              <a:gd name="csY3" fmla="*/ 0 h 27432"/>
              <a:gd name="csX4" fmla="*/ 2212729 w 4243589"/>
              <a:gd name="csY4" fmla="*/ 0 h 27432"/>
              <a:gd name="csX5" fmla="*/ 2776520 w 4243589"/>
              <a:gd name="csY5" fmla="*/ 0 h 27432"/>
              <a:gd name="csX6" fmla="*/ 3297875 w 4243589"/>
              <a:gd name="csY6" fmla="*/ 0 h 27432"/>
              <a:gd name="csX7" fmla="*/ 4243589 w 4243589"/>
              <a:gd name="csY7" fmla="*/ 0 h 27432"/>
              <a:gd name="csX8" fmla="*/ 4243589 w 4243589"/>
              <a:gd name="csY8" fmla="*/ 27432 h 27432"/>
              <a:gd name="csX9" fmla="*/ 3637362 w 4243589"/>
              <a:gd name="csY9" fmla="*/ 27432 h 27432"/>
              <a:gd name="csX10" fmla="*/ 3116007 w 4243589"/>
              <a:gd name="csY10" fmla="*/ 27432 h 27432"/>
              <a:gd name="csX11" fmla="*/ 2424908 w 4243589"/>
              <a:gd name="csY11" fmla="*/ 27432 h 27432"/>
              <a:gd name="csX12" fmla="*/ 1861117 w 4243589"/>
              <a:gd name="csY12" fmla="*/ 27432 h 27432"/>
              <a:gd name="csX13" fmla="*/ 1382198 w 4243589"/>
              <a:gd name="csY13" fmla="*/ 27432 h 27432"/>
              <a:gd name="csX14" fmla="*/ 733535 w 4243589"/>
              <a:gd name="csY14" fmla="*/ 27432 h 27432"/>
              <a:gd name="csX15" fmla="*/ 0 w 4243589"/>
              <a:gd name="csY15" fmla="*/ 27432 h 27432"/>
              <a:gd name="csX16" fmla="*/ 0 w 4243589"/>
              <a:gd name="csY16" fmla="*/ 0 h 27432"/>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Lst>
            <a:rect l="l" t="t" r="r" b="b"/>
            <a:pathLst>
              <a:path w="4243589" h="27432" fill="none" extrusionOk="0">
                <a:moveTo>
                  <a:pt x="0" y="0"/>
                </a:moveTo>
                <a:cubicBezTo>
                  <a:pt x="157351" y="-15653"/>
                  <a:pt x="378877" y="-5828"/>
                  <a:pt x="563791" y="0"/>
                </a:cubicBezTo>
                <a:cubicBezTo>
                  <a:pt x="748705" y="5828"/>
                  <a:pt x="905659" y="-5525"/>
                  <a:pt x="1042710" y="0"/>
                </a:cubicBezTo>
                <a:cubicBezTo>
                  <a:pt x="1179761" y="5525"/>
                  <a:pt x="1356845" y="-21288"/>
                  <a:pt x="1564066" y="0"/>
                </a:cubicBezTo>
                <a:cubicBezTo>
                  <a:pt x="1771287" y="21288"/>
                  <a:pt x="1912099" y="25135"/>
                  <a:pt x="2212729" y="0"/>
                </a:cubicBezTo>
                <a:cubicBezTo>
                  <a:pt x="2513359" y="-25135"/>
                  <a:pt x="2514918" y="-27119"/>
                  <a:pt x="2776520" y="0"/>
                </a:cubicBezTo>
                <a:cubicBezTo>
                  <a:pt x="3038122" y="27119"/>
                  <a:pt x="3178771" y="18116"/>
                  <a:pt x="3297875" y="0"/>
                </a:cubicBezTo>
                <a:cubicBezTo>
                  <a:pt x="3416980" y="-18116"/>
                  <a:pt x="4012240" y="-40869"/>
                  <a:pt x="4243589" y="0"/>
                </a:cubicBezTo>
                <a:cubicBezTo>
                  <a:pt x="4242616" y="8304"/>
                  <a:pt x="4243111" y="21512"/>
                  <a:pt x="4243589" y="27432"/>
                </a:cubicBezTo>
                <a:cubicBezTo>
                  <a:pt x="4112949" y="6289"/>
                  <a:pt x="3928037" y="10975"/>
                  <a:pt x="3637362" y="27432"/>
                </a:cubicBezTo>
                <a:cubicBezTo>
                  <a:pt x="3346687" y="43889"/>
                  <a:pt x="3254446" y="35813"/>
                  <a:pt x="3116007" y="27432"/>
                </a:cubicBezTo>
                <a:cubicBezTo>
                  <a:pt x="2977569" y="19051"/>
                  <a:pt x="2620228" y="38017"/>
                  <a:pt x="2424908" y="27432"/>
                </a:cubicBezTo>
                <a:cubicBezTo>
                  <a:pt x="2229588" y="16847"/>
                  <a:pt x="2088287" y="5290"/>
                  <a:pt x="1861117" y="27432"/>
                </a:cubicBezTo>
                <a:cubicBezTo>
                  <a:pt x="1633947" y="49574"/>
                  <a:pt x="1502447" y="8273"/>
                  <a:pt x="1382198" y="27432"/>
                </a:cubicBezTo>
                <a:cubicBezTo>
                  <a:pt x="1261949" y="46591"/>
                  <a:pt x="1045440" y="37497"/>
                  <a:pt x="733535" y="27432"/>
                </a:cubicBezTo>
                <a:cubicBezTo>
                  <a:pt x="421630" y="17367"/>
                  <a:pt x="341257" y="-9215"/>
                  <a:pt x="0" y="27432"/>
                </a:cubicBezTo>
                <a:cubicBezTo>
                  <a:pt x="-1048" y="14992"/>
                  <a:pt x="-1120" y="7447"/>
                  <a:pt x="0" y="0"/>
                </a:cubicBezTo>
                <a:close/>
              </a:path>
              <a:path w="4243589" h="27432" stroke="0" extrusionOk="0">
                <a:moveTo>
                  <a:pt x="0" y="0"/>
                </a:moveTo>
                <a:cubicBezTo>
                  <a:pt x="128164" y="17204"/>
                  <a:pt x="312653" y="1129"/>
                  <a:pt x="563791" y="0"/>
                </a:cubicBezTo>
                <a:cubicBezTo>
                  <a:pt x="814929" y="-1129"/>
                  <a:pt x="837271" y="8503"/>
                  <a:pt x="1042710" y="0"/>
                </a:cubicBezTo>
                <a:cubicBezTo>
                  <a:pt x="1248149" y="-8503"/>
                  <a:pt x="1588432" y="-28862"/>
                  <a:pt x="1733809" y="0"/>
                </a:cubicBezTo>
                <a:cubicBezTo>
                  <a:pt x="1879186" y="28862"/>
                  <a:pt x="2052815" y="5974"/>
                  <a:pt x="2297600" y="0"/>
                </a:cubicBezTo>
                <a:cubicBezTo>
                  <a:pt x="2542385" y="-5974"/>
                  <a:pt x="2699960" y="-23550"/>
                  <a:pt x="2861391" y="0"/>
                </a:cubicBezTo>
                <a:cubicBezTo>
                  <a:pt x="3022822" y="23550"/>
                  <a:pt x="3390411" y="25272"/>
                  <a:pt x="3552490" y="0"/>
                </a:cubicBezTo>
                <a:cubicBezTo>
                  <a:pt x="3714569" y="-25272"/>
                  <a:pt x="3950585" y="-31327"/>
                  <a:pt x="4243589" y="0"/>
                </a:cubicBezTo>
                <a:cubicBezTo>
                  <a:pt x="4244074" y="9333"/>
                  <a:pt x="4244867" y="19699"/>
                  <a:pt x="4243589" y="27432"/>
                </a:cubicBezTo>
                <a:cubicBezTo>
                  <a:pt x="4130424" y="7904"/>
                  <a:pt x="3932803" y="51393"/>
                  <a:pt x="3722234" y="27432"/>
                </a:cubicBezTo>
                <a:cubicBezTo>
                  <a:pt x="3511665" y="3471"/>
                  <a:pt x="3269903" y="55138"/>
                  <a:pt x="3116007" y="27432"/>
                </a:cubicBezTo>
                <a:cubicBezTo>
                  <a:pt x="2962111" y="-274"/>
                  <a:pt x="2744280" y="32368"/>
                  <a:pt x="2509780" y="27432"/>
                </a:cubicBezTo>
                <a:cubicBezTo>
                  <a:pt x="2275280" y="22496"/>
                  <a:pt x="2066059" y="52808"/>
                  <a:pt x="1945989" y="27432"/>
                </a:cubicBezTo>
                <a:cubicBezTo>
                  <a:pt x="1825919" y="2056"/>
                  <a:pt x="1407329" y="21760"/>
                  <a:pt x="1254890" y="27432"/>
                </a:cubicBezTo>
                <a:cubicBezTo>
                  <a:pt x="1102451" y="33104"/>
                  <a:pt x="837950" y="40817"/>
                  <a:pt x="563791" y="27432"/>
                </a:cubicBezTo>
                <a:cubicBezTo>
                  <a:pt x="289632" y="14047"/>
                  <a:pt x="132768" y="16249"/>
                  <a:pt x="0" y="27432"/>
                </a:cubicBezTo>
                <a:cubicBezTo>
                  <a:pt x="211" y="18145"/>
                  <a:pt x="120" y="6480"/>
                  <a:pt x="0" y="0"/>
                </a:cubicBezTo>
                <a:close/>
              </a:path>
            </a:pathLst>
          </a:custGeom>
          <a:solidFill>
            <a:schemeClr val="tx1"/>
          </a:solidFill>
          <a:ln w="38100" cap="rnd">
            <a:solidFill>
              <a:schemeClr val="tx1"/>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useBgFill="1">
        <p:nvSpPr>
          <p:cNvPr id="9" name="Rectangle 8">
            <a:extLst>
              <a:ext uri="{FF2B5EF4-FFF2-40B4-BE49-F238E27FC236}">
                <a16:creationId xmlns:a16="http://schemas.microsoft.com/office/drawing/2014/main" id="{4D24BFD5-D814-402B-B6C4-EEF6AE14B0F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C44711B4-B963-4462-116C-63F9CA91AEB7}"/>
              </a:ext>
            </a:extLst>
          </p:cNvPr>
          <p:cNvSpPr>
            <a:spLocks noGrp="1"/>
          </p:cNvSpPr>
          <p:nvPr>
            <p:ph type="title"/>
          </p:nvPr>
        </p:nvSpPr>
        <p:spPr>
          <a:xfrm>
            <a:off x="838200" y="1122362"/>
            <a:ext cx="6281928" cy="4135437"/>
          </a:xfrm>
        </p:spPr>
        <p:txBody>
          <a:bodyPr vert="horz" lIns="91440" tIns="45720" rIns="91440" bIns="45720" rtlCol="0" anchor="b">
            <a:normAutofit/>
          </a:bodyPr>
          <a:lstStyle/>
          <a:p>
            <a:pPr algn="l"/>
            <a:r>
              <a:rPr lang="en-US" sz="8800"/>
              <a:t>Closing</a:t>
            </a:r>
          </a:p>
        </p:txBody>
      </p:sp>
      <p:sp>
        <p:nvSpPr>
          <p:cNvPr id="11" name="Rectangle 10">
            <a:extLst>
              <a:ext uri="{FF2B5EF4-FFF2-40B4-BE49-F238E27FC236}">
                <a16:creationId xmlns:a16="http://schemas.microsoft.com/office/drawing/2014/main" id="{36FED7E8-9A97-475F-9FA4-113410D4433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706139" y="1031284"/>
            <a:ext cx="3647661" cy="4436126"/>
          </a:xfrm>
          <a:custGeom>
            <a:avLst/>
            <a:gdLst>
              <a:gd name="csX0" fmla="*/ 0 w 3647661"/>
              <a:gd name="csY0" fmla="*/ 0 h 4436126"/>
              <a:gd name="csX1" fmla="*/ 498514 w 3647661"/>
              <a:gd name="csY1" fmla="*/ 0 h 4436126"/>
              <a:gd name="csX2" fmla="*/ 1069981 w 3647661"/>
              <a:gd name="csY2" fmla="*/ 0 h 4436126"/>
              <a:gd name="csX3" fmla="*/ 1714401 w 3647661"/>
              <a:gd name="csY3" fmla="*/ 0 h 4436126"/>
              <a:gd name="csX4" fmla="*/ 2285868 w 3647661"/>
              <a:gd name="csY4" fmla="*/ 0 h 4436126"/>
              <a:gd name="csX5" fmla="*/ 2784381 w 3647661"/>
              <a:gd name="csY5" fmla="*/ 0 h 4436126"/>
              <a:gd name="csX6" fmla="*/ 3647661 w 3647661"/>
              <a:gd name="csY6" fmla="*/ 0 h 4436126"/>
              <a:gd name="csX7" fmla="*/ 3647661 w 3647661"/>
              <a:gd name="csY7" fmla="*/ 633732 h 4436126"/>
              <a:gd name="csX8" fmla="*/ 3647661 w 3647661"/>
              <a:gd name="csY8" fmla="*/ 1267465 h 4436126"/>
              <a:gd name="csX9" fmla="*/ 3647661 w 3647661"/>
              <a:gd name="csY9" fmla="*/ 1768113 h 4436126"/>
              <a:gd name="csX10" fmla="*/ 3647661 w 3647661"/>
              <a:gd name="csY10" fmla="*/ 2446207 h 4436126"/>
              <a:gd name="csX11" fmla="*/ 3647661 w 3647661"/>
              <a:gd name="csY11" fmla="*/ 2946855 h 4436126"/>
              <a:gd name="csX12" fmla="*/ 3647661 w 3647661"/>
              <a:gd name="csY12" fmla="*/ 3580587 h 4436126"/>
              <a:gd name="csX13" fmla="*/ 3647661 w 3647661"/>
              <a:gd name="csY13" fmla="*/ 4436126 h 4436126"/>
              <a:gd name="csX14" fmla="*/ 3039718 w 3647661"/>
              <a:gd name="csY14" fmla="*/ 4436126 h 4436126"/>
              <a:gd name="csX15" fmla="*/ 2431774 w 3647661"/>
              <a:gd name="csY15" fmla="*/ 4436126 h 4436126"/>
              <a:gd name="csX16" fmla="*/ 1823831 w 3647661"/>
              <a:gd name="csY16" fmla="*/ 4436126 h 4436126"/>
              <a:gd name="csX17" fmla="*/ 1288840 w 3647661"/>
              <a:gd name="csY17" fmla="*/ 4436126 h 4436126"/>
              <a:gd name="csX18" fmla="*/ 607943 w 3647661"/>
              <a:gd name="csY18" fmla="*/ 4436126 h 4436126"/>
              <a:gd name="csX19" fmla="*/ 0 w 3647661"/>
              <a:gd name="csY19" fmla="*/ 4436126 h 4436126"/>
              <a:gd name="csX20" fmla="*/ 0 w 3647661"/>
              <a:gd name="csY20" fmla="*/ 3758032 h 4436126"/>
              <a:gd name="csX21" fmla="*/ 0 w 3647661"/>
              <a:gd name="csY21" fmla="*/ 3035578 h 4436126"/>
              <a:gd name="csX22" fmla="*/ 0 w 3647661"/>
              <a:gd name="csY22" fmla="*/ 2401845 h 4436126"/>
              <a:gd name="csX23" fmla="*/ 0 w 3647661"/>
              <a:gd name="csY23" fmla="*/ 1768113 h 4436126"/>
              <a:gd name="csX24" fmla="*/ 0 w 3647661"/>
              <a:gd name="csY24" fmla="*/ 1178742 h 4436126"/>
              <a:gd name="csX25" fmla="*/ 0 w 3647661"/>
              <a:gd name="csY25" fmla="*/ 589371 h 4436126"/>
              <a:gd name="csX26" fmla="*/ 0 w 3647661"/>
              <a:gd name="csY26" fmla="*/ 0 h 4436126"/>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Lst>
            <a:rect l="l" t="t" r="r" b="b"/>
            <a:pathLst>
              <a:path w="3647661" h="4436126" fill="none" extrusionOk="0">
                <a:moveTo>
                  <a:pt x="0" y="0"/>
                </a:moveTo>
                <a:cubicBezTo>
                  <a:pt x="116158" y="-16963"/>
                  <a:pt x="364681" y="-4006"/>
                  <a:pt x="498514" y="0"/>
                </a:cubicBezTo>
                <a:cubicBezTo>
                  <a:pt x="632347" y="4006"/>
                  <a:pt x="950865" y="15164"/>
                  <a:pt x="1069981" y="0"/>
                </a:cubicBezTo>
                <a:cubicBezTo>
                  <a:pt x="1189097" y="-15164"/>
                  <a:pt x="1556518" y="-23132"/>
                  <a:pt x="1714401" y="0"/>
                </a:cubicBezTo>
                <a:cubicBezTo>
                  <a:pt x="1872284" y="23132"/>
                  <a:pt x="2015985" y="9364"/>
                  <a:pt x="2285868" y="0"/>
                </a:cubicBezTo>
                <a:cubicBezTo>
                  <a:pt x="2555751" y="-9364"/>
                  <a:pt x="2555148" y="14141"/>
                  <a:pt x="2784381" y="0"/>
                </a:cubicBezTo>
                <a:cubicBezTo>
                  <a:pt x="3013614" y="-14141"/>
                  <a:pt x="3216105" y="-3763"/>
                  <a:pt x="3647661" y="0"/>
                </a:cubicBezTo>
                <a:cubicBezTo>
                  <a:pt x="3623206" y="221859"/>
                  <a:pt x="3622213" y="458853"/>
                  <a:pt x="3647661" y="633732"/>
                </a:cubicBezTo>
                <a:cubicBezTo>
                  <a:pt x="3673109" y="808611"/>
                  <a:pt x="3674779" y="1138417"/>
                  <a:pt x="3647661" y="1267465"/>
                </a:cubicBezTo>
                <a:cubicBezTo>
                  <a:pt x="3620543" y="1396513"/>
                  <a:pt x="3664792" y="1625185"/>
                  <a:pt x="3647661" y="1768113"/>
                </a:cubicBezTo>
                <a:cubicBezTo>
                  <a:pt x="3630530" y="1911041"/>
                  <a:pt x="3671056" y="2135008"/>
                  <a:pt x="3647661" y="2446207"/>
                </a:cubicBezTo>
                <a:cubicBezTo>
                  <a:pt x="3624266" y="2757406"/>
                  <a:pt x="3642702" y="2713342"/>
                  <a:pt x="3647661" y="2946855"/>
                </a:cubicBezTo>
                <a:cubicBezTo>
                  <a:pt x="3652620" y="3180368"/>
                  <a:pt x="3664319" y="3290221"/>
                  <a:pt x="3647661" y="3580587"/>
                </a:cubicBezTo>
                <a:cubicBezTo>
                  <a:pt x="3631003" y="3870953"/>
                  <a:pt x="3617531" y="4259425"/>
                  <a:pt x="3647661" y="4436126"/>
                </a:cubicBezTo>
                <a:cubicBezTo>
                  <a:pt x="3523929" y="4410412"/>
                  <a:pt x="3241413" y="4436068"/>
                  <a:pt x="3039718" y="4436126"/>
                </a:cubicBezTo>
                <a:cubicBezTo>
                  <a:pt x="2838023" y="4436184"/>
                  <a:pt x="2630387" y="4431142"/>
                  <a:pt x="2431774" y="4436126"/>
                </a:cubicBezTo>
                <a:cubicBezTo>
                  <a:pt x="2233161" y="4441110"/>
                  <a:pt x="2003296" y="4449826"/>
                  <a:pt x="1823831" y="4436126"/>
                </a:cubicBezTo>
                <a:cubicBezTo>
                  <a:pt x="1644366" y="4422426"/>
                  <a:pt x="1399453" y="4442442"/>
                  <a:pt x="1288840" y="4436126"/>
                </a:cubicBezTo>
                <a:cubicBezTo>
                  <a:pt x="1178227" y="4429810"/>
                  <a:pt x="793482" y="4411099"/>
                  <a:pt x="607943" y="4436126"/>
                </a:cubicBezTo>
                <a:cubicBezTo>
                  <a:pt x="422404" y="4461153"/>
                  <a:pt x="158703" y="4453091"/>
                  <a:pt x="0" y="4436126"/>
                </a:cubicBezTo>
                <a:cubicBezTo>
                  <a:pt x="8129" y="4099466"/>
                  <a:pt x="23502" y="4014012"/>
                  <a:pt x="0" y="3758032"/>
                </a:cubicBezTo>
                <a:cubicBezTo>
                  <a:pt x="-23502" y="3502052"/>
                  <a:pt x="8018" y="3295661"/>
                  <a:pt x="0" y="3035578"/>
                </a:cubicBezTo>
                <a:cubicBezTo>
                  <a:pt x="-8018" y="2775495"/>
                  <a:pt x="-8720" y="2595880"/>
                  <a:pt x="0" y="2401845"/>
                </a:cubicBezTo>
                <a:cubicBezTo>
                  <a:pt x="8720" y="2207810"/>
                  <a:pt x="9279" y="1982551"/>
                  <a:pt x="0" y="1768113"/>
                </a:cubicBezTo>
                <a:cubicBezTo>
                  <a:pt x="-9279" y="1553675"/>
                  <a:pt x="7090" y="1354447"/>
                  <a:pt x="0" y="1178742"/>
                </a:cubicBezTo>
                <a:cubicBezTo>
                  <a:pt x="-7090" y="1003037"/>
                  <a:pt x="-23786" y="768334"/>
                  <a:pt x="0" y="589371"/>
                </a:cubicBezTo>
                <a:cubicBezTo>
                  <a:pt x="23786" y="410408"/>
                  <a:pt x="-16955" y="242082"/>
                  <a:pt x="0" y="0"/>
                </a:cubicBezTo>
                <a:close/>
              </a:path>
              <a:path w="3647661" h="4436126" stroke="0" extrusionOk="0">
                <a:moveTo>
                  <a:pt x="0" y="0"/>
                </a:moveTo>
                <a:cubicBezTo>
                  <a:pt x="171149" y="-7244"/>
                  <a:pt x="374684" y="2591"/>
                  <a:pt x="534990" y="0"/>
                </a:cubicBezTo>
                <a:cubicBezTo>
                  <a:pt x="695296" y="-2591"/>
                  <a:pt x="907320" y="7483"/>
                  <a:pt x="1069981" y="0"/>
                </a:cubicBezTo>
                <a:cubicBezTo>
                  <a:pt x="1232642" y="-7483"/>
                  <a:pt x="1543604" y="-26203"/>
                  <a:pt x="1677924" y="0"/>
                </a:cubicBezTo>
                <a:cubicBezTo>
                  <a:pt x="1812244" y="26203"/>
                  <a:pt x="2140632" y="31361"/>
                  <a:pt x="2322344" y="0"/>
                </a:cubicBezTo>
                <a:cubicBezTo>
                  <a:pt x="2504056" y="-31361"/>
                  <a:pt x="2658834" y="3381"/>
                  <a:pt x="2893811" y="0"/>
                </a:cubicBezTo>
                <a:cubicBezTo>
                  <a:pt x="3128788" y="-3381"/>
                  <a:pt x="3338741" y="-10376"/>
                  <a:pt x="3647661" y="0"/>
                </a:cubicBezTo>
                <a:cubicBezTo>
                  <a:pt x="3628986" y="244498"/>
                  <a:pt x="3624774" y="362520"/>
                  <a:pt x="3647661" y="545010"/>
                </a:cubicBezTo>
                <a:cubicBezTo>
                  <a:pt x="3670549" y="727500"/>
                  <a:pt x="3619543" y="968439"/>
                  <a:pt x="3647661" y="1134381"/>
                </a:cubicBezTo>
                <a:cubicBezTo>
                  <a:pt x="3675779" y="1300323"/>
                  <a:pt x="3670065" y="1646297"/>
                  <a:pt x="3647661" y="1856836"/>
                </a:cubicBezTo>
                <a:cubicBezTo>
                  <a:pt x="3625257" y="2067375"/>
                  <a:pt x="3632904" y="2315399"/>
                  <a:pt x="3647661" y="2490568"/>
                </a:cubicBezTo>
                <a:cubicBezTo>
                  <a:pt x="3662418" y="2665737"/>
                  <a:pt x="3616073" y="2880164"/>
                  <a:pt x="3647661" y="3124300"/>
                </a:cubicBezTo>
                <a:cubicBezTo>
                  <a:pt x="3679249" y="3368436"/>
                  <a:pt x="3677361" y="3519722"/>
                  <a:pt x="3647661" y="3758032"/>
                </a:cubicBezTo>
                <a:cubicBezTo>
                  <a:pt x="3617961" y="3996342"/>
                  <a:pt x="3615180" y="4147465"/>
                  <a:pt x="3647661" y="4436126"/>
                </a:cubicBezTo>
                <a:cubicBezTo>
                  <a:pt x="3506685" y="4421969"/>
                  <a:pt x="3266652" y="4433618"/>
                  <a:pt x="3149147" y="4436126"/>
                </a:cubicBezTo>
                <a:cubicBezTo>
                  <a:pt x="3031642" y="4438634"/>
                  <a:pt x="2832267" y="4432536"/>
                  <a:pt x="2650634" y="4436126"/>
                </a:cubicBezTo>
                <a:cubicBezTo>
                  <a:pt x="2469001" y="4439716"/>
                  <a:pt x="2324677" y="4416284"/>
                  <a:pt x="2042690" y="4436126"/>
                </a:cubicBezTo>
                <a:cubicBezTo>
                  <a:pt x="1760703" y="4455968"/>
                  <a:pt x="1686949" y="4416099"/>
                  <a:pt x="1398270" y="4436126"/>
                </a:cubicBezTo>
                <a:cubicBezTo>
                  <a:pt x="1109591" y="4456153"/>
                  <a:pt x="1071585" y="4455485"/>
                  <a:pt x="899756" y="4436126"/>
                </a:cubicBezTo>
                <a:cubicBezTo>
                  <a:pt x="727927" y="4416767"/>
                  <a:pt x="344407" y="4430463"/>
                  <a:pt x="0" y="4436126"/>
                </a:cubicBezTo>
                <a:cubicBezTo>
                  <a:pt x="5440" y="4303018"/>
                  <a:pt x="91" y="4161914"/>
                  <a:pt x="0" y="3891116"/>
                </a:cubicBezTo>
                <a:cubicBezTo>
                  <a:pt x="-91" y="3620318"/>
                  <a:pt x="-11601" y="3462294"/>
                  <a:pt x="0" y="3301745"/>
                </a:cubicBezTo>
                <a:cubicBezTo>
                  <a:pt x="11601" y="3141196"/>
                  <a:pt x="22776" y="2916996"/>
                  <a:pt x="0" y="2756735"/>
                </a:cubicBezTo>
                <a:cubicBezTo>
                  <a:pt x="-22776" y="2596474"/>
                  <a:pt x="5257" y="2440491"/>
                  <a:pt x="0" y="2256087"/>
                </a:cubicBezTo>
                <a:cubicBezTo>
                  <a:pt x="-5257" y="2071683"/>
                  <a:pt x="20189" y="1902567"/>
                  <a:pt x="0" y="1666716"/>
                </a:cubicBezTo>
                <a:cubicBezTo>
                  <a:pt x="-20189" y="1430865"/>
                  <a:pt x="-21241" y="1161108"/>
                  <a:pt x="0" y="988622"/>
                </a:cubicBezTo>
                <a:cubicBezTo>
                  <a:pt x="21241" y="816136"/>
                  <a:pt x="17108" y="406740"/>
                  <a:pt x="0" y="0"/>
                </a:cubicBezTo>
                <a:close/>
              </a:path>
            </a:pathLst>
          </a:custGeom>
          <a:ln w="57150">
            <a:solidFill>
              <a:schemeClr val="accent1"/>
            </a:solidFill>
            <a:extLst>
              <a:ext uri="{C807C97D-BFC1-408E-A445-0C87EB9F89A2}">
                <ask:lineSketchStyleProps xmlns:ask="http://schemas.microsoft.com/office/drawing/2018/sketchyshapes" sd="687283399">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6">
            <a:extLst>
              <a:ext uri="{FF2B5EF4-FFF2-40B4-BE49-F238E27FC236}">
                <a16:creationId xmlns:a16="http://schemas.microsoft.com/office/drawing/2014/main" id="{2A39B854-4B6C-4F7F-A602-6F97770CED7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38199" y="5439978"/>
            <a:ext cx="6281928" cy="27432"/>
          </a:xfrm>
          <a:custGeom>
            <a:avLst/>
            <a:gdLst>
              <a:gd name="csX0" fmla="*/ 0 w 6281928"/>
              <a:gd name="csY0" fmla="*/ 0 h 27432"/>
              <a:gd name="csX1" fmla="*/ 572353 w 6281928"/>
              <a:gd name="csY1" fmla="*/ 0 h 27432"/>
              <a:gd name="csX2" fmla="*/ 1207526 w 6281928"/>
              <a:gd name="csY2" fmla="*/ 0 h 27432"/>
              <a:gd name="csX3" fmla="*/ 1779880 w 6281928"/>
              <a:gd name="csY3" fmla="*/ 0 h 27432"/>
              <a:gd name="csX4" fmla="*/ 2540691 w 6281928"/>
              <a:gd name="csY4" fmla="*/ 0 h 27432"/>
              <a:gd name="csX5" fmla="*/ 3238683 w 6281928"/>
              <a:gd name="csY5" fmla="*/ 0 h 27432"/>
              <a:gd name="csX6" fmla="*/ 3936675 w 6281928"/>
              <a:gd name="csY6" fmla="*/ 0 h 27432"/>
              <a:gd name="csX7" fmla="*/ 4760305 w 6281928"/>
              <a:gd name="csY7" fmla="*/ 0 h 27432"/>
              <a:gd name="csX8" fmla="*/ 5521117 w 6281928"/>
              <a:gd name="csY8" fmla="*/ 0 h 27432"/>
              <a:gd name="csX9" fmla="*/ 6281928 w 6281928"/>
              <a:gd name="csY9" fmla="*/ 0 h 27432"/>
              <a:gd name="csX10" fmla="*/ 6281928 w 6281928"/>
              <a:gd name="csY10" fmla="*/ 27432 h 27432"/>
              <a:gd name="csX11" fmla="*/ 5772394 w 6281928"/>
              <a:gd name="csY11" fmla="*/ 27432 h 27432"/>
              <a:gd name="csX12" fmla="*/ 5200040 w 6281928"/>
              <a:gd name="csY12" fmla="*/ 27432 h 27432"/>
              <a:gd name="csX13" fmla="*/ 4439229 w 6281928"/>
              <a:gd name="csY13" fmla="*/ 27432 h 27432"/>
              <a:gd name="csX14" fmla="*/ 3615599 w 6281928"/>
              <a:gd name="csY14" fmla="*/ 27432 h 27432"/>
              <a:gd name="csX15" fmla="*/ 2980426 w 6281928"/>
              <a:gd name="csY15" fmla="*/ 27432 h 27432"/>
              <a:gd name="csX16" fmla="*/ 2156795 w 6281928"/>
              <a:gd name="csY16" fmla="*/ 27432 h 27432"/>
              <a:gd name="csX17" fmla="*/ 1584442 w 6281928"/>
              <a:gd name="csY17" fmla="*/ 27432 h 27432"/>
              <a:gd name="csX18" fmla="*/ 1074908 w 6281928"/>
              <a:gd name="csY18" fmla="*/ 27432 h 27432"/>
              <a:gd name="csX19" fmla="*/ 0 w 6281928"/>
              <a:gd name="csY19" fmla="*/ 27432 h 27432"/>
              <a:gd name="csX20" fmla="*/ 0 w 6281928"/>
              <a:gd name="csY20" fmla="*/ 0 h 27432"/>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Lst>
            <a:rect l="l" t="t" r="r" b="b"/>
            <a:pathLst>
              <a:path w="6281928" h="27432" fill="none" extrusionOk="0">
                <a:moveTo>
                  <a:pt x="0" y="0"/>
                </a:moveTo>
                <a:cubicBezTo>
                  <a:pt x="205960" y="24870"/>
                  <a:pt x="343550" y="5918"/>
                  <a:pt x="572353" y="0"/>
                </a:cubicBezTo>
                <a:cubicBezTo>
                  <a:pt x="801156" y="-5918"/>
                  <a:pt x="1015649" y="-11381"/>
                  <a:pt x="1207526" y="0"/>
                </a:cubicBezTo>
                <a:cubicBezTo>
                  <a:pt x="1399403" y="11381"/>
                  <a:pt x="1549725" y="7866"/>
                  <a:pt x="1779880" y="0"/>
                </a:cubicBezTo>
                <a:cubicBezTo>
                  <a:pt x="2010035" y="-7866"/>
                  <a:pt x="2190674" y="12826"/>
                  <a:pt x="2540691" y="0"/>
                </a:cubicBezTo>
                <a:cubicBezTo>
                  <a:pt x="2890708" y="-12826"/>
                  <a:pt x="3025718" y="-18534"/>
                  <a:pt x="3238683" y="0"/>
                </a:cubicBezTo>
                <a:cubicBezTo>
                  <a:pt x="3451648" y="18534"/>
                  <a:pt x="3603947" y="14884"/>
                  <a:pt x="3936675" y="0"/>
                </a:cubicBezTo>
                <a:cubicBezTo>
                  <a:pt x="4269403" y="-14884"/>
                  <a:pt x="4480718" y="-24607"/>
                  <a:pt x="4760305" y="0"/>
                </a:cubicBezTo>
                <a:cubicBezTo>
                  <a:pt x="5039892" y="24607"/>
                  <a:pt x="5359549" y="-31311"/>
                  <a:pt x="5521117" y="0"/>
                </a:cubicBezTo>
                <a:cubicBezTo>
                  <a:pt x="5682685" y="31311"/>
                  <a:pt x="5986067" y="-12593"/>
                  <a:pt x="6281928" y="0"/>
                </a:cubicBezTo>
                <a:cubicBezTo>
                  <a:pt x="6282764" y="13055"/>
                  <a:pt x="6281755" y="18641"/>
                  <a:pt x="6281928" y="27432"/>
                </a:cubicBezTo>
                <a:cubicBezTo>
                  <a:pt x="6078981" y="17572"/>
                  <a:pt x="5961061" y="11434"/>
                  <a:pt x="5772394" y="27432"/>
                </a:cubicBezTo>
                <a:cubicBezTo>
                  <a:pt x="5583727" y="43430"/>
                  <a:pt x="5329968" y="33352"/>
                  <a:pt x="5200040" y="27432"/>
                </a:cubicBezTo>
                <a:cubicBezTo>
                  <a:pt x="5070112" y="21512"/>
                  <a:pt x="4793288" y="30214"/>
                  <a:pt x="4439229" y="27432"/>
                </a:cubicBezTo>
                <a:cubicBezTo>
                  <a:pt x="4085170" y="24650"/>
                  <a:pt x="3813765" y="-7322"/>
                  <a:pt x="3615599" y="27432"/>
                </a:cubicBezTo>
                <a:cubicBezTo>
                  <a:pt x="3417433" y="62186"/>
                  <a:pt x="3133643" y="29871"/>
                  <a:pt x="2980426" y="27432"/>
                </a:cubicBezTo>
                <a:cubicBezTo>
                  <a:pt x="2827209" y="24993"/>
                  <a:pt x="2380685" y="60994"/>
                  <a:pt x="2156795" y="27432"/>
                </a:cubicBezTo>
                <a:cubicBezTo>
                  <a:pt x="1932905" y="-6130"/>
                  <a:pt x="1716744" y="7746"/>
                  <a:pt x="1584442" y="27432"/>
                </a:cubicBezTo>
                <a:cubicBezTo>
                  <a:pt x="1452140" y="47118"/>
                  <a:pt x="1280887" y="21894"/>
                  <a:pt x="1074908" y="27432"/>
                </a:cubicBezTo>
                <a:cubicBezTo>
                  <a:pt x="868929" y="32970"/>
                  <a:pt x="318124" y="-8734"/>
                  <a:pt x="0" y="27432"/>
                </a:cubicBezTo>
                <a:cubicBezTo>
                  <a:pt x="988" y="17221"/>
                  <a:pt x="-970" y="7538"/>
                  <a:pt x="0" y="0"/>
                </a:cubicBezTo>
                <a:close/>
              </a:path>
              <a:path w="6281928" h="27432" stroke="0" extrusionOk="0">
                <a:moveTo>
                  <a:pt x="0" y="0"/>
                </a:moveTo>
                <a:cubicBezTo>
                  <a:pt x="135290" y="27650"/>
                  <a:pt x="488372" y="4391"/>
                  <a:pt x="635173" y="0"/>
                </a:cubicBezTo>
                <a:cubicBezTo>
                  <a:pt x="781974" y="-4391"/>
                  <a:pt x="992816" y="14310"/>
                  <a:pt x="1144707" y="0"/>
                </a:cubicBezTo>
                <a:cubicBezTo>
                  <a:pt x="1296598" y="-14310"/>
                  <a:pt x="1796462" y="-1258"/>
                  <a:pt x="1968337" y="0"/>
                </a:cubicBezTo>
                <a:cubicBezTo>
                  <a:pt x="2140212" y="1258"/>
                  <a:pt x="2343376" y="-12852"/>
                  <a:pt x="2603510" y="0"/>
                </a:cubicBezTo>
                <a:cubicBezTo>
                  <a:pt x="2863644" y="12852"/>
                  <a:pt x="2935073" y="-10591"/>
                  <a:pt x="3238683" y="0"/>
                </a:cubicBezTo>
                <a:cubicBezTo>
                  <a:pt x="3542293" y="10591"/>
                  <a:pt x="3731676" y="3538"/>
                  <a:pt x="4062313" y="0"/>
                </a:cubicBezTo>
                <a:cubicBezTo>
                  <a:pt x="4392950" y="-3538"/>
                  <a:pt x="4440715" y="28126"/>
                  <a:pt x="4634667" y="0"/>
                </a:cubicBezTo>
                <a:cubicBezTo>
                  <a:pt x="4828619" y="-28126"/>
                  <a:pt x="5052661" y="8974"/>
                  <a:pt x="5458297" y="0"/>
                </a:cubicBezTo>
                <a:cubicBezTo>
                  <a:pt x="5863933" y="-8974"/>
                  <a:pt x="5906900" y="-24516"/>
                  <a:pt x="6281928" y="0"/>
                </a:cubicBezTo>
                <a:cubicBezTo>
                  <a:pt x="6282725" y="11634"/>
                  <a:pt x="6283131" y="16994"/>
                  <a:pt x="6281928" y="27432"/>
                </a:cubicBezTo>
                <a:cubicBezTo>
                  <a:pt x="6036108" y="24483"/>
                  <a:pt x="5743611" y="19559"/>
                  <a:pt x="5583936" y="27432"/>
                </a:cubicBezTo>
                <a:cubicBezTo>
                  <a:pt x="5424261" y="35305"/>
                  <a:pt x="5250533" y="8965"/>
                  <a:pt x="4948763" y="27432"/>
                </a:cubicBezTo>
                <a:cubicBezTo>
                  <a:pt x="4646993" y="45899"/>
                  <a:pt x="4354673" y="16709"/>
                  <a:pt x="4125133" y="27432"/>
                </a:cubicBezTo>
                <a:cubicBezTo>
                  <a:pt x="3895593" y="38156"/>
                  <a:pt x="3570246" y="38353"/>
                  <a:pt x="3301502" y="27432"/>
                </a:cubicBezTo>
                <a:cubicBezTo>
                  <a:pt x="3032758" y="16511"/>
                  <a:pt x="2955340" y="21049"/>
                  <a:pt x="2729149" y="27432"/>
                </a:cubicBezTo>
                <a:cubicBezTo>
                  <a:pt x="2502958" y="33815"/>
                  <a:pt x="2269423" y="12286"/>
                  <a:pt x="2031157" y="27432"/>
                </a:cubicBezTo>
                <a:cubicBezTo>
                  <a:pt x="1792891" y="42578"/>
                  <a:pt x="1484731" y="31266"/>
                  <a:pt x="1207526" y="27432"/>
                </a:cubicBezTo>
                <a:cubicBezTo>
                  <a:pt x="930321" y="23598"/>
                  <a:pt x="560231" y="-24258"/>
                  <a:pt x="0" y="27432"/>
                </a:cubicBezTo>
                <a:cubicBezTo>
                  <a:pt x="894" y="14250"/>
                  <a:pt x="667" y="11053"/>
                  <a:pt x="0" y="0"/>
                </a:cubicBezTo>
                <a:close/>
              </a:path>
            </a:pathLst>
          </a:custGeom>
          <a:solidFill>
            <a:schemeClr val="accent1"/>
          </a:solidFill>
          <a:ln w="41275" cap="rnd">
            <a:solidFill>
              <a:schemeClr val="accent1"/>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331916422"/>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solidFill>
          <a:schemeClr val="accent2">
            <a:lumMod val="20000"/>
            <a:lumOff val="80000"/>
          </a:schemeClr>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743AA782-23D1-4521-8CAD-47662984AA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56140478-0842-3FFB-D963-DC415BD41D34}"/>
              </a:ext>
            </a:extLst>
          </p:cNvPr>
          <p:cNvSpPr>
            <a:spLocks noGrp="1"/>
          </p:cNvSpPr>
          <p:nvPr>
            <p:ph type="title"/>
          </p:nvPr>
        </p:nvSpPr>
        <p:spPr>
          <a:xfrm>
            <a:off x="630936" y="640080"/>
            <a:ext cx="4818888" cy="1481328"/>
          </a:xfrm>
        </p:spPr>
        <p:txBody>
          <a:bodyPr anchor="b">
            <a:normAutofit/>
          </a:bodyPr>
          <a:lstStyle/>
          <a:p>
            <a:pPr>
              <a:lnSpc>
                <a:spcPct val="90000"/>
              </a:lnSpc>
            </a:pPr>
            <a:r>
              <a:rPr lang="en-US" sz="4800"/>
              <a:t>Email the Employee and update the case log</a:t>
            </a:r>
          </a:p>
        </p:txBody>
      </p:sp>
      <p:sp>
        <p:nvSpPr>
          <p:cNvPr id="12" name="Rectangle 6">
            <a:extLst>
              <a:ext uri="{FF2B5EF4-FFF2-40B4-BE49-F238E27FC236}">
                <a16:creationId xmlns:a16="http://schemas.microsoft.com/office/drawing/2014/main" id="{3CE8AF5E-D374-4CF1-90CC-35CF73B81C3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30936" y="2386584"/>
            <a:ext cx="4114800" cy="18288"/>
          </a:xfrm>
          <a:custGeom>
            <a:avLst/>
            <a:gdLst>
              <a:gd name="csX0" fmla="*/ 0 w 4114800"/>
              <a:gd name="csY0" fmla="*/ 0 h 18288"/>
              <a:gd name="csX1" fmla="*/ 768096 w 4114800"/>
              <a:gd name="csY1" fmla="*/ 0 h 18288"/>
              <a:gd name="csX2" fmla="*/ 1495044 w 4114800"/>
              <a:gd name="csY2" fmla="*/ 0 h 18288"/>
              <a:gd name="csX3" fmla="*/ 2221992 w 4114800"/>
              <a:gd name="csY3" fmla="*/ 0 h 18288"/>
              <a:gd name="csX4" fmla="*/ 2784348 w 4114800"/>
              <a:gd name="csY4" fmla="*/ 0 h 18288"/>
              <a:gd name="csX5" fmla="*/ 3387852 w 4114800"/>
              <a:gd name="csY5" fmla="*/ 0 h 18288"/>
              <a:gd name="csX6" fmla="*/ 4114800 w 4114800"/>
              <a:gd name="csY6" fmla="*/ 0 h 18288"/>
              <a:gd name="csX7" fmla="*/ 4114800 w 4114800"/>
              <a:gd name="csY7" fmla="*/ 18288 h 18288"/>
              <a:gd name="csX8" fmla="*/ 3429000 w 4114800"/>
              <a:gd name="csY8" fmla="*/ 18288 h 18288"/>
              <a:gd name="csX9" fmla="*/ 2866644 w 4114800"/>
              <a:gd name="csY9" fmla="*/ 18288 h 18288"/>
              <a:gd name="csX10" fmla="*/ 2304288 w 4114800"/>
              <a:gd name="csY10" fmla="*/ 18288 h 18288"/>
              <a:gd name="csX11" fmla="*/ 1577340 w 4114800"/>
              <a:gd name="csY11" fmla="*/ 18288 h 18288"/>
              <a:gd name="csX12" fmla="*/ 973836 w 4114800"/>
              <a:gd name="csY12" fmla="*/ 18288 h 18288"/>
              <a:gd name="csX13" fmla="*/ 0 w 4114800"/>
              <a:gd name="csY13" fmla="*/ 18288 h 18288"/>
              <a:gd name="csX14" fmla="*/ 0 w 4114800"/>
              <a:gd name="csY14"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Lst>
            <a:rect l="l" t="t" r="r" b="b"/>
            <a:pathLst>
              <a:path w="4114800" h="18288" fill="none" extrusionOk="0">
                <a:moveTo>
                  <a:pt x="0" y="0"/>
                </a:moveTo>
                <a:cubicBezTo>
                  <a:pt x="338280" y="-26110"/>
                  <a:pt x="483942" y="6555"/>
                  <a:pt x="768096" y="0"/>
                </a:cubicBezTo>
                <a:cubicBezTo>
                  <a:pt x="1052250" y="-6555"/>
                  <a:pt x="1331484" y="24616"/>
                  <a:pt x="1495044" y="0"/>
                </a:cubicBezTo>
                <a:cubicBezTo>
                  <a:pt x="1658604" y="-24616"/>
                  <a:pt x="2056661" y="-33562"/>
                  <a:pt x="2221992" y="0"/>
                </a:cubicBezTo>
                <a:cubicBezTo>
                  <a:pt x="2387323" y="33562"/>
                  <a:pt x="2629463" y="-20094"/>
                  <a:pt x="2784348" y="0"/>
                </a:cubicBezTo>
                <a:cubicBezTo>
                  <a:pt x="2939233" y="20094"/>
                  <a:pt x="3151981" y="1524"/>
                  <a:pt x="3387852" y="0"/>
                </a:cubicBezTo>
                <a:cubicBezTo>
                  <a:pt x="3623723" y="-1524"/>
                  <a:pt x="3882724" y="26165"/>
                  <a:pt x="4114800" y="0"/>
                </a:cubicBezTo>
                <a:cubicBezTo>
                  <a:pt x="4114300" y="8855"/>
                  <a:pt x="4114909" y="14521"/>
                  <a:pt x="4114800" y="18288"/>
                </a:cubicBezTo>
                <a:cubicBezTo>
                  <a:pt x="3910038" y="37744"/>
                  <a:pt x="3683432" y="-3969"/>
                  <a:pt x="3429000" y="18288"/>
                </a:cubicBezTo>
                <a:cubicBezTo>
                  <a:pt x="3174568" y="40545"/>
                  <a:pt x="3085815" y="44166"/>
                  <a:pt x="2866644" y="18288"/>
                </a:cubicBezTo>
                <a:cubicBezTo>
                  <a:pt x="2647473" y="-7590"/>
                  <a:pt x="2580474" y="31338"/>
                  <a:pt x="2304288" y="18288"/>
                </a:cubicBezTo>
                <a:cubicBezTo>
                  <a:pt x="2028102" y="5238"/>
                  <a:pt x="1863008" y="-2001"/>
                  <a:pt x="1577340" y="18288"/>
                </a:cubicBezTo>
                <a:cubicBezTo>
                  <a:pt x="1291672" y="38577"/>
                  <a:pt x="1243931" y="9893"/>
                  <a:pt x="973836" y="18288"/>
                </a:cubicBezTo>
                <a:cubicBezTo>
                  <a:pt x="703741" y="26683"/>
                  <a:pt x="317656" y="-5910"/>
                  <a:pt x="0" y="18288"/>
                </a:cubicBezTo>
                <a:cubicBezTo>
                  <a:pt x="683" y="12014"/>
                  <a:pt x="724" y="5908"/>
                  <a:pt x="0" y="0"/>
                </a:cubicBezTo>
                <a:close/>
              </a:path>
              <a:path w="4114800" h="18288" stroke="0" extrusionOk="0">
                <a:moveTo>
                  <a:pt x="0" y="0"/>
                </a:moveTo>
                <a:cubicBezTo>
                  <a:pt x="276109" y="5266"/>
                  <a:pt x="325589" y="-19584"/>
                  <a:pt x="644652" y="0"/>
                </a:cubicBezTo>
                <a:cubicBezTo>
                  <a:pt x="963715" y="19584"/>
                  <a:pt x="1064991" y="6066"/>
                  <a:pt x="1207008" y="0"/>
                </a:cubicBezTo>
                <a:cubicBezTo>
                  <a:pt x="1349025" y="-6066"/>
                  <a:pt x="1791724" y="14506"/>
                  <a:pt x="1975104" y="0"/>
                </a:cubicBezTo>
                <a:cubicBezTo>
                  <a:pt x="2158484" y="-14506"/>
                  <a:pt x="2397469" y="20822"/>
                  <a:pt x="2619756" y="0"/>
                </a:cubicBezTo>
                <a:cubicBezTo>
                  <a:pt x="2842043" y="-20822"/>
                  <a:pt x="2992157" y="20388"/>
                  <a:pt x="3264408" y="0"/>
                </a:cubicBezTo>
                <a:cubicBezTo>
                  <a:pt x="3536659" y="-20388"/>
                  <a:pt x="3855620" y="38211"/>
                  <a:pt x="4114800" y="0"/>
                </a:cubicBezTo>
                <a:cubicBezTo>
                  <a:pt x="4113902" y="7180"/>
                  <a:pt x="4114969" y="13790"/>
                  <a:pt x="4114800" y="18288"/>
                </a:cubicBezTo>
                <a:cubicBezTo>
                  <a:pt x="3968901" y="8593"/>
                  <a:pt x="3623428" y="17559"/>
                  <a:pt x="3429000" y="18288"/>
                </a:cubicBezTo>
                <a:cubicBezTo>
                  <a:pt x="3234572" y="19017"/>
                  <a:pt x="3085079" y="41804"/>
                  <a:pt x="2866644" y="18288"/>
                </a:cubicBezTo>
                <a:cubicBezTo>
                  <a:pt x="2648209" y="-5228"/>
                  <a:pt x="2451737" y="24580"/>
                  <a:pt x="2180844" y="18288"/>
                </a:cubicBezTo>
                <a:cubicBezTo>
                  <a:pt x="1909951" y="11996"/>
                  <a:pt x="1681589" y="12244"/>
                  <a:pt x="1495044" y="18288"/>
                </a:cubicBezTo>
                <a:cubicBezTo>
                  <a:pt x="1308499" y="24332"/>
                  <a:pt x="1136614" y="21789"/>
                  <a:pt x="850392" y="18288"/>
                </a:cubicBezTo>
                <a:cubicBezTo>
                  <a:pt x="564170" y="14787"/>
                  <a:pt x="210636" y="54701"/>
                  <a:pt x="0" y="18288"/>
                </a:cubicBezTo>
                <a:cubicBezTo>
                  <a:pt x="571" y="10093"/>
                  <a:pt x="-125" y="8407"/>
                  <a:pt x="0" y="0"/>
                </a:cubicBezTo>
                <a:close/>
              </a:path>
            </a:pathLst>
          </a:custGeom>
          <a:solidFill>
            <a:schemeClr val="accent1"/>
          </a:solidFill>
          <a:ln w="38100" cap="rnd">
            <a:solidFill>
              <a:schemeClr val="accent1"/>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21CAA346-7BE5-F7B9-6219-A7E844F58525}"/>
              </a:ext>
            </a:extLst>
          </p:cNvPr>
          <p:cNvSpPr>
            <a:spLocks noGrp="1"/>
          </p:cNvSpPr>
          <p:nvPr>
            <p:ph idx="1"/>
          </p:nvPr>
        </p:nvSpPr>
        <p:spPr>
          <a:xfrm>
            <a:off x="630936" y="2660904"/>
            <a:ext cx="4818888" cy="3547872"/>
          </a:xfrm>
        </p:spPr>
        <p:txBody>
          <a:bodyPr vert="horz" lIns="91440" tIns="45720" rIns="91440" bIns="45720" rtlCol="0" anchor="t">
            <a:normAutofit/>
          </a:bodyPr>
          <a:lstStyle/>
          <a:p>
            <a:pPr>
              <a:lnSpc>
                <a:spcPct val="100000"/>
              </a:lnSpc>
            </a:pPr>
            <a:r>
              <a:rPr lang="en-US" sz="2400"/>
              <a:t>Send your employee an email informing them of the status of the case. In our example, we would inform Wally that we have won, what actions were taken such as removal of AWOL, and any other details that may be important. If we notice an issue that the employee did, this is a great chance to let them know or at least be aware of so we can further help prevent issues from arising.</a:t>
            </a:r>
          </a:p>
          <a:p>
            <a:pPr>
              <a:lnSpc>
                <a:spcPct val="100000"/>
              </a:lnSpc>
            </a:pPr>
            <a:r>
              <a:rPr lang="en-US" sz="2400"/>
              <a:t>Update your case log to track the case.</a:t>
            </a:r>
          </a:p>
        </p:txBody>
      </p:sp>
      <mc:AlternateContent xmlns:mc="http://schemas.openxmlformats.org/markup-compatibility/2006" xmlns:p14="http://schemas.microsoft.com/office/powerpoint/2010/main">
        <mc:Choice Requires="p14">
          <p:contentPart p14:bwMode="auto" r:id="rId2">
            <p14:nvContentPartPr>
              <p14:cNvPr id="14" name="Ink 13">
                <a:extLst>
                  <a:ext uri="{FF2B5EF4-FFF2-40B4-BE49-F238E27FC236}">
                    <a16:creationId xmlns:a16="http://schemas.microsoft.com/office/drawing/2014/main" id="{070477C5-0410-4E4F-97A1-F84C2465C187}"/>
                  </a:ext>
                  <a:ext uri="{C183D7F6-B498-43B3-948B-1728B52AA6E4}">
                    <adec:decorative xmlns:adec="http://schemas.microsoft.com/office/drawing/2017/decorative" val="1"/>
                  </a:ext>
                </a:extLst>
              </p14:cNvPr>
              <p14:cNvContentPartPr>
                <a14:cpLocks xmlns:a14="http://schemas.microsoft.com/office/drawing/2010/main" noGrp="1" noRot="1" noChangeAspect="1" noMove="1" noResize="1" noEditPoints="1" noAdjustHandles="1" noChangeArrowheads="1" noChangeShapeType="1"/>
              </p14:cNvContentPartPr>
              <p14:nvPr>
                <p:extLst>
                  <p:ext uri="{386F3935-93C4-4BCD-93E2-E3B085C9AB24}">
                    <p16:designElem xmlns:p16="http://schemas.microsoft.com/office/powerpoint/2015/main" val="1"/>
                  </p:ext>
                </p:extLst>
              </p14:nvPr>
            </p14:nvContentPartPr>
            <p14:xfrm>
              <a:off x="5755403" y="1971579"/>
              <a:ext cx="360" cy="2160"/>
            </p14:xfrm>
          </p:contentPart>
        </mc:Choice>
        <mc:Fallback xmlns="">
          <p:pic>
            <p:nvPicPr>
              <p:cNvPr id="14" name="Ink 13">
                <a:extLst>
                  <a:ext uri="{FF2B5EF4-FFF2-40B4-BE49-F238E27FC236}">
                    <a16:creationId xmlns:a16="http://schemas.microsoft.com/office/drawing/2014/main" id="{070477C5-0410-4E4F-97A1-F84C2465C187}"/>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p:cNvPicPr>
              <p:nvPr/>
            </p:nvPicPr>
            <p:blipFill>
              <a:blip r:embed="rId3"/>
              <a:stretch>
                <a:fillRect/>
              </a:stretch>
            </p:blipFill>
            <p:spPr>
              <a:xfrm>
                <a:off x="5737403" y="1956150"/>
                <a:ext cx="36000" cy="32709"/>
              </a:xfrm>
              <a:prstGeom prst="rect">
                <a:avLst/>
              </a:prstGeom>
            </p:spPr>
          </p:pic>
        </mc:Fallback>
      </mc:AlternateContent>
      <p:pic>
        <p:nvPicPr>
          <p:cNvPr id="7" name="Graphic 6" descr="Programmer">
            <a:extLst>
              <a:ext uri="{FF2B5EF4-FFF2-40B4-BE49-F238E27FC236}">
                <a16:creationId xmlns:a16="http://schemas.microsoft.com/office/drawing/2014/main" id="{BD1A3DAA-5AA1-B7F6-A309-6C44D686645F}"/>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6099048" y="699516"/>
            <a:ext cx="5458968" cy="5458968"/>
          </a:xfrm>
          <a:prstGeom prst="rect">
            <a:avLst/>
          </a:prstGeom>
        </p:spPr>
      </p:pic>
    </p:spTree>
    <p:extLst>
      <p:ext uri="{BB962C8B-B14F-4D97-AF65-F5344CB8AC3E}">
        <p14:creationId xmlns:p14="http://schemas.microsoft.com/office/powerpoint/2010/main" val="683455113"/>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bg>
      <p:bgPr>
        <a:solidFill>
          <a:schemeClr val="accent2">
            <a:lumMod val="20000"/>
            <a:lumOff val="80000"/>
          </a:schemeClr>
        </a:solidFill>
        <a:effectLst/>
      </p:bgPr>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DA381740-063A-41A4-836D-85D14980EEF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38200" y="4736883"/>
            <a:ext cx="4243589" cy="27432"/>
          </a:xfrm>
          <a:custGeom>
            <a:avLst/>
            <a:gdLst>
              <a:gd name="csX0" fmla="*/ 0 w 4243589"/>
              <a:gd name="csY0" fmla="*/ 0 h 27432"/>
              <a:gd name="csX1" fmla="*/ 563791 w 4243589"/>
              <a:gd name="csY1" fmla="*/ 0 h 27432"/>
              <a:gd name="csX2" fmla="*/ 1042710 w 4243589"/>
              <a:gd name="csY2" fmla="*/ 0 h 27432"/>
              <a:gd name="csX3" fmla="*/ 1564066 w 4243589"/>
              <a:gd name="csY3" fmla="*/ 0 h 27432"/>
              <a:gd name="csX4" fmla="*/ 2212729 w 4243589"/>
              <a:gd name="csY4" fmla="*/ 0 h 27432"/>
              <a:gd name="csX5" fmla="*/ 2776520 w 4243589"/>
              <a:gd name="csY5" fmla="*/ 0 h 27432"/>
              <a:gd name="csX6" fmla="*/ 3297875 w 4243589"/>
              <a:gd name="csY6" fmla="*/ 0 h 27432"/>
              <a:gd name="csX7" fmla="*/ 4243589 w 4243589"/>
              <a:gd name="csY7" fmla="*/ 0 h 27432"/>
              <a:gd name="csX8" fmla="*/ 4243589 w 4243589"/>
              <a:gd name="csY8" fmla="*/ 27432 h 27432"/>
              <a:gd name="csX9" fmla="*/ 3637362 w 4243589"/>
              <a:gd name="csY9" fmla="*/ 27432 h 27432"/>
              <a:gd name="csX10" fmla="*/ 3116007 w 4243589"/>
              <a:gd name="csY10" fmla="*/ 27432 h 27432"/>
              <a:gd name="csX11" fmla="*/ 2424908 w 4243589"/>
              <a:gd name="csY11" fmla="*/ 27432 h 27432"/>
              <a:gd name="csX12" fmla="*/ 1861117 w 4243589"/>
              <a:gd name="csY12" fmla="*/ 27432 h 27432"/>
              <a:gd name="csX13" fmla="*/ 1382198 w 4243589"/>
              <a:gd name="csY13" fmla="*/ 27432 h 27432"/>
              <a:gd name="csX14" fmla="*/ 733535 w 4243589"/>
              <a:gd name="csY14" fmla="*/ 27432 h 27432"/>
              <a:gd name="csX15" fmla="*/ 0 w 4243589"/>
              <a:gd name="csY15" fmla="*/ 27432 h 27432"/>
              <a:gd name="csX16" fmla="*/ 0 w 4243589"/>
              <a:gd name="csY16" fmla="*/ 0 h 27432"/>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Lst>
            <a:rect l="l" t="t" r="r" b="b"/>
            <a:pathLst>
              <a:path w="4243589" h="27432" fill="none" extrusionOk="0">
                <a:moveTo>
                  <a:pt x="0" y="0"/>
                </a:moveTo>
                <a:cubicBezTo>
                  <a:pt x="157351" y="-15653"/>
                  <a:pt x="378877" y="-5828"/>
                  <a:pt x="563791" y="0"/>
                </a:cubicBezTo>
                <a:cubicBezTo>
                  <a:pt x="748705" y="5828"/>
                  <a:pt x="905659" y="-5525"/>
                  <a:pt x="1042710" y="0"/>
                </a:cubicBezTo>
                <a:cubicBezTo>
                  <a:pt x="1179761" y="5525"/>
                  <a:pt x="1356845" y="-21288"/>
                  <a:pt x="1564066" y="0"/>
                </a:cubicBezTo>
                <a:cubicBezTo>
                  <a:pt x="1771287" y="21288"/>
                  <a:pt x="1912099" y="25135"/>
                  <a:pt x="2212729" y="0"/>
                </a:cubicBezTo>
                <a:cubicBezTo>
                  <a:pt x="2513359" y="-25135"/>
                  <a:pt x="2514918" y="-27119"/>
                  <a:pt x="2776520" y="0"/>
                </a:cubicBezTo>
                <a:cubicBezTo>
                  <a:pt x="3038122" y="27119"/>
                  <a:pt x="3178771" y="18116"/>
                  <a:pt x="3297875" y="0"/>
                </a:cubicBezTo>
                <a:cubicBezTo>
                  <a:pt x="3416980" y="-18116"/>
                  <a:pt x="4012240" y="-40869"/>
                  <a:pt x="4243589" y="0"/>
                </a:cubicBezTo>
                <a:cubicBezTo>
                  <a:pt x="4242616" y="8304"/>
                  <a:pt x="4243111" y="21512"/>
                  <a:pt x="4243589" y="27432"/>
                </a:cubicBezTo>
                <a:cubicBezTo>
                  <a:pt x="4112949" y="6289"/>
                  <a:pt x="3928037" y="10975"/>
                  <a:pt x="3637362" y="27432"/>
                </a:cubicBezTo>
                <a:cubicBezTo>
                  <a:pt x="3346687" y="43889"/>
                  <a:pt x="3254446" y="35813"/>
                  <a:pt x="3116007" y="27432"/>
                </a:cubicBezTo>
                <a:cubicBezTo>
                  <a:pt x="2977569" y="19051"/>
                  <a:pt x="2620228" y="38017"/>
                  <a:pt x="2424908" y="27432"/>
                </a:cubicBezTo>
                <a:cubicBezTo>
                  <a:pt x="2229588" y="16847"/>
                  <a:pt x="2088287" y="5290"/>
                  <a:pt x="1861117" y="27432"/>
                </a:cubicBezTo>
                <a:cubicBezTo>
                  <a:pt x="1633947" y="49574"/>
                  <a:pt x="1502447" y="8273"/>
                  <a:pt x="1382198" y="27432"/>
                </a:cubicBezTo>
                <a:cubicBezTo>
                  <a:pt x="1261949" y="46591"/>
                  <a:pt x="1045440" y="37497"/>
                  <a:pt x="733535" y="27432"/>
                </a:cubicBezTo>
                <a:cubicBezTo>
                  <a:pt x="421630" y="17367"/>
                  <a:pt x="341257" y="-9215"/>
                  <a:pt x="0" y="27432"/>
                </a:cubicBezTo>
                <a:cubicBezTo>
                  <a:pt x="-1048" y="14992"/>
                  <a:pt x="-1120" y="7447"/>
                  <a:pt x="0" y="0"/>
                </a:cubicBezTo>
                <a:close/>
              </a:path>
              <a:path w="4243589" h="27432" stroke="0" extrusionOk="0">
                <a:moveTo>
                  <a:pt x="0" y="0"/>
                </a:moveTo>
                <a:cubicBezTo>
                  <a:pt x="128164" y="17204"/>
                  <a:pt x="312653" y="1129"/>
                  <a:pt x="563791" y="0"/>
                </a:cubicBezTo>
                <a:cubicBezTo>
                  <a:pt x="814929" y="-1129"/>
                  <a:pt x="837271" y="8503"/>
                  <a:pt x="1042710" y="0"/>
                </a:cubicBezTo>
                <a:cubicBezTo>
                  <a:pt x="1248149" y="-8503"/>
                  <a:pt x="1588432" y="-28862"/>
                  <a:pt x="1733809" y="0"/>
                </a:cubicBezTo>
                <a:cubicBezTo>
                  <a:pt x="1879186" y="28862"/>
                  <a:pt x="2052815" y="5974"/>
                  <a:pt x="2297600" y="0"/>
                </a:cubicBezTo>
                <a:cubicBezTo>
                  <a:pt x="2542385" y="-5974"/>
                  <a:pt x="2699960" y="-23550"/>
                  <a:pt x="2861391" y="0"/>
                </a:cubicBezTo>
                <a:cubicBezTo>
                  <a:pt x="3022822" y="23550"/>
                  <a:pt x="3390411" y="25272"/>
                  <a:pt x="3552490" y="0"/>
                </a:cubicBezTo>
                <a:cubicBezTo>
                  <a:pt x="3714569" y="-25272"/>
                  <a:pt x="3950585" y="-31327"/>
                  <a:pt x="4243589" y="0"/>
                </a:cubicBezTo>
                <a:cubicBezTo>
                  <a:pt x="4244074" y="9333"/>
                  <a:pt x="4244867" y="19699"/>
                  <a:pt x="4243589" y="27432"/>
                </a:cubicBezTo>
                <a:cubicBezTo>
                  <a:pt x="4130424" y="7904"/>
                  <a:pt x="3932803" y="51393"/>
                  <a:pt x="3722234" y="27432"/>
                </a:cubicBezTo>
                <a:cubicBezTo>
                  <a:pt x="3511665" y="3471"/>
                  <a:pt x="3269903" y="55138"/>
                  <a:pt x="3116007" y="27432"/>
                </a:cubicBezTo>
                <a:cubicBezTo>
                  <a:pt x="2962111" y="-274"/>
                  <a:pt x="2744280" y="32368"/>
                  <a:pt x="2509780" y="27432"/>
                </a:cubicBezTo>
                <a:cubicBezTo>
                  <a:pt x="2275280" y="22496"/>
                  <a:pt x="2066059" y="52808"/>
                  <a:pt x="1945989" y="27432"/>
                </a:cubicBezTo>
                <a:cubicBezTo>
                  <a:pt x="1825919" y="2056"/>
                  <a:pt x="1407329" y="21760"/>
                  <a:pt x="1254890" y="27432"/>
                </a:cubicBezTo>
                <a:cubicBezTo>
                  <a:pt x="1102451" y="33104"/>
                  <a:pt x="837950" y="40817"/>
                  <a:pt x="563791" y="27432"/>
                </a:cubicBezTo>
                <a:cubicBezTo>
                  <a:pt x="289632" y="14047"/>
                  <a:pt x="132768" y="16249"/>
                  <a:pt x="0" y="27432"/>
                </a:cubicBezTo>
                <a:cubicBezTo>
                  <a:pt x="211" y="18145"/>
                  <a:pt x="120" y="6480"/>
                  <a:pt x="0" y="0"/>
                </a:cubicBezTo>
                <a:close/>
              </a:path>
            </a:pathLst>
          </a:custGeom>
          <a:solidFill>
            <a:schemeClr val="tx1"/>
          </a:solidFill>
          <a:ln w="38100" cap="rnd">
            <a:solidFill>
              <a:schemeClr val="tx1"/>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useBgFill="1">
        <p:nvSpPr>
          <p:cNvPr id="12" name="Rectangle 11">
            <a:extLst>
              <a:ext uri="{FF2B5EF4-FFF2-40B4-BE49-F238E27FC236}">
                <a16:creationId xmlns:a16="http://schemas.microsoft.com/office/drawing/2014/main" id="{93245F62-CCC4-49E4-B95B-EA6C1E79051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2D3551FC-5F67-AC6C-0627-D0FB8C7D1533}"/>
              </a:ext>
            </a:extLst>
          </p:cNvPr>
          <p:cNvSpPr>
            <a:spLocks noGrp="1"/>
          </p:cNvSpPr>
          <p:nvPr>
            <p:ph type="title"/>
          </p:nvPr>
        </p:nvSpPr>
        <p:spPr>
          <a:xfrm>
            <a:off x="638882" y="3577456"/>
            <a:ext cx="10909640" cy="1687814"/>
          </a:xfrm>
        </p:spPr>
        <p:txBody>
          <a:bodyPr vert="horz" lIns="91440" tIns="45720" rIns="91440" bIns="45720" rtlCol="0" anchor="b">
            <a:normAutofit/>
          </a:bodyPr>
          <a:lstStyle/>
          <a:p>
            <a:pPr algn="ctr"/>
            <a:r>
              <a:rPr lang="en-US" sz="10000"/>
              <a:t>Case Closed</a:t>
            </a:r>
          </a:p>
        </p:txBody>
      </p:sp>
      <p:sp>
        <p:nvSpPr>
          <p:cNvPr id="3" name="Content Placeholder 2">
            <a:extLst>
              <a:ext uri="{FF2B5EF4-FFF2-40B4-BE49-F238E27FC236}">
                <a16:creationId xmlns:a16="http://schemas.microsoft.com/office/drawing/2014/main" id="{82825231-6267-9F3D-6D3C-9120BDA9D8EA}"/>
              </a:ext>
            </a:extLst>
          </p:cNvPr>
          <p:cNvSpPr>
            <a:spLocks noGrp="1"/>
          </p:cNvSpPr>
          <p:nvPr>
            <p:ph idx="1"/>
          </p:nvPr>
        </p:nvSpPr>
        <p:spPr>
          <a:xfrm>
            <a:off x="638881" y="5660607"/>
            <a:ext cx="10909643" cy="552659"/>
          </a:xfrm>
        </p:spPr>
        <p:txBody>
          <a:bodyPr vert="horz" lIns="91440" tIns="45720" rIns="91440" bIns="45720" rtlCol="0" anchor="t">
            <a:normAutofit/>
          </a:bodyPr>
          <a:lstStyle/>
          <a:p>
            <a:pPr marL="0" indent="0" algn="ctr">
              <a:buNone/>
            </a:pPr>
            <a:r>
              <a:rPr lang="en-US" sz="2400" dirty="0"/>
              <a:t>Congratulations on completing this example case.</a:t>
            </a:r>
          </a:p>
        </p:txBody>
      </p:sp>
      <p:pic>
        <p:nvPicPr>
          <p:cNvPr id="7" name="Graphic 6" descr="Questionnaire">
            <a:extLst>
              <a:ext uri="{FF2B5EF4-FFF2-40B4-BE49-F238E27FC236}">
                <a16:creationId xmlns:a16="http://schemas.microsoft.com/office/drawing/2014/main" id="{2F37D536-CF70-3842-355F-914985B4569C}"/>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4749265" y="591670"/>
            <a:ext cx="2688873" cy="2688873"/>
          </a:xfrm>
          <a:prstGeom prst="rect">
            <a:avLst/>
          </a:prstGeom>
        </p:spPr>
      </p:pic>
      <p:sp>
        <p:nvSpPr>
          <p:cNvPr id="14" name="Rectangle 6">
            <a:extLst>
              <a:ext uri="{FF2B5EF4-FFF2-40B4-BE49-F238E27FC236}">
                <a16:creationId xmlns:a16="http://schemas.microsoft.com/office/drawing/2014/main" id="{E6C0DD6B-6AA3-448F-9B99-8386295BC1B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807702" y="5509052"/>
            <a:ext cx="4572000" cy="27432"/>
          </a:xfrm>
          <a:custGeom>
            <a:avLst/>
            <a:gdLst>
              <a:gd name="csX0" fmla="*/ 0 w 4572000"/>
              <a:gd name="csY0" fmla="*/ 0 h 27432"/>
              <a:gd name="csX1" fmla="*/ 607423 w 4572000"/>
              <a:gd name="csY1" fmla="*/ 0 h 27432"/>
              <a:gd name="csX2" fmla="*/ 1123406 w 4572000"/>
              <a:gd name="csY2" fmla="*/ 0 h 27432"/>
              <a:gd name="csX3" fmla="*/ 1685109 w 4572000"/>
              <a:gd name="csY3" fmla="*/ 0 h 27432"/>
              <a:gd name="csX4" fmla="*/ 2383971 w 4572000"/>
              <a:gd name="csY4" fmla="*/ 0 h 27432"/>
              <a:gd name="csX5" fmla="*/ 2991394 w 4572000"/>
              <a:gd name="csY5" fmla="*/ 0 h 27432"/>
              <a:gd name="csX6" fmla="*/ 3553097 w 4572000"/>
              <a:gd name="csY6" fmla="*/ 0 h 27432"/>
              <a:gd name="csX7" fmla="*/ 4572000 w 4572000"/>
              <a:gd name="csY7" fmla="*/ 0 h 27432"/>
              <a:gd name="csX8" fmla="*/ 4572000 w 4572000"/>
              <a:gd name="csY8" fmla="*/ 27432 h 27432"/>
              <a:gd name="csX9" fmla="*/ 3918857 w 4572000"/>
              <a:gd name="csY9" fmla="*/ 27432 h 27432"/>
              <a:gd name="csX10" fmla="*/ 3357154 w 4572000"/>
              <a:gd name="csY10" fmla="*/ 27432 h 27432"/>
              <a:gd name="csX11" fmla="*/ 2612571 w 4572000"/>
              <a:gd name="csY11" fmla="*/ 27432 h 27432"/>
              <a:gd name="csX12" fmla="*/ 2005149 w 4572000"/>
              <a:gd name="csY12" fmla="*/ 27432 h 27432"/>
              <a:gd name="csX13" fmla="*/ 1489166 w 4572000"/>
              <a:gd name="csY13" fmla="*/ 27432 h 27432"/>
              <a:gd name="csX14" fmla="*/ 790303 w 4572000"/>
              <a:gd name="csY14" fmla="*/ 27432 h 27432"/>
              <a:gd name="csX15" fmla="*/ 0 w 4572000"/>
              <a:gd name="csY15" fmla="*/ 27432 h 27432"/>
              <a:gd name="csX16" fmla="*/ 0 w 4572000"/>
              <a:gd name="csY16" fmla="*/ 0 h 27432"/>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Lst>
            <a:rect l="l" t="t" r="r" b="b"/>
            <a:pathLst>
              <a:path w="4572000" h="27432" fill="none" extrusionOk="0">
                <a:moveTo>
                  <a:pt x="0" y="0"/>
                </a:moveTo>
                <a:cubicBezTo>
                  <a:pt x="150397" y="-23421"/>
                  <a:pt x="474161" y="9174"/>
                  <a:pt x="607423" y="0"/>
                </a:cubicBezTo>
                <a:cubicBezTo>
                  <a:pt x="740685" y="-9174"/>
                  <a:pt x="868821" y="-4258"/>
                  <a:pt x="1123406" y="0"/>
                </a:cubicBezTo>
                <a:cubicBezTo>
                  <a:pt x="1377991" y="4258"/>
                  <a:pt x="1567664" y="-12410"/>
                  <a:pt x="1685109" y="0"/>
                </a:cubicBezTo>
                <a:cubicBezTo>
                  <a:pt x="1802554" y="12410"/>
                  <a:pt x="2193086" y="-14353"/>
                  <a:pt x="2383971" y="0"/>
                </a:cubicBezTo>
                <a:cubicBezTo>
                  <a:pt x="2574856" y="14353"/>
                  <a:pt x="2697477" y="-26142"/>
                  <a:pt x="2991394" y="0"/>
                </a:cubicBezTo>
                <a:cubicBezTo>
                  <a:pt x="3285311" y="26142"/>
                  <a:pt x="3423667" y="26544"/>
                  <a:pt x="3553097" y="0"/>
                </a:cubicBezTo>
                <a:cubicBezTo>
                  <a:pt x="3682527" y="-26544"/>
                  <a:pt x="4344147" y="50350"/>
                  <a:pt x="4572000" y="0"/>
                </a:cubicBezTo>
                <a:cubicBezTo>
                  <a:pt x="4571027" y="8304"/>
                  <a:pt x="4571522" y="21512"/>
                  <a:pt x="4572000" y="27432"/>
                </a:cubicBezTo>
                <a:cubicBezTo>
                  <a:pt x="4438349" y="5490"/>
                  <a:pt x="4090129" y="31231"/>
                  <a:pt x="3918857" y="27432"/>
                </a:cubicBezTo>
                <a:cubicBezTo>
                  <a:pt x="3747585" y="23633"/>
                  <a:pt x="3498826" y="6883"/>
                  <a:pt x="3357154" y="27432"/>
                </a:cubicBezTo>
                <a:cubicBezTo>
                  <a:pt x="3215482" y="47981"/>
                  <a:pt x="2784289" y="56849"/>
                  <a:pt x="2612571" y="27432"/>
                </a:cubicBezTo>
                <a:cubicBezTo>
                  <a:pt x="2440853" y="-1985"/>
                  <a:pt x="2261292" y="25951"/>
                  <a:pt x="2005149" y="27432"/>
                </a:cubicBezTo>
                <a:cubicBezTo>
                  <a:pt x="1749006" y="28913"/>
                  <a:pt x="1700078" y="34342"/>
                  <a:pt x="1489166" y="27432"/>
                </a:cubicBezTo>
                <a:cubicBezTo>
                  <a:pt x="1278254" y="20522"/>
                  <a:pt x="1077188" y="56916"/>
                  <a:pt x="790303" y="27432"/>
                </a:cubicBezTo>
                <a:cubicBezTo>
                  <a:pt x="503418" y="-2052"/>
                  <a:pt x="359168" y="57044"/>
                  <a:pt x="0" y="27432"/>
                </a:cubicBezTo>
                <a:cubicBezTo>
                  <a:pt x="-1048" y="14992"/>
                  <a:pt x="-1120" y="7447"/>
                  <a:pt x="0" y="0"/>
                </a:cubicBezTo>
                <a:close/>
              </a:path>
              <a:path w="4572000" h="27432" stroke="0" extrusionOk="0">
                <a:moveTo>
                  <a:pt x="0" y="0"/>
                </a:moveTo>
                <a:cubicBezTo>
                  <a:pt x="155698" y="6780"/>
                  <a:pt x="465972" y="13197"/>
                  <a:pt x="607423" y="0"/>
                </a:cubicBezTo>
                <a:cubicBezTo>
                  <a:pt x="748874" y="-13197"/>
                  <a:pt x="1014133" y="22994"/>
                  <a:pt x="1123406" y="0"/>
                </a:cubicBezTo>
                <a:cubicBezTo>
                  <a:pt x="1232679" y="-22994"/>
                  <a:pt x="1639431" y="-2997"/>
                  <a:pt x="1867989" y="0"/>
                </a:cubicBezTo>
                <a:cubicBezTo>
                  <a:pt x="2096547" y="2997"/>
                  <a:pt x="2265668" y="29557"/>
                  <a:pt x="2475411" y="0"/>
                </a:cubicBezTo>
                <a:cubicBezTo>
                  <a:pt x="2685154" y="-29557"/>
                  <a:pt x="2951491" y="73"/>
                  <a:pt x="3082834" y="0"/>
                </a:cubicBezTo>
                <a:cubicBezTo>
                  <a:pt x="3214177" y="-73"/>
                  <a:pt x="3641000" y="-33478"/>
                  <a:pt x="3827417" y="0"/>
                </a:cubicBezTo>
                <a:cubicBezTo>
                  <a:pt x="4013834" y="33478"/>
                  <a:pt x="4345917" y="14255"/>
                  <a:pt x="4572000" y="0"/>
                </a:cubicBezTo>
                <a:cubicBezTo>
                  <a:pt x="4572485" y="9333"/>
                  <a:pt x="4573278" y="19699"/>
                  <a:pt x="4572000" y="27432"/>
                </a:cubicBezTo>
                <a:cubicBezTo>
                  <a:pt x="4318030" y="43025"/>
                  <a:pt x="4161104" y="34314"/>
                  <a:pt x="4010297" y="27432"/>
                </a:cubicBezTo>
                <a:cubicBezTo>
                  <a:pt x="3859490" y="20550"/>
                  <a:pt x="3592529" y="6613"/>
                  <a:pt x="3357154" y="27432"/>
                </a:cubicBezTo>
                <a:cubicBezTo>
                  <a:pt x="3121779" y="48251"/>
                  <a:pt x="2884285" y="3780"/>
                  <a:pt x="2704011" y="27432"/>
                </a:cubicBezTo>
                <a:cubicBezTo>
                  <a:pt x="2523737" y="51084"/>
                  <a:pt x="2295944" y="32081"/>
                  <a:pt x="2096589" y="27432"/>
                </a:cubicBezTo>
                <a:cubicBezTo>
                  <a:pt x="1897234" y="22783"/>
                  <a:pt x="1623782" y="52518"/>
                  <a:pt x="1352006" y="27432"/>
                </a:cubicBezTo>
                <a:cubicBezTo>
                  <a:pt x="1080230" y="2346"/>
                  <a:pt x="869959" y="12864"/>
                  <a:pt x="607423" y="27432"/>
                </a:cubicBezTo>
                <a:cubicBezTo>
                  <a:pt x="344887" y="42000"/>
                  <a:pt x="188100" y="40051"/>
                  <a:pt x="0" y="27432"/>
                </a:cubicBezTo>
                <a:cubicBezTo>
                  <a:pt x="211" y="18145"/>
                  <a:pt x="120" y="6480"/>
                  <a:pt x="0" y="0"/>
                </a:cubicBezTo>
                <a:close/>
              </a:path>
            </a:pathLst>
          </a:custGeom>
          <a:solidFill>
            <a:schemeClr val="accent1"/>
          </a:solidFill>
          <a:ln w="38100" cap="rnd">
            <a:solidFill>
              <a:schemeClr val="accent1"/>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Date Placeholder 26">
            <a:extLst>
              <a:ext uri="{FF2B5EF4-FFF2-40B4-BE49-F238E27FC236}">
                <a16:creationId xmlns:a16="http://schemas.microsoft.com/office/drawing/2014/main" id="{F28B82B1-E269-4325-A665-6CFE5DEE5DE5}"/>
              </a:ext>
              <a:ext uri="{C183D7F6-B498-43B3-948B-1728B52AA6E4}">
                <adec:decorative xmlns:adec="http://schemas.microsoft.com/office/drawing/2017/decorative" val="1"/>
              </a:ext>
            </a:extLst>
          </p:cNvPr>
          <p:cNvSpPr txBox="1">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38200" y="6356350"/>
            <a:ext cx="2743200" cy="365125"/>
          </a:xfrm>
          <a:prstGeom prst="rect">
            <a:avLst/>
          </a:prstGeom>
        </p:spPr>
        <p:txBody>
          <a:bodyPr vert="horz" lIns="91440" tIns="45720" rIns="91440" bIns="45720" rtlCol="0" anchor="ctr"/>
          <a:lstStyle>
            <a:defPPr>
              <a:defRPr lang="en-US"/>
            </a:defPPr>
            <a:lvl1pPr marL="0" algn="l" defTabSz="914400" rtl="0" eaLnBrk="1" latinLnBrk="0" hangingPunct="1">
              <a:defRPr sz="16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dirty="0">
              <a:solidFill>
                <a:schemeClr val="tx1"/>
              </a:solidFill>
            </a:endParaRPr>
          </a:p>
        </p:txBody>
      </p:sp>
      <p:sp>
        <p:nvSpPr>
          <p:cNvPr id="18" name="Footer Placeholder 27">
            <a:extLst>
              <a:ext uri="{FF2B5EF4-FFF2-40B4-BE49-F238E27FC236}">
                <a16:creationId xmlns:a16="http://schemas.microsoft.com/office/drawing/2014/main" id="{7C700527-76FD-4DF4-A597-6F5E089CA0C2}"/>
              </a:ext>
              <a:ext uri="{C183D7F6-B498-43B3-948B-1728B52AA6E4}">
                <adec:decorative xmlns:adec="http://schemas.microsoft.com/office/drawing/2017/decorative" val="1"/>
              </a:ext>
            </a:extLst>
          </p:cNvPr>
          <p:cNvSpPr txBox="1">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038600" y="6356350"/>
            <a:ext cx="4114800" cy="365125"/>
          </a:xfrm>
          <a:prstGeom prst="rect">
            <a:avLst/>
          </a:prstGeom>
        </p:spPr>
        <p:txBody>
          <a:bodyPr vert="horz" lIns="91440" tIns="45720" rIns="91440" bIns="45720" rtlCol="0" anchor="ctr"/>
          <a:lstStyle>
            <a:defPPr>
              <a:defRPr lang="en-US"/>
            </a:defPPr>
            <a:lvl1pPr marL="0" algn="ctr" defTabSz="914400" rtl="0" eaLnBrk="1" latinLnBrk="0" hangingPunct="1">
              <a:defRPr sz="16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dirty="0">
              <a:solidFill>
                <a:schemeClr val="tx1"/>
              </a:solidFill>
            </a:endParaRPr>
          </a:p>
        </p:txBody>
      </p:sp>
      <p:sp>
        <p:nvSpPr>
          <p:cNvPr id="20" name="Slide Number Placeholder 28">
            <a:extLst>
              <a:ext uri="{FF2B5EF4-FFF2-40B4-BE49-F238E27FC236}">
                <a16:creationId xmlns:a16="http://schemas.microsoft.com/office/drawing/2014/main" id="{B5EA49A9-01EB-4D60-A392-7DC9B625D67D}"/>
              </a:ext>
              <a:ext uri="{C183D7F6-B498-43B3-948B-1728B52AA6E4}">
                <adec:decorative xmlns:adec="http://schemas.microsoft.com/office/drawing/2017/decorative" val="1"/>
              </a:ext>
            </a:extLst>
          </p:cNvPr>
          <p:cNvSpPr txBox="1">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610600" y="6356350"/>
            <a:ext cx="2743200" cy="365125"/>
          </a:xfrm>
          <a:prstGeom prst="rect">
            <a:avLst/>
          </a:prstGeom>
        </p:spPr>
        <p:txBody>
          <a:bodyPr vert="horz" lIns="91440" tIns="45720" rIns="91440" bIns="45720" rtlCol="0" anchor="ctr"/>
          <a:lstStyle>
            <a:defPPr>
              <a:defRPr lang="en-US"/>
            </a:defPPr>
            <a:lvl1pPr marL="0" algn="r" defTabSz="914400" rtl="0" eaLnBrk="1" latinLnBrk="0" hangingPunct="1">
              <a:defRPr sz="16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dirty="0">
              <a:solidFill>
                <a:schemeClr val="tx1"/>
              </a:solidFill>
            </a:endParaRPr>
          </a:p>
        </p:txBody>
      </p:sp>
    </p:spTree>
    <p:extLst>
      <p:ext uri="{BB962C8B-B14F-4D97-AF65-F5344CB8AC3E}">
        <p14:creationId xmlns:p14="http://schemas.microsoft.com/office/powerpoint/2010/main" val="1959094585"/>
      </p:ext>
    </p:extLst>
  </p:cSld>
  <p:clrMapOvr>
    <a:masterClrMapping/>
  </p:clrMapOvr>
</p:sld>
</file>

<file path=ppt/theme/theme1.xml><?xml version="1.0" encoding="utf-8"?>
<a:theme xmlns:a="http://schemas.openxmlformats.org/drawingml/2006/main" name="SketchyVTI">
  <a:themeElements>
    <a:clrScheme name="SketchyVTI">
      <a:dk1>
        <a:sysClr val="windowText" lastClr="000000"/>
      </a:dk1>
      <a:lt1>
        <a:sysClr val="window" lastClr="FFFFFF"/>
      </a:lt1>
      <a:dk2>
        <a:srgbClr val="39302A"/>
      </a:dk2>
      <a:lt2>
        <a:srgbClr val="E5DEDB"/>
      </a:lt2>
      <a:accent1>
        <a:srgbClr val="E4650E"/>
      </a:accent1>
      <a:accent2>
        <a:srgbClr val="00A5AB"/>
      </a:accent2>
      <a:accent3>
        <a:srgbClr val="09963B"/>
      </a:accent3>
      <a:accent4>
        <a:srgbClr val="E64823"/>
      </a:accent4>
      <a:accent5>
        <a:srgbClr val="9C6A6A"/>
      </a:accent5>
      <a:accent6>
        <a:srgbClr val="824F8C"/>
      </a:accent6>
      <a:hlink>
        <a:srgbClr val="2998E3"/>
      </a:hlink>
      <a:folHlink>
        <a:srgbClr val="7F723D"/>
      </a:folHlink>
    </a:clrScheme>
    <a:fontScheme name="Custom 2">
      <a:majorFont>
        <a:latin typeface="The Serif Hand Black"/>
        <a:ea typeface=""/>
        <a:cs typeface=""/>
      </a:majorFont>
      <a:minorFont>
        <a:latin typeface="The Hand Bold"/>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SketchyVTI" id="{A6D2C935-A6E4-4DD9-BCC5-5AE2504DB8EA}" vid="{F0754072-50B6-4C01-B911-67246C9F58D2}"/>
    </a:ext>
  </a:extLst>
</a:theme>
</file>

<file path=docProps/app.xml><?xml version="1.0" encoding="utf-8"?>
<Properties xmlns="http://schemas.openxmlformats.org/officeDocument/2006/extended-properties" xmlns:vt="http://schemas.openxmlformats.org/officeDocument/2006/docPropsVTypes">
  <Template>office theme</Template>
  <TotalTime>0</TotalTime>
  <Words>0</Words>
  <Application>Microsoft Office PowerPoint</Application>
  <PresentationFormat>Widescreen</PresentationFormat>
  <Paragraphs>0</Paragraphs>
  <Slides>28</Slides>
  <Notes>0</Notes>
  <HiddenSlides>0</HiddenSlides>
  <MMClips>0</MMClips>
  <ScaleCrop>false</ScaleCrop>
  <HeadingPairs>
    <vt:vector size="4" baseType="variant">
      <vt:variant>
        <vt:lpstr>Theme</vt:lpstr>
      </vt:variant>
      <vt:variant>
        <vt:i4>1</vt:i4>
      </vt:variant>
      <vt:variant>
        <vt:lpstr>Slide Titles</vt:lpstr>
      </vt:variant>
      <vt:variant>
        <vt:i4>28</vt:i4>
      </vt:variant>
    </vt:vector>
  </HeadingPairs>
  <TitlesOfParts>
    <vt:vector size="29" baseType="lpstr">
      <vt:lpstr>SketchyVTI</vt:lpstr>
      <vt:lpstr>Working A Case</vt:lpstr>
      <vt:lpstr>Goals to Achieve Today</vt:lpstr>
      <vt:lpstr>Intake</vt:lpstr>
      <vt:lpstr>Case Details</vt:lpstr>
      <vt:lpstr>Identify</vt:lpstr>
      <vt:lpstr>PowerPoint Presentation</vt:lpstr>
      <vt:lpstr>Let's Break it down</vt:lpstr>
      <vt:lpstr>Alternative Research Paths</vt:lpstr>
      <vt:lpstr>Why use alternative Research paths?</vt:lpstr>
      <vt:lpstr>IRM Guidance on AWOL</vt:lpstr>
      <vt:lpstr>Identified Contractual Violations</vt:lpstr>
      <vt:lpstr>Informal</vt:lpstr>
      <vt:lpstr>Let's Make a Call</vt:lpstr>
      <vt:lpstr>What could we have done instead?</vt:lpstr>
      <vt:lpstr>Formal</vt:lpstr>
      <vt:lpstr>Formal vs. Infomral</vt:lpstr>
      <vt:lpstr>File at the 1st step or 2nd step?</vt:lpstr>
      <vt:lpstr>Filing for Formal</vt:lpstr>
      <vt:lpstr>Scheduling a formal meeting</vt:lpstr>
      <vt:lpstr>Emailing Manager for Meeting</vt:lpstr>
      <vt:lpstr>Keep Things simple</vt:lpstr>
      <vt:lpstr>Forming an Argument</vt:lpstr>
      <vt:lpstr>Put it all Together</vt:lpstr>
      <vt:lpstr>Meeting and the difference between Step 2 and 3</vt:lpstr>
      <vt:lpstr>In our Example -</vt:lpstr>
      <vt:lpstr>Closing</vt:lpstr>
      <vt:lpstr>Email the Employee and update the case log</vt:lpstr>
      <vt:lpstr>Case Closed</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
  <cp:revision>962</cp:revision>
  <dcterms:created xsi:type="dcterms:W3CDTF">2025-09-05T15:00:17Z</dcterms:created>
  <dcterms:modified xsi:type="dcterms:W3CDTF">2025-12-09T18:28:44Z</dcterms:modified>
</cp:coreProperties>
</file>