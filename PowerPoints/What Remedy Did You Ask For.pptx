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7" r:id="rId3"/>
    <p:sldId id="258" r:id="rId4"/>
    <p:sldId id="263" r:id="rId5"/>
    <p:sldId id="261" r:id="rId6"/>
    <p:sldId id="262" r:id="rId7"/>
    <p:sldId id="276" r:id="rId8"/>
    <p:sldId id="277" r:id="rId9"/>
    <p:sldId id="278" r:id="rId10"/>
    <p:sldId id="279" r:id="rId11"/>
    <p:sldId id="260" r:id="rId12"/>
    <p:sldId id="259"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C3B5C0F-46D0-9715-5708-4D173579519F}" v="634" dt="2025-12-12T16:42:46.642"/>
    <p1510:client id="{B0D1AAD4-56E0-4E04-7179-C52B7BC8687C}" v="762" dt="2025-12-12T15:58:36.54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tthew Hoffman" userId="S::matthew.hoffman@nteuchapter66.org::2437c4dc-0b29-4997-9ac2-b5ce5fac96bc" providerId="AD" clId="Web-{0C3B5C0F-46D0-9715-5708-4D173579519F}"/>
    <pc:docChg chg="addSld modSld sldOrd">
      <pc:chgData name="Matthew Hoffman" userId="S::matthew.hoffman@nteuchapter66.org::2437c4dc-0b29-4997-9ac2-b5ce5fac96bc" providerId="AD" clId="Web-{0C3B5C0F-46D0-9715-5708-4D173579519F}" dt="2025-12-12T16:42:46.642" v="632"/>
      <pc:docMkLst>
        <pc:docMk/>
      </pc:docMkLst>
      <pc:sldChg chg="addSp modSp mod setBg">
        <pc:chgData name="Matthew Hoffman" userId="S::matthew.hoffman@nteuchapter66.org::2437c4dc-0b29-4997-9ac2-b5ce5fac96bc" providerId="AD" clId="Web-{0C3B5C0F-46D0-9715-5708-4D173579519F}" dt="2025-12-12T16:20:40.213" v="195"/>
        <pc:sldMkLst>
          <pc:docMk/>
          <pc:sldMk cId="2732860058" sldId="276"/>
        </pc:sldMkLst>
        <pc:spChg chg="mod">
          <ac:chgData name="Matthew Hoffman" userId="S::matthew.hoffman@nteuchapter66.org::2437c4dc-0b29-4997-9ac2-b5ce5fac96bc" providerId="AD" clId="Web-{0C3B5C0F-46D0-9715-5708-4D173579519F}" dt="2025-12-12T16:20:31.384" v="194"/>
          <ac:spMkLst>
            <pc:docMk/>
            <pc:sldMk cId="2732860058" sldId="276"/>
            <ac:spMk id="2" creationId="{A9FDEC21-0963-C11F-C5AF-D5BF057390E2}"/>
          </ac:spMkLst>
        </pc:spChg>
        <pc:spChg chg="mod">
          <ac:chgData name="Matthew Hoffman" userId="S::matthew.hoffman@nteuchapter66.org::2437c4dc-0b29-4997-9ac2-b5ce5fac96bc" providerId="AD" clId="Web-{0C3B5C0F-46D0-9715-5708-4D173579519F}" dt="2025-12-12T16:20:40.213" v="195"/>
          <ac:spMkLst>
            <pc:docMk/>
            <pc:sldMk cId="2732860058" sldId="276"/>
            <ac:spMk id="3" creationId="{C8FB4916-2B6B-B749-81A1-398646341B2B}"/>
          </ac:spMkLst>
        </pc:spChg>
        <pc:spChg chg="add">
          <ac:chgData name="Matthew Hoffman" userId="S::matthew.hoffman@nteuchapter66.org::2437c4dc-0b29-4997-9ac2-b5ce5fac96bc" providerId="AD" clId="Web-{0C3B5C0F-46D0-9715-5708-4D173579519F}" dt="2025-12-12T16:20:31.384" v="194"/>
          <ac:spMkLst>
            <pc:docMk/>
            <pc:sldMk cId="2732860058" sldId="276"/>
            <ac:spMk id="9" creationId="{175EAFFD-4A47-DD53-4F76-BD457E18BF1F}"/>
          </ac:spMkLst>
        </pc:spChg>
        <pc:spChg chg="add">
          <ac:chgData name="Matthew Hoffman" userId="S::matthew.hoffman@nteuchapter66.org::2437c4dc-0b29-4997-9ac2-b5ce5fac96bc" providerId="AD" clId="Web-{0C3B5C0F-46D0-9715-5708-4D173579519F}" dt="2025-12-12T16:20:31.384" v="194"/>
          <ac:spMkLst>
            <pc:docMk/>
            <pc:sldMk cId="2732860058" sldId="276"/>
            <ac:spMk id="11" creationId="{7CC1FECC-9CA4-341C-7E20-4728C5147389}"/>
          </ac:spMkLst>
        </pc:spChg>
        <pc:picChg chg="add mod">
          <ac:chgData name="Matthew Hoffman" userId="S::matthew.hoffman@nteuchapter66.org::2437c4dc-0b29-4997-9ac2-b5ce5fac96bc" providerId="AD" clId="Web-{0C3B5C0F-46D0-9715-5708-4D173579519F}" dt="2025-12-12T16:20:31.384" v="194"/>
          <ac:picMkLst>
            <pc:docMk/>
            <pc:sldMk cId="2732860058" sldId="276"/>
            <ac:picMk id="4" creationId="{7F6F24B6-ABF2-84DD-79A2-012D7B8C3441}"/>
          </ac:picMkLst>
        </pc:picChg>
      </pc:sldChg>
      <pc:sldChg chg="modSp">
        <pc:chgData name="Matthew Hoffman" userId="S::matthew.hoffman@nteuchapter66.org::2437c4dc-0b29-4997-9ac2-b5ce5fac96bc" providerId="AD" clId="Web-{0C3B5C0F-46D0-9715-5708-4D173579519F}" dt="2025-12-12T16:19:09.806" v="190"/>
        <pc:sldMkLst>
          <pc:docMk/>
          <pc:sldMk cId="2666796625" sldId="278"/>
        </pc:sldMkLst>
        <pc:spChg chg="mod">
          <ac:chgData name="Matthew Hoffman" userId="S::matthew.hoffman@nteuchapter66.org::2437c4dc-0b29-4997-9ac2-b5ce5fac96bc" providerId="AD" clId="Web-{0C3B5C0F-46D0-9715-5708-4D173579519F}" dt="2025-12-12T16:19:09.806" v="190"/>
          <ac:spMkLst>
            <pc:docMk/>
            <pc:sldMk cId="2666796625" sldId="278"/>
            <ac:spMk id="3" creationId="{5B531693-E3A5-2FBA-AC09-2DD431BAF9F0}"/>
          </ac:spMkLst>
        </pc:spChg>
      </pc:sldChg>
      <pc:sldChg chg="addSp delSp modSp new ord">
        <pc:chgData name="Matthew Hoffman" userId="S::matthew.hoffman@nteuchapter66.org::2437c4dc-0b29-4997-9ac2-b5ce5fac96bc" providerId="AD" clId="Web-{0C3B5C0F-46D0-9715-5708-4D173579519F}" dt="2025-12-12T16:42:46.642" v="632"/>
        <pc:sldMkLst>
          <pc:docMk/>
          <pc:sldMk cId="1441932991" sldId="279"/>
        </pc:sldMkLst>
        <pc:spChg chg="mod">
          <ac:chgData name="Matthew Hoffman" userId="S::matthew.hoffman@nteuchapter66.org::2437c4dc-0b29-4997-9ac2-b5ce5fac96bc" providerId="AD" clId="Web-{0C3B5C0F-46D0-9715-5708-4D173579519F}" dt="2025-12-12T16:22:25.260" v="264" actId="20577"/>
          <ac:spMkLst>
            <pc:docMk/>
            <pc:sldMk cId="1441932991" sldId="279"/>
            <ac:spMk id="2" creationId="{3F20C04C-695B-3A7A-4DC1-6E8ECA1FD458}"/>
          </ac:spMkLst>
        </pc:spChg>
        <pc:spChg chg="mod">
          <ac:chgData name="Matthew Hoffman" userId="S::matthew.hoffman@nteuchapter66.org::2437c4dc-0b29-4997-9ac2-b5ce5fac96bc" providerId="AD" clId="Web-{0C3B5C0F-46D0-9715-5708-4D173579519F}" dt="2025-12-12T16:26:03.418" v="627"/>
          <ac:spMkLst>
            <pc:docMk/>
            <pc:sldMk cId="1441932991" sldId="279"/>
            <ac:spMk id="3" creationId="{5DA812E2-3686-714A-342C-0BCDE984C7E4}"/>
          </ac:spMkLst>
        </pc:spChg>
        <pc:picChg chg="add del mod">
          <ac:chgData name="Matthew Hoffman" userId="S::matthew.hoffman@nteuchapter66.org::2437c4dc-0b29-4997-9ac2-b5ce5fac96bc" providerId="AD" clId="Web-{0C3B5C0F-46D0-9715-5708-4D173579519F}" dt="2025-12-12T16:27:21.387" v="631"/>
          <ac:picMkLst>
            <pc:docMk/>
            <pc:sldMk cId="1441932991" sldId="279"/>
            <ac:picMk id="4" creationId="{A36F3973-F4D1-EE59-BE3E-5DBD7EC43174}"/>
          </ac:picMkLst>
        </pc:picChg>
        <pc:picChg chg="add mod">
          <ac:chgData name="Matthew Hoffman" userId="S::matthew.hoffman@nteuchapter66.org::2437c4dc-0b29-4997-9ac2-b5ce5fac96bc" providerId="AD" clId="Web-{0C3B5C0F-46D0-9715-5708-4D173579519F}" dt="2025-12-12T16:26:55.793" v="630" actId="1076"/>
          <ac:picMkLst>
            <pc:docMk/>
            <pc:sldMk cId="1441932991" sldId="279"/>
            <ac:picMk id="5" creationId="{1CC39975-FF11-97BC-2F57-B56610D891F1}"/>
          </ac:picMkLst>
        </pc:picChg>
      </pc:sldChg>
    </pc:docChg>
  </pc:docChgLst>
  <pc:docChgLst>
    <pc:chgData name="Matthew Hoffman" userId="S::matthew.hoffman@nteuchapter66.org::2437c4dc-0b29-4997-9ac2-b5ce5fac96bc" providerId="AD" clId="Web-{7F614FEF-FB38-92E3-A8C1-14CCD5A320FA}"/>
    <pc:docChg chg="addSld modSld">
      <pc:chgData name="Matthew Hoffman" userId="S::matthew.hoffman@nteuchapter66.org::2437c4dc-0b29-4997-9ac2-b5ce5fac96bc" providerId="AD" clId="Web-{7F614FEF-FB38-92E3-A8C1-14CCD5A320FA}" dt="2025-11-28T18:19:31.831" v="269"/>
      <pc:docMkLst>
        <pc:docMk/>
      </pc:docMkLst>
      <pc:sldChg chg="mod setBg">
        <pc:chgData name="Matthew Hoffman" userId="S::matthew.hoffman@nteuchapter66.org::2437c4dc-0b29-4997-9ac2-b5ce5fac96bc" providerId="AD" clId="Web-{7F614FEF-FB38-92E3-A8C1-14CCD5A320FA}" dt="2025-11-28T18:17:28.038" v="243"/>
        <pc:sldMkLst>
          <pc:docMk/>
          <pc:sldMk cId="2363741460" sldId="257"/>
        </pc:sldMkLst>
      </pc:sldChg>
      <pc:sldChg chg="mod setBg">
        <pc:chgData name="Matthew Hoffman" userId="S::matthew.hoffman@nteuchapter66.org::2437c4dc-0b29-4997-9ac2-b5ce5fac96bc" providerId="AD" clId="Web-{7F614FEF-FB38-92E3-A8C1-14CCD5A320FA}" dt="2025-11-28T18:17:28.084" v="244"/>
        <pc:sldMkLst>
          <pc:docMk/>
          <pc:sldMk cId="217946502" sldId="258"/>
        </pc:sldMkLst>
      </pc:sldChg>
      <pc:sldChg chg="mod setBg">
        <pc:chgData name="Matthew Hoffman" userId="S::matthew.hoffman@nteuchapter66.org::2437c4dc-0b29-4997-9ac2-b5ce5fac96bc" providerId="AD" clId="Web-{7F614FEF-FB38-92E3-A8C1-14CCD5A320FA}" dt="2025-11-28T18:17:28.209" v="246"/>
        <pc:sldMkLst>
          <pc:docMk/>
          <pc:sldMk cId="388509578" sldId="259"/>
        </pc:sldMkLst>
      </pc:sldChg>
      <pc:sldChg chg="mod setBg">
        <pc:chgData name="Matthew Hoffman" userId="S::matthew.hoffman@nteuchapter66.org::2437c4dc-0b29-4997-9ac2-b5ce5fac96bc" providerId="AD" clId="Web-{7F614FEF-FB38-92E3-A8C1-14CCD5A320FA}" dt="2025-11-28T18:17:28.256" v="247"/>
        <pc:sldMkLst>
          <pc:docMk/>
          <pc:sldMk cId="3465996415" sldId="260"/>
        </pc:sldMkLst>
      </pc:sldChg>
      <pc:sldChg chg="mod setBg">
        <pc:chgData name="Matthew Hoffman" userId="S::matthew.hoffman@nteuchapter66.org::2437c4dc-0b29-4997-9ac2-b5ce5fac96bc" providerId="AD" clId="Web-{7F614FEF-FB38-92E3-A8C1-14CCD5A320FA}" dt="2025-11-28T18:17:28.319" v="248"/>
        <pc:sldMkLst>
          <pc:docMk/>
          <pc:sldMk cId="1501690239" sldId="261"/>
        </pc:sldMkLst>
      </pc:sldChg>
      <pc:sldChg chg="mod setBg">
        <pc:chgData name="Matthew Hoffman" userId="S::matthew.hoffman@nteuchapter66.org::2437c4dc-0b29-4997-9ac2-b5ce5fac96bc" providerId="AD" clId="Web-{7F614FEF-FB38-92E3-A8C1-14CCD5A320FA}" dt="2025-11-28T18:17:28.366" v="249"/>
        <pc:sldMkLst>
          <pc:docMk/>
          <pc:sldMk cId="4260116997" sldId="262"/>
        </pc:sldMkLst>
      </pc:sldChg>
      <pc:sldChg chg="addSp delSp modSp new mod setBg">
        <pc:chgData name="Matthew Hoffman" userId="S::matthew.hoffman@nteuchapter66.org::2437c4dc-0b29-4997-9ac2-b5ce5fac96bc" providerId="AD" clId="Web-{7F614FEF-FB38-92E3-A8C1-14CCD5A320FA}" dt="2025-11-28T18:17:28.147" v="245"/>
        <pc:sldMkLst>
          <pc:docMk/>
          <pc:sldMk cId="879999281" sldId="263"/>
        </pc:sldMkLst>
        <pc:spChg chg="mod">
          <ac:chgData name="Matthew Hoffman" userId="S::matthew.hoffman@nteuchapter66.org::2437c4dc-0b29-4997-9ac2-b5ce5fac96bc" providerId="AD" clId="Web-{7F614FEF-FB38-92E3-A8C1-14CCD5A320FA}" dt="2025-11-28T17:56:42.182" v="39"/>
          <ac:spMkLst>
            <pc:docMk/>
            <pc:sldMk cId="879999281" sldId="263"/>
            <ac:spMk id="2" creationId="{B9DFC00F-586A-7300-54A3-6598A34E1E92}"/>
          </ac:spMkLst>
        </pc:spChg>
        <pc:spChg chg="add">
          <ac:chgData name="Matthew Hoffman" userId="S::matthew.hoffman@nteuchapter66.org::2437c4dc-0b29-4997-9ac2-b5ce5fac96bc" providerId="AD" clId="Web-{7F614FEF-FB38-92E3-A8C1-14CCD5A320FA}" dt="2025-11-28T17:56:42.182" v="39"/>
          <ac:spMkLst>
            <pc:docMk/>
            <pc:sldMk cId="879999281" sldId="263"/>
            <ac:spMk id="7" creationId="{774A975B-A886-5202-0489-6965514A0D14}"/>
          </ac:spMkLst>
        </pc:spChg>
        <pc:spChg chg="add">
          <ac:chgData name="Matthew Hoffman" userId="S::matthew.hoffman@nteuchapter66.org::2437c4dc-0b29-4997-9ac2-b5ce5fac96bc" providerId="AD" clId="Web-{7F614FEF-FB38-92E3-A8C1-14CCD5A320FA}" dt="2025-11-28T17:56:42.182" v="39"/>
          <ac:spMkLst>
            <pc:docMk/>
            <pc:sldMk cId="879999281" sldId="263"/>
            <ac:spMk id="9" creationId="{AA083F47-750E-A41F-1E5A-EFB054507C70}"/>
          </ac:spMkLst>
        </pc:spChg>
        <pc:spChg chg="add">
          <ac:chgData name="Matthew Hoffman" userId="S::matthew.hoffman@nteuchapter66.org::2437c4dc-0b29-4997-9ac2-b5ce5fac96bc" providerId="AD" clId="Web-{7F614FEF-FB38-92E3-A8C1-14CCD5A320FA}" dt="2025-11-28T17:56:42.182" v="39"/>
          <ac:spMkLst>
            <pc:docMk/>
            <pc:sldMk cId="879999281" sldId="263"/>
            <ac:spMk id="11" creationId="{EA67E988-5919-57BB-C7DE-D3EAD38A3045}"/>
          </ac:spMkLst>
        </pc:spChg>
        <pc:spChg chg="add">
          <ac:chgData name="Matthew Hoffman" userId="S::matthew.hoffman@nteuchapter66.org::2437c4dc-0b29-4997-9ac2-b5ce5fac96bc" providerId="AD" clId="Web-{7F614FEF-FB38-92E3-A8C1-14CCD5A320FA}" dt="2025-11-28T17:56:42.182" v="39"/>
          <ac:spMkLst>
            <pc:docMk/>
            <pc:sldMk cId="879999281" sldId="263"/>
            <ac:spMk id="13" creationId="{E20BB609-EF92-42DB-836C-0699A590B5CF}"/>
          </ac:spMkLst>
        </pc:spChg>
        <pc:spChg chg="add">
          <ac:chgData name="Matthew Hoffman" userId="S::matthew.hoffman@nteuchapter66.org::2437c4dc-0b29-4997-9ac2-b5ce5fac96bc" providerId="AD" clId="Web-{7F614FEF-FB38-92E3-A8C1-14CCD5A320FA}" dt="2025-11-28T17:56:42.182" v="39"/>
          <ac:spMkLst>
            <pc:docMk/>
            <pc:sldMk cId="879999281" sldId="263"/>
            <ac:spMk id="15" creationId="{B2C335F7-F61C-4EB4-80F2-4B1438FE66BB}"/>
          </ac:spMkLst>
        </pc:spChg>
        <pc:spChg chg="add">
          <ac:chgData name="Matthew Hoffman" userId="S::matthew.hoffman@nteuchapter66.org::2437c4dc-0b29-4997-9ac2-b5ce5fac96bc" providerId="AD" clId="Web-{7F614FEF-FB38-92E3-A8C1-14CCD5A320FA}" dt="2025-11-28T17:56:42.182" v="39"/>
          <ac:spMkLst>
            <pc:docMk/>
            <pc:sldMk cId="879999281" sldId="263"/>
            <ac:spMk id="17" creationId="{20011C4F-7FF0-7357-C559-B7679DC27621}"/>
          </ac:spMkLst>
        </pc:spChg>
      </pc:sldChg>
      <pc:sldChg chg="addSp delSp modSp new mod setBg setClrOvrMap">
        <pc:chgData name="Matthew Hoffman" userId="S::matthew.hoffman@nteuchapter66.org::2437c4dc-0b29-4997-9ac2-b5ce5fac96bc" providerId="AD" clId="Web-{7F614FEF-FB38-92E3-A8C1-14CCD5A320FA}" dt="2025-11-28T18:04:58.024" v="121" actId="14100"/>
        <pc:sldMkLst>
          <pc:docMk/>
          <pc:sldMk cId="4133933550" sldId="264"/>
        </pc:sldMkLst>
        <pc:spChg chg="mod">
          <ac:chgData name="Matthew Hoffman" userId="S::matthew.hoffman@nteuchapter66.org::2437c4dc-0b29-4997-9ac2-b5ce5fac96bc" providerId="AD" clId="Web-{7F614FEF-FB38-92E3-A8C1-14CCD5A320FA}" dt="2025-11-28T18:04:58.024" v="121" actId="14100"/>
          <ac:spMkLst>
            <pc:docMk/>
            <pc:sldMk cId="4133933550" sldId="264"/>
            <ac:spMk id="2" creationId="{D91E2FEC-EFE5-4DAF-6DB4-76CF1E528538}"/>
          </ac:spMkLst>
        </pc:spChg>
        <pc:spChg chg="add">
          <ac:chgData name="Matthew Hoffman" userId="S::matthew.hoffman@nteuchapter66.org::2437c4dc-0b29-4997-9ac2-b5ce5fac96bc" providerId="AD" clId="Web-{7F614FEF-FB38-92E3-A8C1-14CCD5A320FA}" dt="2025-11-28T18:04:00.487" v="100"/>
          <ac:spMkLst>
            <pc:docMk/>
            <pc:sldMk cId="4133933550" sldId="264"/>
            <ac:spMk id="18" creationId="{774A975B-A886-5202-0489-6965514A0D14}"/>
          </ac:spMkLst>
        </pc:spChg>
        <pc:spChg chg="add">
          <ac:chgData name="Matthew Hoffman" userId="S::matthew.hoffman@nteuchapter66.org::2437c4dc-0b29-4997-9ac2-b5ce5fac96bc" providerId="AD" clId="Web-{7F614FEF-FB38-92E3-A8C1-14CCD5A320FA}" dt="2025-11-28T18:04:00.487" v="100"/>
          <ac:spMkLst>
            <pc:docMk/>
            <pc:sldMk cId="4133933550" sldId="264"/>
            <ac:spMk id="19" creationId="{EA67E988-5919-57BB-C7DE-D3EAD38A3045}"/>
          </ac:spMkLst>
        </pc:spChg>
        <pc:spChg chg="add">
          <ac:chgData name="Matthew Hoffman" userId="S::matthew.hoffman@nteuchapter66.org::2437c4dc-0b29-4997-9ac2-b5ce5fac96bc" providerId="AD" clId="Web-{7F614FEF-FB38-92E3-A8C1-14CCD5A320FA}" dt="2025-11-28T18:04:00.487" v="100"/>
          <ac:spMkLst>
            <pc:docMk/>
            <pc:sldMk cId="4133933550" sldId="264"/>
            <ac:spMk id="20" creationId="{B7E2F724-2FB3-4D1D-A730-739B8654C030}"/>
          </ac:spMkLst>
        </pc:spChg>
        <pc:spChg chg="add">
          <ac:chgData name="Matthew Hoffman" userId="S::matthew.hoffman@nteuchapter66.org::2437c4dc-0b29-4997-9ac2-b5ce5fac96bc" providerId="AD" clId="Web-{7F614FEF-FB38-92E3-A8C1-14CCD5A320FA}" dt="2025-11-28T18:04:00.487" v="100"/>
          <ac:spMkLst>
            <pc:docMk/>
            <pc:sldMk cId="4133933550" sldId="264"/>
            <ac:spMk id="22" creationId="{B2C335F7-F61C-4EB4-80F2-4B1438FE66BB}"/>
          </ac:spMkLst>
        </pc:spChg>
        <pc:picChg chg="add">
          <ac:chgData name="Matthew Hoffman" userId="S::matthew.hoffman@nteuchapter66.org::2437c4dc-0b29-4997-9ac2-b5ce5fac96bc" providerId="AD" clId="Web-{7F614FEF-FB38-92E3-A8C1-14CCD5A320FA}" dt="2025-11-28T18:04:00.487" v="100"/>
          <ac:picMkLst>
            <pc:docMk/>
            <pc:sldMk cId="4133933550" sldId="264"/>
            <ac:picMk id="21" creationId="{EB9E57DC-DEC0-82DF-EF4C-3BFA801D94BB}"/>
          </ac:picMkLst>
        </pc:picChg>
      </pc:sldChg>
      <pc:sldChg chg="addSp delSp modSp new mod setBg">
        <pc:chgData name="Matthew Hoffman" userId="S::matthew.hoffman@nteuchapter66.org::2437c4dc-0b29-4997-9ac2-b5ce5fac96bc" providerId="AD" clId="Web-{7F614FEF-FB38-92E3-A8C1-14CCD5A320FA}" dt="2025-11-28T18:17:53.337" v="256"/>
        <pc:sldMkLst>
          <pc:docMk/>
          <pc:sldMk cId="2996227284" sldId="265"/>
        </pc:sldMkLst>
        <pc:spChg chg="mod">
          <ac:chgData name="Matthew Hoffman" userId="S::matthew.hoffman@nteuchapter66.org::2437c4dc-0b29-4997-9ac2-b5ce5fac96bc" providerId="AD" clId="Web-{7F614FEF-FB38-92E3-A8C1-14CCD5A320FA}" dt="2025-11-28T18:07:42.921" v="157" actId="20577"/>
          <ac:spMkLst>
            <pc:docMk/>
            <pc:sldMk cId="2996227284" sldId="265"/>
            <ac:spMk id="2" creationId="{8A92F446-587A-43BA-21D6-21533D73BC1E}"/>
          </ac:spMkLst>
        </pc:spChg>
        <pc:spChg chg="add">
          <ac:chgData name="Matthew Hoffman" userId="S::matthew.hoffman@nteuchapter66.org::2437c4dc-0b29-4997-9ac2-b5ce5fac96bc" providerId="AD" clId="Web-{7F614FEF-FB38-92E3-A8C1-14CCD5A320FA}" dt="2025-11-28T18:06:48.919" v="152"/>
          <ac:spMkLst>
            <pc:docMk/>
            <pc:sldMk cId="2996227284" sldId="265"/>
            <ac:spMk id="24" creationId="{F420BC5C-C418-4843-B04B-6918968D0982}"/>
          </ac:spMkLst>
        </pc:spChg>
        <pc:spChg chg="add">
          <ac:chgData name="Matthew Hoffman" userId="S::matthew.hoffman@nteuchapter66.org::2437c4dc-0b29-4997-9ac2-b5ce5fac96bc" providerId="AD" clId="Web-{7F614FEF-FB38-92E3-A8C1-14CCD5A320FA}" dt="2025-11-28T18:06:48.919" v="152"/>
          <ac:spMkLst>
            <pc:docMk/>
            <pc:sldMk cId="2996227284" sldId="265"/>
            <ac:spMk id="26" creationId="{04E511C3-750B-AA87-AE51-0FA2069EA0B9}"/>
          </ac:spMkLst>
        </pc:spChg>
      </pc:sldChg>
      <pc:sldChg chg="addSp delSp modSp new mod setBg">
        <pc:chgData name="Matthew Hoffman" userId="S::matthew.hoffman@nteuchapter66.org::2437c4dc-0b29-4997-9ac2-b5ce5fac96bc" providerId="AD" clId="Web-{7F614FEF-FB38-92E3-A8C1-14CCD5A320FA}" dt="2025-11-28T18:17:53.258" v="255"/>
        <pc:sldMkLst>
          <pc:docMk/>
          <pc:sldMk cId="4141478018" sldId="266"/>
        </pc:sldMkLst>
        <pc:spChg chg="mod">
          <ac:chgData name="Matthew Hoffman" userId="S::matthew.hoffman@nteuchapter66.org::2437c4dc-0b29-4997-9ac2-b5ce5fac96bc" providerId="AD" clId="Web-{7F614FEF-FB38-92E3-A8C1-14CCD5A320FA}" dt="2025-11-28T18:08:46.330" v="173"/>
          <ac:spMkLst>
            <pc:docMk/>
            <pc:sldMk cId="4141478018" sldId="266"/>
            <ac:spMk id="2" creationId="{0D511FAF-945F-D50A-029C-85318AE69103}"/>
          </ac:spMkLst>
        </pc:spChg>
        <pc:spChg chg="add">
          <ac:chgData name="Matthew Hoffman" userId="S::matthew.hoffman@nteuchapter66.org::2437c4dc-0b29-4997-9ac2-b5ce5fac96bc" providerId="AD" clId="Web-{7F614FEF-FB38-92E3-A8C1-14CCD5A320FA}" dt="2025-11-28T18:08:46.330" v="173"/>
          <ac:spMkLst>
            <pc:docMk/>
            <pc:sldMk cId="4141478018" sldId="266"/>
            <ac:spMk id="22" creationId="{4A3D569D-D3A6-49CA-A483-291E95DACA14}"/>
          </ac:spMkLst>
        </pc:spChg>
        <pc:spChg chg="add">
          <ac:chgData name="Matthew Hoffman" userId="S::matthew.hoffman@nteuchapter66.org::2437c4dc-0b29-4997-9ac2-b5ce5fac96bc" providerId="AD" clId="Web-{7F614FEF-FB38-92E3-A8C1-14CCD5A320FA}" dt="2025-11-28T18:08:46.330" v="173"/>
          <ac:spMkLst>
            <pc:docMk/>
            <pc:sldMk cId="4141478018" sldId="266"/>
            <ac:spMk id="23" creationId="{4E17AA97-89A7-45C1-B813-BFF6C23D79E1}"/>
          </ac:spMkLst>
        </pc:spChg>
        <pc:spChg chg="add">
          <ac:chgData name="Matthew Hoffman" userId="S::matthew.hoffman@nteuchapter66.org::2437c4dc-0b29-4997-9ac2-b5ce5fac96bc" providerId="AD" clId="Web-{7F614FEF-FB38-92E3-A8C1-14CCD5A320FA}" dt="2025-11-28T18:08:46.330" v="173"/>
          <ac:spMkLst>
            <pc:docMk/>
            <pc:sldMk cId="4141478018" sldId="266"/>
            <ac:spMk id="24" creationId="{33AC4FE1-D370-43A6-96C5-076716BB1E76}"/>
          </ac:spMkLst>
        </pc:spChg>
        <pc:graphicFrameChg chg="add">
          <ac:chgData name="Matthew Hoffman" userId="S::matthew.hoffman@nteuchapter66.org::2437c4dc-0b29-4997-9ac2-b5ce5fac96bc" providerId="AD" clId="Web-{7F614FEF-FB38-92E3-A8C1-14CCD5A320FA}" dt="2025-11-28T18:08:46.330" v="173"/>
          <ac:graphicFrameMkLst>
            <pc:docMk/>
            <pc:sldMk cId="4141478018" sldId="266"/>
            <ac:graphicFrameMk id="25" creationId="{4D825791-0221-4F60-2F29-E4FC1A539AA7}"/>
          </ac:graphicFrameMkLst>
        </pc:graphicFrameChg>
      </pc:sldChg>
      <pc:sldChg chg="addSp modSp new mod setBg">
        <pc:chgData name="Matthew Hoffman" userId="S::matthew.hoffman@nteuchapter66.org::2437c4dc-0b29-4997-9ac2-b5ce5fac96bc" providerId="AD" clId="Web-{7F614FEF-FB38-92E3-A8C1-14CCD5A320FA}" dt="2025-11-28T18:17:53.087" v="251"/>
        <pc:sldMkLst>
          <pc:docMk/>
          <pc:sldMk cId="2934318509" sldId="267"/>
        </pc:sldMkLst>
        <pc:spChg chg="mod">
          <ac:chgData name="Matthew Hoffman" userId="S::matthew.hoffman@nteuchapter66.org::2437c4dc-0b29-4997-9ac2-b5ce5fac96bc" providerId="AD" clId="Web-{7F614FEF-FB38-92E3-A8C1-14CCD5A320FA}" dt="2025-11-28T18:10:02.098" v="184"/>
          <ac:spMkLst>
            <pc:docMk/>
            <pc:sldMk cId="2934318509" sldId="267"/>
            <ac:spMk id="2" creationId="{9C639142-949C-4DD8-AE47-DE30A5C8783E}"/>
          </ac:spMkLst>
        </pc:spChg>
        <pc:spChg chg="mod">
          <ac:chgData name="Matthew Hoffman" userId="S::matthew.hoffman@nteuchapter66.org::2437c4dc-0b29-4997-9ac2-b5ce5fac96bc" providerId="AD" clId="Web-{7F614FEF-FB38-92E3-A8C1-14CCD5A320FA}" dt="2025-11-28T18:10:02.098" v="184"/>
          <ac:spMkLst>
            <pc:docMk/>
            <pc:sldMk cId="2934318509" sldId="267"/>
            <ac:spMk id="3" creationId="{010E7C5F-1B78-AFCE-2C8C-74ACE071BB3A}"/>
          </ac:spMkLst>
        </pc:spChg>
        <pc:spChg chg="add">
          <ac:chgData name="Matthew Hoffman" userId="S::matthew.hoffman@nteuchapter66.org::2437c4dc-0b29-4997-9ac2-b5ce5fac96bc" providerId="AD" clId="Web-{7F614FEF-FB38-92E3-A8C1-14CCD5A320FA}" dt="2025-11-28T18:10:02.098" v="184"/>
          <ac:spMkLst>
            <pc:docMk/>
            <pc:sldMk cId="2934318509" sldId="267"/>
            <ac:spMk id="8" creationId="{EEF92585-7A99-6108-9663-8C59032742EC}"/>
          </ac:spMkLst>
        </pc:spChg>
      </pc:sldChg>
      <pc:sldChg chg="addSp modSp new mod setBg">
        <pc:chgData name="Matthew Hoffman" userId="S::matthew.hoffman@nteuchapter66.org::2437c4dc-0b29-4997-9ac2-b5ce5fac96bc" providerId="AD" clId="Web-{7F614FEF-FB38-92E3-A8C1-14CCD5A320FA}" dt="2025-11-28T18:17:53.118" v="252"/>
        <pc:sldMkLst>
          <pc:docMk/>
          <pc:sldMk cId="4047927467" sldId="268"/>
        </pc:sldMkLst>
        <pc:spChg chg="mod">
          <ac:chgData name="Matthew Hoffman" userId="S::matthew.hoffman@nteuchapter66.org::2437c4dc-0b29-4997-9ac2-b5ce5fac96bc" providerId="AD" clId="Web-{7F614FEF-FB38-92E3-A8C1-14CCD5A320FA}" dt="2025-11-28T18:11:25.695" v="196"/>
          <ac:spMkLst>
            <pc:docMk/>
            <pc:sldMk cId="4047927467" sldId="268"/>
            <ac:spMk id="2" creationId="{616AC5A7-C94F-558E-2C10-FF876A6F2D87}"/>
          </ac:spMkLst>
        </pc:spChg>
        <pc:spChg chg="mod">
          <ac:chgData name="Matthew Hoffman" userId="S::matthew.hoffman@nteuchapter66.org::2437c4dc-0b29-4997-9ac2-b5ce5fac96bc" providerId="AD" clId="Web-{7F614FEF-FB38-92E3-A8C1-14CCD5A320FA}" dt="2025-11-28T18:11:25.695" v="196"/>
          <ac:spMkLst>
            <pc:docMk/>
            <pc:sldMk cId="4047927467" sldId="268"/>
            <ac:spMk id="3" creationId="{1D9439C9-734E-B413-9439-B821961DA3C0}"/>
          </ac:spMkLst>
        </pc:spChg>
        <pc:spChg chg="add">
          <ac:chgData name="Matthew Hoffman" userId="S::matthew.hoffman@nteuchapter66.org::2437c4dc-0b29-4997-9ac2-b5ce5fac96bc" providerId="AD" clId="Web-{7F614FEF-FB38-92E3-A8C1-14CCD5A320FA}" dt="2025-11-28T18:11:25.695" v="196"/>
          <ac:spMkLst>
            <pc:docMk/>
            <pc:sldMk cId="4047927467" sldId="268"/>
            <ac:spMk id="8" creationId="{1653AE3C-AC4F-907C-B473-B9A30D21506F}"/>
          </ac:spMkLst>
        </pc:spChg>
        <pc:spChg chg="add">
          <ac:chgData name="Matthew Hoffman" userId="S::matthew.hoffman@nteuchapter66.org::2437c4dc-0b29-4997-9ac2-b5ce5fac96bc" providerId="AD" clId="Web-{7F614FEF-FB38-92E3-A8C1-14CCD5A320FA}" dt="2025-11-28T18:11:25.695" v="196"/>
          <ac:spMkLst>
            <pc:docMk/>
            <pc:sldMk cId="4047927467" sldId="268"/>
            <ac:spMk id="10" creationId="{DC81933E-93BD-38CE-3C98-D10B2844C58A}"/>
          </ac:spMkLst>
        </pc:spChg>
        <pc:spChg chg="add">
          <ac:chgData name="Matthew Hoffman" userId="S::matthew.hoffman@nteuchapter66.org::2437c4dc-0b29-4997-9ac2-b5ce5fac96bc" providerId="AD" clId="Web-{7F614FEF-FB38-92E3-A8C1-14CCD5A320FA}" dt="2025-11-28T18:11:25.695" v="196"/>
          <ac:spMkLst>
            <pc:docMk/>
            <pc:sldMk cId="4047927467" sldId="268"/>
            <ac:spMk id="12" creationId="{AB1E35EA-FB9C-AE5F-4AB8-1B3D59CC954B}"/>
          </ac:spMkLst>
        </pc:spChg>
      </pc:sldChg>
      <pc:sldChg chg="addSp modSp new mod setBg">
        <pc:chgData name="Matthew Hoffman" userId="S::matthew.hoffman@nteuchapter66.org::2437c4dc-0b29-4997-9ac2-b5ce5fac96bc" providerId="AD" clId="Web-{7F614FEF-FB38-92E3-A8C1-14CCD5A320FA}" dt="2025-11-28T18:17:53.149" v="253"/>
        <pc:sldMkLst>
          <pc:docMk/>
          <pc:sldMk cId="217121121" sldId="269"/>
        </pc:sldMkLst>
        <pc:spChg chg="mod">
          <ac:chgData name="Matthew Hoffman" userId="S::matthew.hoffman@nteuchapter66.org::2437c4dc-0b29-4997-9ac2-b5ce5fac96bc" providerId="AD" clId="Web-{7F614FEF-FB38-92E3-A8C1-14CCD5A320FA}" dt="2025-11-28T18:13:01.056" v="208"/>
          <ac:spMkLst>
            <pc:docMk/>
            <pc:sldMk cId="217121121" sldId="269"/>
            <ac:spMk id="2" creationId="{2B30C57B-9A2E-4893-8F52-C27516D1625C}"/>
          </ac:spMkLst>
        </pc:spChg>
        <pc:spChg chg="mod">
          <ac:chgData name="Matthew Hoffman" userId="S::matthew.hoffman@nteuchapter66.org::2437c4dc-0b29-4997-9ac2-b5ce5fac96bc" providerId="AD" clId="Web-{7F614FEF-FB38-92E3-A8C1-14CCD5A320FA}" dt="2025-11-28T18:13:01.056" v="208"/>
          <ac:spMkLst>
            <pc:docMk/>
            <pc:sldMk cId="217121121" sldId="269"/>
            <ac:spMk id="3" creationId="{B632AED1-78C4-269A-0BC2-5A4F48E54D6A}"/>
          </ac:spMkLst>
        </pc:spChg>
        <pc:spChg chg="add">
          <ac:chgData name="Matthew Hoffman" userId="S::matthew.hoffman@nteuchapter66.org::2437c4dc-0b29-4997-9ac2-b5ce5fac96bc" providerId="AD" clId="Web-{7F614FEF-FB38-92E3-A8C1-14CCD5A320FA}" dt="2025-11-28T18:13:01.056" v="208"/>
          <ac:spMkLst>
            <pc:docMk/>
            <pc:sldMk cId="217121121" sldId="269"/>
            <ac:spMk id="10" creationId="{9EE42DCE-4A4F-44C4-84E5-261B3BEEF1DA}"/>
          </ac:spMkLst>
        </pc:spChg>
        <pc:spChg chg="add">
          <ac:chgData name="Matthew Hoffman" userId="S::matthew.hoffman@nteuchapter66.org::2437c4dc-0b29-4997-9ac2-b5ce5fac96bc" providerId="AD" clId="Web-{7F614FEF-FB38-92E3-A8C1-14CCD5A320FA}" dt="2025-11-28T18:13:01.056" v="208"/>
          <ac:spMkLst>
            <pc:docMk/>
            <pc:sldMk cId="217121121" sldId="269"/>
            <ac:spMk id="12" creationId="{887F59F2-5FBC-40CD-AD35-376AECE49EA6}"/>
          </ac:spMkLst>
        </pc:spChg>
        <pc:picChg chg="add">
          <ac:chgData name="Matthew Hoffman" userId="S::matthew.hoffman@nteuchapter66.org::2437c4dc-0b29-4997-9ac2-b5ce5fac96bc" providerId="AD" clId="Web-{7F614FEF-FB38-92E3-A8C1-14CCD5A320FA}" dt="2025-11-28T18:13:01.056" v="208"/>
          <ac:picMkLst>
            <pc:docMk/>
            <pc:sldMk cId="217121121" sldId="269"/>
            <ac:picMk id="7" creationId="{1C58B77C-CC62-BCAD-7D74-D44957C24064}"/>
          </ac:picMkLst>
        </pc:picChg>
      </pc:sldChg>
      <pc:sldChg chg="addSp delSp modSp new mod setBg">
        <pc:chgData name="Matthew Hoffman" userId="S::matthew.hoffman@nteuchapter66.org::2437c4dc-0b29-4997-9ac2-b5ce5fac96bc" providerId="AD" clId="Web-{7F614FEF-FB38-92E3-A8C1-14CCD5A320FA}" dt="2025-11-28T18:17:53.196" v="254"/>
        <pc:sldMkLst>
          <pc:docMk/>
          <pc:sldMk cId="387049501" sldId="270"/>
        </pc:sldMkLst>
        <pc:spChg chg="mod">
          <ac:chgData name="Matthew Hoffman" userId="S::matthew.hoffman@nteuchapter66.org::2437c4dc-0b29-4997-9ac2-b5ce5fac96bc" providerId="AD" clId="Web-{7F614FEF-FB38-92E3-A8C1-14CCD5A320FA}" dt="2025-11-28T18:14:55.902" v="220"/>
          <ac:spMkLst>
            <pc:docMk/>
            <pc:sldMk cId="387049501" sldId="270"/>
            <ac:spMk id="2" creationId="{010BA0EC-DAA6-5B5B-FEB5-641352553616}"/>
          </ac:spMkLst>
        </pc:spChg>
        <pc:spChg chg="add">
          <ac:chgData name="Matthew Hoffman" userId="S::matthew.hoffman@nteuchapter66.org::2437c4dc-0b29-4997-9ac2-b5ce5fac96bc" providerId="AD" clId="Web-{7F614FEF-FB38-92E3-A8C1-14CCD5A320FA}" dt="2025-11-28T18:14:55.902" v="220"/>
          <ac:spMkLst>
            <pc:docMk/>
            <pc:sldMk cId="387049501" sldId="270"/>
            <ac:spMk id="9" creationId="{04213918-F1EB-4BCE-BE23-F5E9851EE05C}"/>
          </ac:spMkLst>
        </pc:spChg>
        <pc:spChg chg="add">
          <ac:chgData name="Matthew Hoffman" userId="S::matthew.hoffman@nteuchapter66.org::2437c4dc-0b29-4997-9ac2-b5ce5fac96bc" providerId="AD" clId="Web-{7F614FEF-FB38-92E3-A8C1-14CCD5A320FA}" dt="2025-11-28T18:14:55.902" v="220"/>
          <ac:spMkLst>
            <pc:docMk/>
            <pc:sldMk cId="387049501" sldId="270"/>
            <ac:spMk id="11" creationId="{2062E862-C7F7-4CA1-B929-D0B75F5E9FB9}"/>
          </ac:spMkLst>
        </pc:spChg>
        <pc:graphicFrameChg chg="add">
          <ac:chgData name="Matthew Hoffman" userId="S::matthew.hoffman@nteuchapter66.org::2437c4dc-0b29-4997-9ac2-b5ce5fac96bc" providerId="AD" clId="Web-{7F614FEF-FB38-92E3-A8C1-14CCD5A320FA}" dt="2025-11-28T18:14:55.902" v="220"/>
          <ac:graphicFrameMkLst>
            <pc:docMk/>
            <pc:sldMk cId="387049501" sldId="270"/>
            <ac:graphicFrameMk id="5" creationId="{DFD3D126-63A7-A8F0-FD63-0E1CBC075002}"/>
          </ac:graphicFrameMkLst>
        </pc:graphicFrameChg>
      </pc:sldChg>
      <pc:sldChg chg="addSp modSp new mod setBg">
        <pc:chgData name="Matthew Hoffman" userId="S::matthew.hoffman@nteuchapter66.org::2437c4dc-0b29-4997-9ac2-b5ce5fac96bc" providerId="AD" clId="Web-{7F614FEF-FB38-92E3-A8C1-14CCD5A320FA}" dt="2025-11-28T18:19:21.486" v="268"/>
        <pc:sldMkLst>
          <pc:docMk/>
          <pc:sldMk cId="2328976590" sldId="271"/>
        </pc:sldMkLst>
        <pc:spChg chg="mod">
          <ac:chgData name="Matthew Hoffman" userId="S::matthew.hoffman@nteuchapter66.org::2437c4dc-0b29-4997-9ac2-b5ce5fac96bc" providerId="AD" clId="Web-{7F614FEF-FB38-92E3-A8C1-14CCD5A320FA}" dt="2025-11-28T18:19:14.329" v="267"/>
          <ac:spMkLst>
            <pc:docMk/>
            <pc:sldMk cId="2328976590" sldId="271"/>
            <ac:spMk id="2" creationId="{0F1625E1-8E2E-BDD0-87C0-1E8970740A6F}"/>
          </ac:spMkLst>
        </pc:spChg>
        <pc:spChg chg="mod">
          <ac:chgData name="Matthew Hoffman" userId="S::matthew.hoffman@nteuchapter66.org::2437c4dc-0b29-4997-9ac2-b5ce5fac96bc" providerId="AD" clId="Web-{7F614FEF-FB38-92E3-A8C1-14CCD5A320FA}" dt="2025-11-28T18:19:14.329" v="267"/>
          <ac:spMkLst>
            <pc:docMk/>
            <pc:sldMk cId="2328976590" sldId="271"/>
            <ac:spMk id="3" creationId="{CAC3CBD4-2A6D-5531-8AD0-BB79568BBC23}"/>
          </ac:spMkLst>
        </pc:spChg>
        <pc:spChg chg="add">
          <ac:chgData name="Matthew Hoffman" userId="S::matthew.hoffman@nteuchapter66.org::2437c4dc-0b29-4997-9ac2-b5ce5fac96bc" providerId="AD" clId="Web-{7F614FEF-FB38-92E3-A8C1-14CCD5A320FA}" dt="2025-11-28T18:19:14.329" v="267"/>
          <ac:spMkLst>
            <pc:docMk/>
            <pc:sldMk cId="2328976590" sldId="271"/>
            <ac:spMk id="8" creationId="{4E17AA97-89A7-45C1-B813-BFF6C23D79E1}"/>
          </ac:spMkLst>
        </pc:spChg>
        <pc:spChg chg="add">
          <ac:chgData name="Matthew Hoffman" userId="S::matthew.hoffman@nteuchapter66.org::2437c4dc-0b29-4997-9ac2-b5ce5fac96bc" providerId="AD" clId="Web-{7F614FEF-FB38-92E3-A8C1-14CCD5A320FA}" dt="2025-11-28T18:19:14.329" v="267"/>
          <ac:spMkLst>
            <pc:docMk/>
            <pc:sldMk cId="2328976590" sldId="271"/>
            <ac:spMk id="10" creationId="{33AC4FE1-D370-43A6-96C5-076716BB1E76}"/>
          </ac:spMkLst>
        </pc:spChg>
        <pc:spChg chg="add">
          <ac:chgData name="Matthew Hoffman" userId="S::matthew.hoffman@nteuchapter66.org::2437c4dc-0b29-4997-9ac2-b5ce5fac96bc" providerId="AD" clId="Web-{7F614FEF-FB38-92E3-A8C1-14CCD5A320FA}" dt="2025-11-28T18:19:14.329" v="267"/>
          <ac:spMkLst>
            <pc:docMk/>
            <pc:sldMk cId="2328976590" sldId="271"/>
            <ac:spMk id="12" creationId="{4A3D569D-D3A6-49CA-A483-291E95DACA14}"/>
          </ac:spMkLst>
        </pc:spChg>
      </pc:sldChg>
      <pc:sldChg chg="new">
        <pc:chgData name="Matthew Hoffman" userId="S::matthew.hoffman@nteuchapter66.org::2437c4dc-0b29-4997-9ac2-b5ce5fac96bc" providerId="AD" clId="Web-{7F614FEF-FB38-92E3-A8C1-14CCD5A320FA}" dt="2025-11-28T18:19:31.831" v="269"/>
        <pc:sldMkLst>
          <pc:docMk/>
          <pc:sldMk cId="3149269147" sldId="272"/>
        </pc:sldMkLst>
      </pc:sldChg>
    </pc:docChg>
  </pc:docChgLst>
  <pc:docChgLst>
    <pc:chgData name="Matthew Hoffman" userId="S::matthew.hoffman@nteuchapter66.org::2437c4dc-0b29-4997-9ac2-b5ce5fac96bc" providerId="AD" clId="Web-{BD786F0E-D313-ABC1-13C6-2B6C3568ABE1}"/>
    <pc:docChg chg="addSld modSld sldOrd">
      <pc:chgData name="Matthew Hoffman" userId="S::matthew.hoffman@nteuchapter66.org::2437c4dc-0b29-4997-9ac2-b5ce5fac96bc" providerId="AD" clId="Web-{BD786F0E-D313-ABC1-13C6-2B6C3568ABE1}" dt="2025-12-08T17:26:06.498" v="1119"/>
      <pc:docMkLst>
        <pc:docMk/>
      </pc:docMkLst>
      <pc:sldChg chg="modTransition">
        <pc:chgData name="Matthew Hoffman" userId="S::matthew.hoffman@nteuchapter66.org::2437c4dc-0b29-4997-9ac2-b5ce5fac96bc" providerId="AD" clId="Web-{BD786F0E-D313-ABC1-13C6-2B6C3568ABE1}" dt="2025-12-08T17:22:36.561" v="1100"/>
        <pc:sldMkLst>
          <pc:docMk/>
          <pc:sldMk cId="2363741460" sldId="257"/>
        </pc:sldMkLst>
      </pc:sldChg>
      <pc:sldChg chg="modTransition">
        <pc:chgData name="Matthew Hoffman" userId="S::matthew.hoffman@nteuchapter66.org::2437c4dc-0b29-4997-9ac2-b5ce5fac96bc" providerId="AD" clId="Web-{BD786F0E-D313-ABC1-13C6-2B6C3568ABE1}" dt="2025-12-08T17:22:44.733" v="1101"/>
        <pc:sldMkLst>
          <pc:docMk/>
          <pc:sldMk cId="217946502" sldId="258"/>
        </pc:sldMkLst>
      </pc:sldChg>
      <pc:sldChg chg="ord modTransition">
        <pc:chgData name="Matthew Hoffman" userId="S::matthew.hoffman@nteuchapter66.org::2437c4dc-0b29-4997-9ac2-b5ce5fac96bc" providerId="AD" clId="Web-{BD786F0E-D313-ABC1-13C6-2B6C3568ABE1}" dt="2025-12-08T17:24:07.530" v="1107"/>
        <pc:sldMkLst>
          <pc:docMk/>
          <pc:sldMk cId="388509578" sldId="259"/>
        </pc:sldMkLst>
      </pc:sldChg>
      <pc:sldChg chg="modTransition">
        <pc:chgData name="Matthew Hoffman" userId="S::matthew.hoffman@nteuchapter66.org::2437c4dc-0b29-4997-9ac2-b5ce5fac96bc" providerId="AD" clId="Web-{BD786F0E-D313-ABC1-13C6-2B6C3568ABE1}" dt="2025-12-08T17:23:10.655" v="1105"/>
        <pc:sldMkLst>
          <pc:docMk/>
          <pc:sldMk cId="3465996415" sldId="260"/>
        </pc:sldMkLst>
      </pc:sldChg>
      <pc:sldChg chg="modSp ord modTransition">
        <pc:chgData name="Matthew Hoffman" userId="S::matthew.hoffman@nteuchapter66.org::2437c4dc-0b29-4997-9ac2-b5ce5fac96bc" providerId="AD" clId="Web-{BD786F0E-D313-ABC1-13C6-2B6C3568ABE1}" dt="2025-12-08T17:22:59.139" v="1103"/>
        <pc:sldMkLst>
          <pc:docMk/>
          <pc:sldMk cId="1501690239" sldId="261"/>
        </pc:sldMkLst>
        <pc:spChg chg="mod">
          <ac:chgData name="Matthew Hoffman" userId="S::matthew.hoffman@nteuchapter66.org::2437c4dc-0b29-4997-9ac2-b5ce5fac96bc" providerId="AD" clId="Web-{BD786F0E-D313-ABC1-13C6-2B6C3568ABE1}" dt="2025-12-08T15:18:53.561" v="136" actId="20577"/>
          <ac:spMkLst>
            <pc:docMk/>
            <pc:sldMk cId="1501690239" sldId="261"/>
            <ac:spMk id="2" creationId="{B2FC357E-6F44-E877-46B9-16088F64DBC2}"/>
          </ac:spMkLst>
        </pc:spChg>
        <pc:spChg chg="mod">
          <ac:chgData name="Matthew Hoffman" userId="S::matthew.hoffman@nteuchapter66.org::2437c4dc-0b29-4997-9ac2-b5ce5fac96bc" providerId="AD" clId="Web-{BD786F0E-D313-ABC1-13C6-2B6C3568ABE1}" dt="2025-12-08T15:18:49.046" v="132" actId="20577"/>
          <ac:spMkLst>
            <pc:docMk/>
            <pc:sldMk cId="1501690239" sldId="261"/>
            <ac:spMk id="3" creationId="{6D2ED620-C481-DA93-1BD9-662A2591C38E}"/>
          </ac:spMkLst>
        </pc:spChg>
      </pc:sldChg>
      <pc:sldChg chg="modSp ord modTransition">
        <pc:chgData name="Matthew Hoffman" userId="S::matthew.hoffman@nteuchapter66.org::2437c4dc-0b29-4997-9ac2-b5ce5fac96bc" providerId="AD" clId="Web-{BD786F0E-D313-ABC1-13C6-2B6C3568ABE1}" dt="2025-12-08T17:23:04.889" v="1104"/>
        <pc:sldMkLst>
          <pc:docMk/>
          <pc:sldMk cId="4260116997" sldId="262"/>
        </pc:sldMkLst>
        <pc:spChg chg="mod">
          <ac:chgData name="Matthew Hoffman" userId="S::matthew.hoffman@nteuchapter66.org::2437c4dc-0b29-4997-9ac2-b5ce5fac96bc" providerId="AD" clId="Web-{BD786F0E-D313-ABC1-13C6-2B6C3568ABE1}" dt="2025-12-08T15:39:18.445" v="182" actId="20577"/>
          <ac:spMkLst>
            <pc:docMk/>
            <pc:sldMk cId="4260116997" sldId="262"/>
            <ac:spMk id="2" creationId="{42DD143B-B4FA-E928-AC7B-2569D780BA48}"/>
          </ac:spMkLst>
        </pc:spChg>
        <pc:spChg chg="mod">
          <ac:chgData name="Matthew Hoffman" userId="S::matthew.hoffman@nteuchapter66.org::2437c4dc-0b29-4997-9ac2-b5ce5fac96bc" providerId="AD" clId="Web-{BD786F0E-D313-ABC1-13C6-2B6C3568ABE1}" dt="2025-12-08T15:40:40.556" v="308" actId="20577"/>
          <ac:spMkLst>
            <pc:docMk/>
            <pc:sldMk cId="4260116997" sldId="262"/>
            <ac:spMk id="3" creationId="{DDA96073-B0DC-4DC0-4C6A-1378E644CFEB}"/>
          </ac:spMkLst>
        </pc:spChg>
      </pc:sldChg>
      <pc:sldChg chg="modTransition">
        <pc:chgData name="Matthew Hoffman" userId="S::matthew.hoffman@nteuchapter66.org::2437c4dc-0b29-4997-9ac2-b5ce5fac96bc" providerId="AD" clId="Web-{BD786F0E-D313-ABC1-13C6-2B6C3568ABE1}" dt="2025-12-08T17:22:47.123" v="1102"/>
        <pc:sldMkLst>
          <pc:docMk/>
          <pc:sldMk cId="879999281" sldId="263"/>
        </pc:sldMkLst>
      </pc:sldChg>
      <pc:sldChg chg="modTransition">
        <pc:chgData name="Matthew Hoffman" userId="S::matthew.hoffman@nteuchapter66.org::2437c4dc-0b29-4997-9ac2-b5ce5fac96bc" providerId="AD" clId="Web-{BD786F0E-D313-ABC1-13C6-2B6C3568ABE1}" dt="2025-12-08T17:24:12.233" v="1108"/>
        <pc:sldMkLst>
          <pc:docMk/>
          <pc:sldMk cId="4133933550" sldId="264"/>
        </pc:sldMkLst>
      </pc:sldChg>
      <pc:sldChg chg="modTransition">
        <pc:chgData name="Matthew Hoffman" userId="S::matthew.hoffman@nteuchapter66.org::2437c4dc-0b29-4997-9ac2-b5ce5fac96bc" providerId="AD" clId="Web-{BD786F0E-D313-ABC1-13C6-2B6C3568ABE1}" dt="2025-12-08T17:24:17.561" v="1109"/>
        <pc:sldMkLst>
          <pc:docMk/>
          <pc:sldMk cId="2996227284" sldId="265"/>
        </pc:sldMkLst>
      </pc:sldChg>
      <pc:sldChg chg="modTransition">
        <pc:chgData name="Matthew Hoffman" userId="S::matthew.hoffman@nteuchapter66.org::2437c4dc-0b29-4997-9ac2-b5ce5fac96bc" providerId="AD" clId="Web-{BD786F0E-D313-ABC1-13C6-2B6C3568ABE1}" dt="2025-12-08T17:24:19.967" v="1110"/>
        <pc:sldMkLst>
          <pc:docMk/>
          <pc:sldMk cId="4141478018" sldId="266"/>
        </pc:sldMkLst>
      </pc:sldChg>
      <pc:sldChg chg="modTransition">
        <pc:chgData name="Matthew Hoffman" userId="S::matthew.hoffman@nteuchapter66.org::2437c4dc-0b29-4997-9ac2-b5ce5fac96bc" providerId="AD" clId="Web-{BD786F0E-D313-ABC1-13C6-2B6C3568ABE1}" dt="2025-12-08T17:24:22.358" v="1111"/>
        <pc:sldMkLst>
          <pc:docMk/>
          <pc:sldMk cId="2934318509" sldId="267"/>
        </pc:sldMkLst>
      </pc:sldChg>
      <pc:sldChg chg="modTransition">
        <pc:chgData name="Matthew Hoffman" userId="S::matthew.hoffman@nteuchapter66.org::2437c4dc-0b29-4997-9ac2-b5ce5fac96bc" providerId="AD" clId="Web-{BD786F0E-D313-ABC1-13C6-2B6C3568ABE1}" dt="2025-12-08T17:24:34.373" v="1112"/>
        <pc:sldMkLst>
          <pc:docMk/>
          <pc:sldMk cId="4047927467" sldId="268"/>
        </pc:sldMkLst>
      </pc:sldChg>
      <pc:sldChg chg="modTransition">
        <pc:chgData name="Matthew Hoffman" userId="S::matthew.hoffman@nteuchapter66.org::2437c4dc-0b29-4997-9ac2-b5ce5fac96bc" providerId="AD" clId="Web-{BD786F0E-D313-ABC1-13C6-2B6C3568ABE1}" dt="2025-12-08T17:25:00.451" v="1113"/>
        <pc:sldMkLst>
          <pc:docMk/>
          <pc:sldMk cId="217121121" sldId="269"/>
        </pc:sldMkLst>
      </pc:sldChg>
      <pc:sldChg chg="modTransition">
        <pc:chgData name="Matthew Hoffman" userId="S::matthew.hoffman@nteuchapter66.org::2437c4dc-0b29-4997-9ac2-b5ce5fac96bc" providerId="AD" clId="Web-{BD786F0E-D313-ABC1-13C6-2B6C3568ABE1}" dt="2025-12-08T17:25:02.623" v="1114"/>
        <pc:sldMkLst>
          <pc:docMk/>
          <pc:sldMk cId="387049501" sldId="270"/>
        </pc:sldMkLst>
      </pc:sldChg>
      <pc:sldChg chg="modTransition">
        <pc:chgData name="Matthew Hoffman" userId="S::matthew.hoffman@nteuchapter66.org::2437c4dc-0b29-4997-9ac2-b5ce5fac96bc" providerId="AD" clId="Web-{BD786F0E-D313-ABC1-13C6-2B6C3568ABE1}" dt="2025-12-08T17:25:13.873" v="1115"/>
        <pc:sldMkLst>
          <pc:docMk/>
          <pc:sldMk cId="2328976590" sldId="271"/>
        </pc:sldMkLst>
      </pc:sldChg>
      <pc:sldChg chg="addSp delSp modSp mod modTransition setBg">
        <pc:chgData name="Matthew Hoffman" userId="S::matthew.hoffman@nteuchapter66.org::2437c4dc-0b29-4997-9ac2-b5ce5fac96bc" providerId="AD" clId="Web-{BD786F0E-D313-ABC1-13C6-2B6C3568ABE1}" dt="2025-12-08T17:25:19.373" v="1116"/>
        <pc:sldMkLst>
          <pc:docMk/>
          <pc:sldMk cId="3149269147" sldId="272"/>
        </pc:sldMkLst>
        <pc:spChg chg="mod">
          <ac:chgData name="Matthew Hoffman" userId="S::matthew.hoffman@nteuchapter66.org::2437c4dc-0b29-4997-9ac2-b5ce5fac96bc" providerId="AD" clId="Web-{BD786F0E-D313-ABC1-13C6-2B6C3568ABE1}" dt="2025-12-08T15:50:08.091" v="493"/>
          <ac:spMkLst>
            <pc:docMk/>
            <pc:sldMk cId="3149269147" sldId="272"/>
            <ac:spMk id="2" creationId="{8249A6F0-238B-20BC-B078-0C54CC0CB6FD}"/>
          </ac:spMkLst>
        </pc:spChg>
        <pc:spChg chg="mod">
          <ac:chgData name="Matthew Hoffman" userId="S::matthew.hoffman@nteuchapter66.org::2437c4dc-0b29-4997-9ac2-b5ce5fac96bc" providerId="AD" clId="Web-{BD786F0E-D313-ABC1-13C6-2B6C3568ABE1}" dt="2025-12-08T15:50:08.091" v="493"/>
          <ac:spMkLst>
            <pc:docMk/>
            <pc:sldMk cId="3149269147" sldId="272"/>
            <ac:spMk id="3" creationId="{1F35453F-8370-B9C0-A9A6-FDB74FE7BF8A}"/>
          </ac:spMkLst>
        </pc:spChg>
        <pc:spChg chg="add">
          <ac:chgData name="Matthew Hoffman" userId="S::matthew.hoffman@nteuchapter66.org::2437c4dc-0b29-4997-9ac2-b5ce5fac96bc" providerId="AD" clId="Web-{BD786F0E-D313-ABC1-13C6-2B6C3568ABE1}" dt="2025-12-08T15:50:08.091" v="493"/>
          <ac:spMkLst>
            <pc:docMk/>
            <pc:sldMk cId="3149269147" sldId="272"/>
            <ac:spMk id="17" creationId="{EEF92585-7A99-6108-9663-8C59032742EC}"/>
          </ac:spMkLst>
        </pc:spChg>
        <pc:spChg chg="add">
          <ac:chgData name="Matthew Hoffman" userId="S::matthew.hoffman@nteuchapter66.org::2437c4dc-0b29-4997-9ac2-b5ce5fac96bc" providerId="AD" clId="Web-{BD786F0E-D313-ABC1-13C6-2B6C3568ABE1}" dt="2025-12-08T15:50:08.091" v="493"/>
          <ac:spMkLst>
            <pc:docMk/>
            <pc:sldMk cId="3149269147" sldId="272"/>
            <ac:spMk id="19" creationId="{C6D5B03A-B780-A698-DFA9-C9932F22DDD0}"/>
          </ac:spMkLst>
        </pc:spChg>
      </pc:sldChg>
      <pc:sldChg chg="addSp delSp modSp new mod modTransition setBg">
        <pc:chgData name="Matthew Hoffman" userId="S::matthew.hoffman@nteuchapter66.org::2437c4dc-0b29-4997-9ac2-b5ce5fac96bc" providerId="AD" clId="Web-{BD786F0E-D313-ABC1-13C6-2B6C3568ABE1}" dt="2025-12-08T17:25:28.404" v="1117"/>
        <pc:sldMkLst>
          <pc:docMk/>
          <pc:sldMk cId="3074424105" sldId="273"/>
        </pc:sldMkLst>
        <pc:spChg chg="mod">
          <ac:chgData name="Matthew Hoffman" userId="S::matthew.hoffman@nteuchapter66.org::2437c4dc-0b29-4997-9ac2-b5ce5fac96bc" providerId="AD" clId="Web-{BD786F0E-D313-ABC1-13C6-2B6C3568ABE1}" dt="2025-12-08T17:13:13.233" v="636"/>
          <ac:spMkLst>
            <pc:docMk/>
            <pc:sldMk cId="3074424105" sldId="273"/>
            <ac:spMk id="2" creationId="{F9C6A0FF-EC9F-8806-25B9-80BAAB807CAC}"/>
          </ac:spMkLst>
        </pc:spChg>
        <pc:spChg chg="add">
          <ac:chgData name="Matthew Hoffman" userId="S::matthew.hoffman@nteuchapter66.org::2437c4dc-0b29-4997-9ac2-b5ce5fac96bc" providerId="AD" clId="Web-{BD786F0E-D313-ABC1-13C6-2B6C3568ABE1}" dt="2025-12-08T17:13:13.233" v="636"/>
          <ac:spMkLst>
            <pc:docMk/>
            <pc:sldMk cId="3074424105" sldId="273"/>
            <ac:spMk id="9" creationId="{817D949E-564D-4503-A64E-D22FA3232C29}"/>
          </ac:spMkLst>
        </pc:spChg>
        <pc:spChg chg="add">
          <ac:chgData name="Matthew Hoffman" userId="S::matthew.hoffman@nteuchapter66.org::2437c4dc-0b29-4997-9ac2-b5ce5fac96bc" providerId="AD" clId="Web-{BD786F0E-D313-ABC1-13C6-2B6C3568ABE1}" dt="2025-12-08T17:13:13.233" v="636"/>
          <ac:spMkLst>
            <pc:docMk/>
            <pc:sldMk cId="3074424105" sldId="273"/>
            <ac:spMk id="11" creationId="{2C8EEB27-9249-8B3A-C8C2-18F9DC480810}"/>
          </ac:spMkLst>
        </pc:spChg>
        <pc:spChg chg="add">
          <ac:chgData name="Matthew Hoffman" userId="S::matthew.hoffman@nteuchapter66.org::2437c4dc-0b29-4997-9ac2-b5ce5fac96bc" providerId="AD" clId="Web-{BD786F0E-D313-ABC1-13C6-2B6C3568ABE1}" dt="2025-12-08T17:13:13.233" v="636"/>
          <ac:spMkLst>
            <pc:docMk/>
            <pc:sldMk cId="3074424105" sldId="273"/>
            <ac:spMk id="13" creationId="{18482CAC-96FF-EBE5-E97D-0BE2B8A51E3F}"/>
          </ac:spMkLst>
        </pc:spChg>
        <pc:graphicFrameChg chg="add">
          <ac:chgData name="Matthew Hoffman" userId="S::matthew.hoffman@nteuchapter66.org::2437c4dc-0b29-4997-9ac2-b5ce5fac96bc" providerId="AD" clId="Web-{BD786F0E-D313-ABC1-13C6-2B6C3568ABE1}" dt="2025-12-08T17:13:13.233" v="636"/>
          <ac:graphicFrameMkLst>
            <pc:docMk/>
            <pc:sldMk cId="3074424105" sldId="273"/>
            <ac:graphicFrameMk id="5" creationId="{073E3E19-3527-580D-20F8-C54710D36B99}"/>
          </ac:graphicFrameMkLst>
        </pc:graphicFrameChg>
      </pc:sldChg>
      <pc:sldChg chg="addSp delSp modSp new mod modTransition setBg">
        <pc:chgData name="Matthew Hoffman" userId="S::matthew.hoffman@nteuchapter66.org::2437c4dc-0b29-4997-9ac2-b5ce5fac96bc" providerId="AD" clId="Web-{BD786F0E-D313-ABC1-13C6-2B6C3568ABE1}" dt="2025-12-08T17:26:06.498" v="1119"/>
        <pc:sldMkLst>
          <pc:docMk/>
          <pc:sldMk cId="2214467691" sldId="274"/>
        </pc:sldMkLst>
        <pc:spChg chg="mod">
          <ac:chgData name="Matthew Hoffman" userId="S::matthew.hoffman@nteuchapter66.org::2437c4dc-0b29-4997-9ac2-b5ce5fac96bc" providerId="AD" clId="Web-{BD786F0E-D313-ABC1-13C6-2B6C3568ABE1}" dt="2025-12-08T17:17:40.983" v="847"/>
          <ac:spMkLst>
            <pc:docMk/>
            <pc:sldMk cId="2214467691" sldId="274"/>
            <ac:spMk id="2" creationId="{1003D51D-36A2-9C7A-B9C9-E251E4B54403}"/>
          </ac:spMkLst>
        </pc:spChg>
        <pc:spChg chg="add">
          <ac:chgData name="Matthew Hoffman" userId="S::matthew.hoffman@nteuchapter66.org::2437c4dc-0b29-4997-9ac2-b5ce5fac96bc" providerId="AD" clId="Web-{BD786F0E-D313-ABC1-13C6-2B6C3568ABE1}" dt="2025-12-08T17:17:40.983" v="847"/>
          <ac:spMkLst>
            <pc:docMk/>
            <pc:sldMk cId="2214467691" sldId="274"/>
            <ac:spMk id="9" creationId="{4E17AA97-89A7-45C1-B813-BFF6C23D79E1}"/>
          </ac:spMkLst>
        </pc:spChg>
        <pc:spChg chg="add">
          <ac:chgData name="Matthew Hoffman" userId="S::matthew.hoffman@nteuchapter66.org::2437c4dc-0b29-4997-9ac2-b5ce5fac96bc" providerId="AD" clId="Web-{BD786F0E-D313-ABC1-13C6-2B6C3568ABE1}" dt="2025-12-08T17:17:40.983" v="847"/>
          <ac:spMkLst>
            <pc:docMk/>
            <pc:sldMk cId="2214467691" sldId="274"/>
            <ac:spMk id="11" creationId="{33AC4FE1-D370-43A6-96C5-076716BB1E76}"/>
          </ac:spMkLst>
        </pc:spChg>
        <pc:spChg chg="add">
          <ac:chgData name="Matthew Hoffman" userId="S::matthew.hoffman@nteuchapter66.org::2437c4dc-0b29-4997-9ac2-b5ce5fac96bc" providerId="AD" clId="Web-{BD786F0E-D313-ABC1-13C6-2B6C3568ABE1}" dt="2025-12-08T17:17:40.983" v="847"/>
          <ac:spMkLst>
            <pc:docMk/>
            <pc:sldMk cId="2214467691" sldId="274"/>
            <ac:spMk id="13" creationId="{4A3D569D-D3A6-49CA-A483-291E95DACA14}"/>
          </ac:spMkLst>
        </pc:spChg>
        <pc:graphicFrameChg chg="add">
          <ac:chgData name="Matthew Hoffman" userId="S::matthew.hoffman@nteuchapter66.org::2437c4dc-0b29-4997-9ac2-b5ce5fac96bc" providerId="AD" clId="Web-{BD786F0E-D313-ABC1-13C6-2B6C3568ABE1}" dt="2025-12-08T17:17:40.983" v="847"/>
          <ac:graphicFrameMkLst>
            <pc:docMk/>
            <pc:sldMk cId="2214467691" sldId="274"/>
            <ac:graphicFrameMk id="5" creationId="{E97B5E74-D982-9855-08A6-57BE79B9C0B5}"/>
          </ac:graphicFrameMkLst>
        </pc:graphicFrameChg>
      </pc:sldChg>
      <pc:sldChg chg="modSp new mod modTransition setBg">
        <pc:chgData name="Matthew Hoffman" userId="S::matthew.hoffman@nteuchapter66.org::2437c4dc-0b29-4997-9ac2-b5ce5fac96bc" providerId="AD" clId="Web-{BD786F0E-D313-ABC1-13C6-2B6C3568ABE1}" dt="2025-12-08T17:26:03.029" v="1118"/>
        <pc:sldMkLst>
          <pc:docMk/>
          <pc:sldMk cId="1080085892" sldId="275"/>
        </pc:sldMkLst>
        <pc:spChg chg="mod">
          <ac:chgData name="Matthew Hoffman" userId="S::matthew.hoffman@nteuchapter66.org::2437c4dc-0b29-4997-9ac2-b5ce5fac96bc" providerId="AD" clId="Web-{BD786F0E-D313-ABC1-13C6-2B6C3568ABE1}" dt="2025-12-08T17:19:04.295" v="856" actId="20577"/>
          <ac:spMkLst>
            <pc:docMk/>
            <pc:sldMk cId="1080085892" sldId="275"/>
            <ac:spMk id="2" creationId="{7E6E3F5C-9506-6530-028D-6F6CDC4A7D54}"/>
          </ac:spMkLst>
        </pc:spChg>
        <pc:spChg chg="mod">
          <ac:chgData name="Matthew Hoffman" userId="S::matthew.hoffman@nteuchapter66.org::2437c4dc-0b29-4997-9ac2-b5ce5fac96bc" providerId="AD" clId="Web-{BD786F0E-D313-ABC1-13C6-2B6C3568ABE1}" dt="2025-12-08T17:21:47.889" v="1097" actId="20577"/>
          <ac:spMkLst>
            <pc:docMk/>
            <pc:sldMk cId="1080085892" sldId="275"/>
            <ac:spMk id="3" creationId="{6182CA6F-9D19-1F54-3D2E-696D17B2ABF3}"/>
          </ac:spMkLst>
        </pc:spChg>
      </pc:sldChg>
    </pc:docChg>
  </pc:docChgLst>
  <pc:docChgLst>
    <pc:chgData clId="Web-{39490623-385A-C2CF-A99F-91B23DE1847B}"/>
    <pc:docChg chg="modSld">
      <pc:chgData name="" userId="" providerId="" clId="Web-{39490623-385A-C2CF-A99F-91B23DE1847B}" dt="2025-11-26T16:01:47.875" v="7" actId="20577"/>
      <pc:docMkLst>
        <pc:docMk/>
      </pc:docMkLst>
      <pc:sldChg chg="modSp">
        <pc:chgData name="" userId="" providerId="" clId="Web-{39490623-385A-C2CF-A99F-91B23DE1847B}" dt="2025-11-26T16:01:47.875" v="7" actId="20577"/>
        <pc:sldMkLst>
          <pc:docMk/>
          <pc:sldMk cId="109857222" sldId="256"/>
        </pc:sldMkLst>
        <pc:spChg chg="mod">
          <ac:chgData name="" userId="" providerId="" clId="Web-{39490623-385A-C2CF-A99F-91B23DE1847B}" dt="2025-11-26T16:01:47.875" v="7" actId="20577"/>
          <ac:spMkLst>
            <pc:docMk/>
            <pc:sldMk cId="109857222" sldId="256"/>
            <ac:spMk id="2" creationId="{00000000-0000-0000-0000-000000000000}"/>
          </ac:spMkLst>
        </pc:spChg>
      </pc:sldChg>
    </pc:docChg>
  </pc:docChgLst>
  <pc:docChgLst>
    <pc:chgData name="Matthew Hoffman" userId="S::matthew.hoffman@nteuchapter66.org::2437c4dc-0b29-4997-9ac2-b5ce5fac96bc" providerId="AD" clId="Web-{B0D1AAD4-56E0-4E04-7179-C52B7BC8687C}"/>
    <pc:docChg chg="addSld modSld">
      <pc:chgData name="Matthew Hoffman" userId="S::matthew.hoffman@nteuchapter66.org::2437c4dc-0b29-4997-9ac2-b5ce5fac96bc" providerId="AD" clId="Web-{B0D1AAD4-56E0-4E04-7179-C52B7BC8687C}" dt="2025-12-12T15:58:36.546" v="754" actId="20577"/>
      <pc:docMkLst>
        <pc:docMk/>
      </pc:docMkLst>
      <pc:sldChg chg="modSp">
        <pc:chgData name="Matthew Hoffman" userId="S::matthew.hoffman@nteuchapter66.org::2437c4dc-0b29-4997-9ac2-b5ce5fac96bc" providerId="AD" clId="Web-{B0D1AAD4-56E0-4E04-7179-C52B7BC8687C}" dt="2025-12-12T15:58:07.781" v="713" actId="20577"/>
        <pc:sldMkLst>
          <pc:docMk/>
          <pc:sldMk cId="4260116997" sldId="262"/>
        </pc:sldMkLst>
        <pc:spChg chg="mod">
          <ac:chgData name="Matthew Hoffman" userId="S::matthew.hoffman@nteuchapter66.org::2437c4dc-0b29-4997-9ac2-b5ce5fac96bc" providerId="AD" clId="Web-{B0D1AAD4-56E0-4E04-7179-C52B7BC8687C}" dt="2025-12-12T15:58:07.781" v="713" actId="20577"/>
          <ac:spMkLst>
            <pc:docMk/>
            <pc:sldMk cId="4260116997" sldId="262"/>
            <ac:spMk id="2" creationId="{42DD143B-B4FA-E928-AC7B-2569D780BA48}"/>
          </ac:spMkLst>
        </pc:spChg>
      </pc:sldChg>
      <pc:sldChg chg="modSp new">
        <pc:chgData name="Matthew Hoffman" userId="S::matthew.hoffman@nteuchapter66.org::2437c4dc-0b29-4997-9ac2-b5ce5fac96bc" providerId="AD" clId="Web-{B0D1AAD4-56E0-4E04-7179-C52B7BC8687C}" dt="2025-12-12T15:40:48.317" v="120"/>
        <pc:sldMkLst>
          <pc:docMk/>
          <pc:sldMk cId="2732860058" sldId="276"/>
        </pc:sldMkLst>
        <pc:spChg chg="mod">
          <ac:chgData name="Matthew Hoffman" userId="S::matthew.hoffman@nteuchapter66.org::2437c4dc-0b29-4997-9ac2-b5ce5fac96bc" providerId="AD" clId="Web-{B0D1AAD4-56E0-4E04-7179-C52B7BC8687C}" dt="2025-12-12T15:40:10.801" v="47" actId="20577"/>
          <ac:spMkLst>
            <pc:docMk/>
            <pc:sldMk cId="2732860058" sldId="276"/>
            <ac:spMk id="2" creationId="{A9FDEC21-0963-C11F-C5AF-D5BF057390E2}"/>
          </ac:spMkLst>
        </pc:spChg>
        <pc:spChg chg="mod">
          <ac:chgData name="Matthew Hoffman" userId="S::matthew.hoffman@nteuchapter66.org::2437c4dc-0b29-4997-9ac2-b5ce5fac96bc" providerId="AD" clId="Web-{B0D1AAD4-56E0-4E04-7179-C52B7BC8687C}" dt="2025-12-12T15:40:48.317" v="120"/>
          <ac:spMkLst>
            <pc:docMk/>
            <pc:sldMk cId="2732860058" sldId="276"/>
            <ac:spMk id="3" creationId="{C8FB4916-2B6B-B749-81A1-398646341B2B}"/>
          </ac:spMkLst>
        </pc:spChg>
      </pc:sldChg>
      <pc:sldChg chg="modSp new">
        <pc:chgData name="Matthew Hoffman" userId="S::matthew.hoffman@nteuchapter66.org::2437c4dc-0b29-4997-9ac2-b5ce5fac96bc" providerId="AD" clId="Web-{B0D1AAD4-56E0-4E04-7179-C52B7BC8687C}" dt="2025-12-12T15:44:33.693" v="478"/>
        <pc:sldMkLst>
          <pc:docMk/>
          <pc:sldMk cId="3258489775" sldId="277"/>
        </pc:sldMkLst>
        <pc:spChg chg="mod">
          <ac:chgData name="Matthew Hoffman" userId="S::matthew.hoffman@nteuchapter66.org::2437c4dc-0b29-4997-9ac2-b5ce5fac96bc" providerId="AD" clId="Web-{B0D1AAD4-56E0-4E04-7179-C52B7BC8687C}" dt="2025-12-12T15:42:22.318" v="237" actId="20577"/>
          <ac:spMkLst>
            <pc:docMk/>
            <pc:sldMk cId="3258489775" sldId="277"/>
            <ac:spMk id="2" creationId="{171AAE7B-F19E-152F-CCFD-06D686ECCC51}"/>
          </ac:spMkLst>
        </pc:spChg>
        <pc:spChg chg="mod">
          <ac:chgData name="Matthew Hoffman" userId="S::matthew.hoffman@nteuchapter66.org::2437c4dc-0b29-4997-9ac2-b5ce5fac96bc" providerId="AD" clId="Web-{B0D1AAD4-56E0-4E04-7179-C52B7BC8687C}" dt="2025-12-12T15:44:33.693" v="478"/>
          <ac:spMkLst>
            <pc:docMk/>
            <pc:sldMk cId="3258489775" sldId="277"/>
            <ac:spMk id="3" creationId="{7C9B9575-2F2B-3C2C-ED3E-D1C2688B7635}"/>
          </ac:spMkLst>
        </pc:spChg>
      </pc:sldChg>
      <pc:sldChg chg="modSp new">
        <pc:chgData name="Matthew Hoffman" userId="S::matthew.hoffman@nteuchapter66.org::2437c4dc-0b29-4997-9ac2-b5ce5fac96bc" providerId="AD" clId="Web-{B0D1AAD4-56E0-4E04-7179-C52B7BC8687C}" dt="2025-12-12T15:58:36.546" v="754" actId="20577"/>
        <pc:sldMkLst>
          <pc:docMk/>
          <pc:sldMk cId="2666796625" sldId="278"/>
        </pc:sldMkLst>
        <pc:spChg chg="mod">
          <ac:chgData name="Matthew Hoffman" userId="S::matthew.hoffman@nteuchapter66.org::2437c4dc-0b29-4997-9ac2-b5ce5fac96bc" providerId="AD" clId="Web-{B0D1AAD4-56E0-4E04-7179-C52B7BC8687C}" dt="2025-12-12T15:58:01.984" v="705" actId="20577"/>
          <ac:spMkLst>
            <pc:docMk/>
            <pc:sldMk cId="2666796625" sldId="278"/>
            <ac:spMk id="2" creationId="{7219C888-1C86-56AB-9248-700071E58A96}"/>
          </ac:spMkLst>
        </pc:spChg>
        <pc:spChg chg="mod">
          <ac:chgData name="Matthew Hoffman" userId="S::matthew.hoffman@nteuchapter66.org::2437c4dc-0b29-4997-9ac2-b5ce5fac96bc" providerId="AD" clId="Web-{B0D1AAD4-56E0-4E04-7179-C52B7BC8687C}" dt="2025-12-12T15:58:36.546" v="754" actId="20577"/>
          <ac:spMkLst>
            <pc:docMk/>
            <pc:sldMk cId="2666796625" sldId="278"/>
            <ac:spMk id="3" creationId="{5B531693-E3A5-2FBA-AC09-2DD431BAF9F0}"/>
          </ac:spMkLst>
        </pc:spChg>
      </pc:sldChg>
    </pc:docChg>
  </pc:docChgLst>
  <pc:docChgLst>
    <pc:chgData name="Matthew Hoffman" userId="S::matthew.hoffman@nteuchapter66.org::2437c4dc-0b29-4997-9ac2-b5ce5fac96bc" providerId="AD" clId="Web-{39490623-385A-C2CF-A99F-91B23DE1847B}"/>
    <pc:docChg chg="addSld modSld addMainMaster delMainMaster">
      <pc:chgData name="Matthew Hoffman" userId="S::matthew.hoffman@nteuchapter66.org::2437c4dc-0b29-4997-9ac2-b5ce5fac96bc" providerId="AD" clId="Web-{39490623-385A-C2CF-A99F-91B23DE1847B}" dt="2025-11-26T18:00:53.593" v="1198" actId="20577"/>
      <pc:docMkLst>
        <pc:docMk/>
      </pc:docMkLst>
      <pc:sldChg chg="addSp modSp mod setBg modClrScheme setClrOvrMap chgLayout">
        <pc:chgData name="Matthew Hoffman" userId="S::matthew.hoffman@nteuchapter66.org::2437c4dc-0b29-4997-9ac2-b5ce5fac96bc" providerId="AD" clId="Web-{39490623-385A-C2CF-A99F-91B23DE1847B}" dt="2025-11-26T16:02:50.250" v="80"/>
        <pc:sldMkLst>
          <pc:docMk/>
          <pc:sldMk cId="109857222" sldId="256"/>
        </pc:sldMkLst>
        <pc:spChg chg="mod">
          <ac:chgData name="Matthew Hoffman" userId="S::matthew.hoffman@nteuchapter66.org::2437c4dc-0b29-4997-9ac2-b5ce5fac96bc" providerId="AD" clId="Web-{39490623-385A-C2CF-A99F-91B23DE1847B}" dt="2025-11-26T16:02:50.250" v="80"/>
          <ac:spMkLst>
            <pc:docMk/>
            <pc:sldMk cId="109857222" sldId="256"/>
            <ac:spMk id="2" creationId="{00000000-0000-0000-0000-000000000000}"/>
          </ac:spMkLst>
        </pc:spChg>
        <pc:spChg chg="mod">
          <ac:chgData name="Matthew Hoffman" userId="S::matthew.hoffman@nteuchapter66.org::2437c4dc-0b29-4997-9ac2-b5ce5fac96bc" providerId="AD" clId="Web-{39490623-385A-C2CF-A99F-91B23DE1847B}" dt="2025-11-26T16:02:50.250" v="80"/>
          <ac:spMkLst>
            <pc:docMk/>
            <pc:sldMk cId="109857222" sldId="256"/>
            <ac:spMk id="3" creationId="{00000000-0000-0000-0000-000000000000}"/>
          </ac:spMkLst>
        </pc:spChg>
        <pc:spChg chg="add">
          <ac:chgData name="Matthew Hoffman" userId="S::matthew.hoffman@nteuchapter66.org::2437c4dc-0b29-4997-9ac2-b5ce5fac96bc" providerId="AD" clId="Web-{39490623-385A-C2CF-A99F-91B23DE1847B}" dt="2025-11-26T16:02:50.250" v="80"/>
          <ac:spMkLst>
            <pc:docMk/>
            <pc:sldMk cId="109857222" sldId="256"/>
            <ac:spMk id="9" creationId="{33E93247-6229-44AB-A550-739E971E690B}"/>
          </ac:spMkLst>
        </pc:spChg>
        <pc:spChg chg="add">
          <ac:chgData name="Matthew Hoffman" userId="S::matthew.hoffman@nteuchapter66.org::2437c4dc-0b29-4997-9ac2-b5ce5fac96bc" providerId="AD" clId="Web-{39490623-385A-C2CF-A99F-91B23DE1847B}" dt="2025-11-26T16:02:50.250" v="80"/>
          <ac:spMkLst>
            <pc:docMk/>
            <pc:sldMk cId="109857222" sldId="256"/>
            <ac:spMk id="11" creationId="{AAB476BF-4EE2-5243-CABB-6CC72C39BF52}"/>
          </ac:spMkLst>
        </pc:spChg>
        <pc:spChg chg="add">
          <ac:chgData name="Matthew Hoffman" userId="S::matthew.hoffman@nteuchapter66.org::2437c4dc-0b29-4997-9ac2-b5ce5fac96bc" providerId="AD" clId="Web-{39490623-385A-C2CF-A99F-91B23DE1847B}" dt="2025-11-26T16:02:50.250" v="80"/>
          <ac:spMkLst>
            <pc:docMk/>
            <pc:sldMk cId="109857222" sldId="256"/>
            <ac:spMk id="13" creationId="{20D28EA4-6F96-F7C6-1D07-5BA5C27387EC}"/>
          </ac:spMkLst>
        </pc:spChg>
        <pc:spChg chg="add">
          <ac:chgData name="Matthew Hoffman" userId="S::matthew.hoffman@nteuchapter66.org::2437c4dc-0b29-4997-9ac2-b5ce5fac96bc" providerId="AD" clId="Web-{39490623-385A-C2CF-A99F-91B23DE1847B}" dt="2025-11-26T16:02:50.250" v="80"/>
          <ac:spMkLst>
            <pc:docMk/>
            <pc:sldMk cId="109857222" sldId="256"/>
            <ac:spMk id="15" creationId="{FDFF93C5-0576-D227-80A7-4CFBA8791AE4}"/>
          </ac:spMkLst>
        </pc:spChg>
        <pc:picChg chg="add">
          <ac:chgData name="Matthew Hoffman" userId="S::matthew.hoffman@nteuchapter66.org::2437c4dc-0b29-4997-9ac2-b5ce5fac96bc" providerId="AD" clId="Web-{39490623-385A-C2CF-A99F-91B23DE1847B}" dt="2025-11-26T16:02:50.250" v="80"/>
          <ac:picMkLst>
            <pc:docMk/>
            <pc:sldMk cId="109857222" sldId="256"/>
            <ac:picMk id="4" creationId="{13203B37-A18D-BE83-503F-6C66A0B202AB}"/>
          </ac:picMkLst>
        </pc:picChg>
      </pc:sldChg>
      <pc:sldChg chg="addSp modSp new mod setBg">
        <pc:chgData name="Matthew Hoffman" userId="S::matthew.hoffman@nteuchapter66.org::2437c4dc-0b29-4997-9ac2-b5ce5fac96bc" providerId="AD" clId="Web-{39490623-385A-C2CF-A99F-91B23DE1847B}" dt="2025-11-26T16:32:21.545" v="926"/>
        <pc:sldMkLst>
          <pc:docMk/>
          <pc:sldMk cId="2363741460" sldId="257"/>
        </pc:sldMkLst>
        <pc:spChg chg="mod">
          <ac:chgData name="Matthew Hoffman" userId="S::matthew.hoffman@nteuchapter66.org::2437c4dc-0b29-4997-9ac2-b5ce5fac96bc" providerId="AD" clId="Web-{39490623-385A-C2CF-A99F-91B23DE1847B}" dt="2025-11-26T16:32:21.545" v="926"/>
          <ac:spMkLst>
            <pc:docMk/>
            <pc:sldMk cId="2363741460" sldId="257"/>
            <ac:spMk id="2" creationId="{9E6A0CFB-2F1B-6292-4DD1-46379FE200B9}"/>
          </ac:spMkLst>
        </pc:spChg>
        <pc:spChg chg="mod">
          <ac:chgData name="Matthew Hoffman" userId="S::matthew.hoffman@nteuchapter66.org::2437c4dc-0b29-4997-9ac2-b5ce5fac96bc" providerId="AD" clId="Web-{39490623-385A-C2CF-A99F-91B23DE1847B}" dt="2025-11-26T16:32:21.545" v="926"/>
          <ac:spMkLst>
            <pc:docMk/>
            <pc:sldMk cId="2363741460" sldId="257"/>
            <ac:spMk id="3" creationId="{66A28C4D-D250-4860-5A5D-5AD754D46486}"/>
          </ac:spMkLst>
        </pc:spChg>
        <pc:spChg chg="add">
          <ac:chgData name="Matthew Hoffman" userId="S::matthew.hoffman@nteuchapter66.org::2437c4dc-0b29-4997-9ac2-b5ce5fac96bc" providerId="AD" clId="Web-{39490623-385A-C2CF-A99F-91B23DE1847B}" dt="2025-11-26T16:32:21.545" v="926"/>
          <ac:spMkLst>
            <pc:docMk/>
            <pc:sldMk cId="2363741460" sldId="257"/>
            <ac:spMk id="8" creationId="{4E17AA97-89A7-45C1-B813-BFF6C23D79E1}"/>
          </ac:spMkLst>
        </pc:spChg>
        <pc:spChg chg="add">
          <ac:chgData name="Matthew Hoffman" userId="S::matthew.hoffman@nteuchapter66.org::2437c4dc-0b29-4997-9ac2-b5ce5fac96bc" providerId="AD" clId="Web-{39490623-385A-C2CF-A99F-91B23DE1847B}" dt="2025-11-26T16:32:21.545" v="926"/>
          <ac:spMkLst>
            <pc:docMk/>
            <pc:sldMk cId="2363741460" sldId="257"/>
            <ac:spMk id="10" creationId="{33AC4FE1-D370-43A6-96C5-076716BB1E76}"/>
          </ac:spMkLst>
        </pc:spChg>
        <pc:spChg chg="add">
          <ac:chgData name="Matthew Hoffman" userId="S::matthew.hoffman@nteuchapter66.org::2437c4dc-0b29-4997-9ac2-b5ce5fac96bc" providerId="AD" clId="Web-{39490623-385A-C2CF-A99F-91B23DE1847B}" dt="2025-11-26T16:32:21.545" v="926"/>
          <ac:spMkLst>
            <pc:docMk/>
            <pc:sldMk cId="2363741460" sldId="257"/>
            <ac:spMk id="12" creationId="{4A3D569D-D3A6-49CA-A483-291E95DACA14}"/>
          </ac:spMkLst>
        </pc:spChg>
      </pc:sldChg>
      <pc:sldChg chg="addSp modSp new mod setBg">
        <pc:chgData name="Matthew Hoffman" userId="S::matthew.hoffman@nteuchapter66.org::2437c4dc-0b29-4997-9ac2-b5ce5fac96bc" providerId="AD" clId="Web-{39490623-385A-C2CF-A99F-91B23DE1847B}" dt="2025-11-26T16:32:30.717" v="927"/>
        <pc:sldMkLst>
          <pc:docMk/>
          <pc:sldMk cId="217946502" sldId="258"/>
        </pc:sldMkLst>
        <pc:spChg chg="mod">
          <ac:chgData name="Matthew Hoffman" userId="S::matthew.hoffman@nteuchapter66.org::2437c4dc-0b29-4997-9ac2-b5ce5fac96bc" providerId="AD" clId="Web-{39490623-385A-C2CF-A99F-91B23DE1847B}" dt="2025-11-26T16:32:30.717" v="927"/>
          <ac:spMkLst>
            <pc:docMk/>
            <pc:sldMk cId="217946502" sldId="258"/>
            <ac:spMk id="2" creationId="{CDA20DDE-943B-FFBE-B8EF-DBB5958F3AB7}"/>
          </ac:spMkLst>
        </pc:spChg>
        <pc:spChg chg="mod">
          <ac:chgData name="Matthew Hoffman" userId="S::matthew.hoffman@nteuchapter66.org::2437c4dc-0b29-4997-9ac2-b5ce5fac96bc" providerId="AD" clId="Web-{39490623-385A-C2CF-A99F-91B23DE1847B}" dt="2025-11-26T16:32:30.717" v="927"/>
          <ac:spMkLst>
            <pc:docMk/>
            <pc:sldMk cId="217946502" sldId="258"/>
            <ac:spMk id="3" creationId="{9B16FFDA-7702-E4D3-E1FA-6EFFD5D138C3}"/>
          </ac:spMkLst>
        </pc:spChg>
        <pc:spChg chg="add">
          <ac:chgData name="Matthew Hoffman" userId="S::matthew.hoffman@nteuchapter66.org::2437c4dc-0b29-4997-9ac2-b5ce5fac96bc" providerId="AD" clId="Web-{39490623-385A-C2CF-A99F-91B23DE1847B}" dt="2025-11-26T16:32:30.717" v="927"/>
          <ac:spMkLst>
            <pc:docMk/>
            <pc:sldMk cId="217946502" sldId="258"/>
            <ac:spMk id="10" creationId="{9EE42DCE-4A4F-44C4-84E5-261B3BEEF1DA}"/>
          </ac:spMkLst>
        </pc:spChg>
        <pc:spChg chg="add">
          <ac:chgData name="Matthew Hoffman" userId="S::matthew.hoffman@nteuchapter66.org::2437c4dc-0b29-4997-9ac2-b5ce5fac96bc" providerId="AD" clId="Web-{39490623-385A-C2CF-A99F-91B23DE1847B}" dt="2025-11-26T16:32:30.717" v="927"/>
          <ac:spMkLst>
            <pc:docMk/>
            <pc:sldMk cId="217946502" sldId="258"/>
            <ac:spMk id="12" creationId="{887F59F2-5FBC-40CD-AD35-376AECE49EA6}"/>
          </ac:spMkLst>
        </pc:spChg>
        <pc:picChg chg="add">
          <ac:chgData name="Matthew Hoffman" userId="S::matthew.hoffman@nteuchapter66.org::2437c4dc-0b29-4997-9ac2-b5ce5fac96bc" providerId="AD" clId="Web-{39490623-385A-C2CF-A99F-91B23DE1847B}" dt="2025-11-26T16:32:30.717" v="927"/>
          <ac:picMkLst>
            <pc:docMk/>
            <pc:sldMk cId="217946502" sldId="258"/>
            <ac:picMk id="7" creationId="{D70DEBB7-D891-5011-8C50-34548B058FE4}"/>
          </ac:picMkLst>
        </pc:picChg>
      </pc:sldChg>
      <pc:sldChg chg="addSp modSp new mod setBg">
        <pc:chgData name="Matthew Hoffman" userId="S::matthew.hoffman@nteuchapter66.org::2437c4dc-0b29-4997-9ac2-b5ce5fac96bc" providerId="AD" clId="Web-{39490623-385A-C2CF-A99F-91B23DE1847B}" dt="2025-11-26T17:51:56.561" v="1041" actId="20577"/>
        <pc:sldMkLst>
          <pc:docMk/>
          <pc:sldMk cId="388509578" sldId="259"/>
        </pc:sldMkLst>
        <pc:spChg chg="mod">
          <ac:chgData name="Matthew Hoffman" userId="S::matthew.hoffman@nteuchapter66.org::2437c4dc-0b29-4997-9ac2-b5ce5fac96bc" providerId="AD" clId="Web-{39490623-385A-C2CF-A99F-91B23DE1847B}" dt="2025-11-26T17:50:27.202" v="986" actId="14100"/>
          <ac:spMkLst>
            <pc:docMk/>
            <pc:sldMk cId="388509578" sldId="259"/>
            <ac:spMk id="2" creationId="{66EBCB5B-BA29-D18E-7AAB-0109D20A4D0D}"/>
          </ac:spMkLst>
        </pc:spChg>
        <pc:spChg chg="mod">
          <ac:chgData name="Matthew Hoffman" userId="S::matthew.hoffman@nteuchapter66.org::2437c4dc-0b29-4997-9ac2-b5ce5fac96bc" providerId="AD" clId="Web-{39490623-385A-C2CF-A99F-91B23DE1847B}" dt="2025-11-26T17:51:56.561" v="1041" actId="20577"/>
          <ac:spMkLst>
            <pc:docMk/>
            <pc:sldMk cId="388509578" sldId="259"/>
            <ac:spMk id="3" creationId="{7575A24C-CBF9-3A8A-9BC1-6ADB3EFB653F}"/>
          </ac:spMkLst>
        </pc:spChg>
        <pc:spChg chg="add">
          <ac:chgData name="Matthew Hoffman" userId="S::matthew.hoffman@nteuchapter66.org::2437c4dc-0b29-4997-9ac2-b5ce5fac96bc" providerId="AD" clId="Web-{39490623-385A-C2CF-A99F-91B23DE1847B}" dt="2025-11-26T17:49:14.889" v="977"/>
          <ac:spMkLst>
            <pc:docMk/>
            <pc:sldMk cId="388509578" sldId="259"/>
            <ac:spMk id="8" creationId="{1653AE3C-AC4F-907C-B473-B9A30D21506F}"/>
          </ac:spMkLst>
        </pc:spChg>
        <pc:spChg chg="add">
          <ac:chgData name="Matthew Hoffman" userId="S::matthew.hoffman@nteuchapter66.org::2437c4dc-0b29-4997-9ac2-b5ce5fac96bc" providerId="AD" clId="Web-{39490623-385A-C2CF-A99F-91B23DE1847B}" dt="2025-11-26T17:49:14.889" v="977"/>
          <ac:spMkLst>
            <pc:docMk/>
            <pc:sldMk cId="388509578" sldId="259"/>
            <ac:spMk id="10" creationId="{DC81933E-93BD-38CE-3C98-D10B2844C58A}"/>
          </ac:spMkLst>
        </pc:spChg>
        <pc:spChg chg="add">
          <ac:chgData name="Matthew Hoffman" userId="S::matthew.hoffman@nteuchapter66.org::2437c4dc-0b29-4997-9ac2-b5ce5fac96bc" providerId="AD" clId="Web-{39490623-385A-C2CF-A99F-91B23DE1847B}" dt="2025-11-26T17:49:14.889" v="977"/>
          <ac:spMkLst>
            <pc:docMk/>
            <pc:sldMk cId="388509578" sldId="259"/>
            <ac:spMk id="12" creationId="{5B3B7A5C-39EE-77A0-28F9-DF51372312A7}"/>
          </ac:spMkLst>
        </pc:spChg>
      </pc:sldChg>
      <pc:sldChg chg="addSp modSp new mod setBg">
        <pc:chgData name="Matthew Hoffman" userId="S::matthew.hoffman@nteuchapter66.org::2437c4dc-0b29-4997-9ac2-b5ce5fac96bc" providerId="AD" clId="Web-{39490623-385A-C2CF-A99F-91B23DE1847B}" dt="2025-11-26T17:53:29.686" v="1064"/>
        <pc:sldMkLst>
          <pc:docMk/>
          <pc:sldMk cId="3465996415" sldId="260"/>
        </pc:sldMkLst>
        <pc:spChg chg="mod">
          <ac:chgData name="Matthew Hoffman" userId="S::matthew.hoffman@nteuchapter66.org::2437c4dc-0b29-4997-9ac2-b5ce5fac96bc" providerId="AD" clId="Web-{39490623-385A-C2CF-A99F-91B23DE1847B}" dt="2025-11-26T17:53:29.686" v="1064"/>
          <ac:spMkLst>
            <pc:docMk/>
            <pc:sldMk cId="3465996415" sldId="260"/>
            <ac:spMk id="2" creationId="{03A867FE-C1F3-D086-A550-9A350D0F1F3D}"/>
          </ac:spMkLst>
        </pc:spChg>
        <pc:spChg chg="mod">
          <ac:chgData name="Matthew Hoffman" userId="S::matthew.hoffman@nteuchapter66.org::2437c4dc-0b29-4997-9ac2-b5ce5fac96bc" providerId="AD" clId="Web-{39490623-385A-C2CF-A99F-91B23DE1847B}" dt="2025-11-26T17:53:29.686" v="1064"/>
          <ac:spMkLst>
            <pc:docMk/>
            <pc:sldMk cId="3465996415" sldId="260"/>
            <ac:spMk id="3" creationId="{BB0EBFD9-2219-CFE4-8CF4-EBF4A08F06B5}"/>
          </ac:spMkLst>
        </pc:spChg>
        <pc:spChg chg="add">
          <ac:chgData name="Matthew Hoffman" userId="S::matthew.hoffman@nteuchapter66.org::2437c4dc-0b29-4997-9ac2-b5ce5fac96bc" providerId="AD" clId="Web-{39490623-385A-C2CF-A99F-91B23DE1847B}" dt="2025-11-26T17:53:29.686" v="1064"/>
          <ac:spMkLst>
            <pc:docMk/>
            <pc:sldMk cId="3465996415" sldId="260"/>
            <ac:spMk id="8" creationId="{4E17AA97-89A7-45C1-B813-BFF6C23D79E1}"/>
          </ac:spMkLst>
        </pc:spChg>
        <pc:spChg chg="add">
          <ac:chgData name="Matthew Hoffman" userId="S::matthew.hoffman@nteuchapter66.org::2437c4dc-0b29-4997-9ac2-b5ce5fac96bc" providerId="AD" clId="Web-{39490623-385A-C2CF-A99F-91B23DE1847B}" dt="2025-11-26T17:53:29.686" v="1064"/>
          <ac:spMkLst>
            <pc:docMk/>
            <pc:sldMk cId="3465996415" sldId="260"/>
            <ac:spMk id="10" creationId="{33AC4FE1-D370-43A6-96C5-076716BB1E76}"/>
          </ac:spMkLst>
        </pc:spChg>
        <pc:spChg chg="add">
          <ac:chgData name="Matthew Hoffman" userId="S::matthew.hoffman@nteuchapter66.org::2437c4dc-0b29-4997-9ac2-b5ce5fac96bc" providerId="AD" clId="Web-{39490623-385A-C2CF-A99F-91B23DE1847B}" dt="2025-11-26T17:53:29.686" v="1064"/>
          <ac:spMkLst>
            <pc:docMk/>
            <pc:sldMk cId="3465996415" sldId="260"/>
            <ac:spMk id="12" creationId="{4A3D569D-D3A6-49CA-A483-291E95DACA14}"/>
          </ac:spMkLst>
        </pc:spChg>
      </pc:sldChg>
      <pc:sldChg chg="modSp new">
        <pc:chgData name="Matthew Hoffman" userId="S::matthew.hoffman@nteuchapter66.org::2437c4dc-0b29-4997-9ac2-b5ce5fac96bc" providerId="AD" clId="Web-{39490623-385A-C2CF-A99F-91B23DE1847B}" dt="2025-11-26T17:59:15.249" v="1179" actId="20577"/>
        <pc:sldMkLst>
          <pc:docMk/>
          <pc:sldMk cId="1501690239" sldId="261"/>
        </pc:sldMkLst>
        <pc:spChg chg="mod">
          <ac:chgData name="Matthew Hoffman" userId="S::matthew.hoffman@nteuchapter66.org::2437c4dc-0b29-4997-9ac2-b5ce5fac96bc" providerId="AD" clId="Web-{39490623-385A-C2CF-A99F-91B23DE1847B}" dt="2025-11-26T17:55:58.358" v="1068" actId="20577"/>
          <ac:spMkLst>
            <pc:docMk/>
            <pc:sldMk cId="1501690239" sldId="261"/>
            <ac:spMk id="2" creationId="{B2FC357E-6F44-E877-46B9-16088F64DBC2}"/>
          </ac:spMkLst>
        </pc:spChg>
        <pc:spChg chg="mod">
          <ac:chgData name="Matthew Hoffman" userId="S::matthew.hoffman@nteuchapter66.org::2437c4dc-0b29-4997-9ac2-b5ce5fac96bc" providerId="AD" clId="Web-{39490623-385A-C2CF-A99F-91B23DE1847B}" dt="2025-11-26T17:59:15.249" v="1179" actId="20577"/>
          <ac:spMkLst>
            <pc:docMk/>
            <pc:sldMk cId="1501690239" sldId="261"/>
            <ac:spMk id="3" creationId="{6D2ED620-C481-DA93-1BD9-662A2591C38E}"/>
          </ac:spMkLst>
        </pc:spChg>
      </pc:sldChg>
      <pc:sldChg chg="modSp new">
        <pc:chgData name="Matthew Hoffman" userId="S::matthew.hoffman@nteuchapter66.org::2437c4dc-0b29-4997-9ac2-b5ce5fac96bc" providerId="AD" clId="Web-{39490623-385A-C2CF-A99F-91B23DE1847B}" dt="2025-11-26T18:00:53.593" v="1198" actId="20577"/>
        <pc:sldMkLst>
          <pc:docMk/>
          <pc:sldMk cId="4260116997" sldId="262"/>
        </pc:sldMkLst>
        <pc:spChg chg="mod">
          <ac:chgData name="Matthew Hoffman" userId="S::matthew.hoffman@nteuchapter66.org::2437c4dc-0b29-4997-9ac2-b5ce5fac96bc" providerId="AD" clId="Web-{39490623-385A-C2CF-A99F-91B23DE1847B}" dt="2025-11-26T17:59:57.202" v="1187" actId="20577"/>
          <ac:spMkLst>
            <pc:docMk/>
            <pc:sldMk cId="4260116997" sldId="262"/>
            <ac:spMk id="2" creationId="{42DD143B-B4FA-E928-AC7B-2569D780BA48}"/>
          </ac:spMkLst>
        </pc:spChg>
        <pc:spChg chg="mod">
          <ac:chgData name="Matthew Hoffman" userId="S::matthew.hoffman@nteuchapter66.org::2437c4dc-0b29-4997-9ac2-b5ce5fac96bc" providerId="AD" clId="Web-{39490623-385A-C2CF-A99F-91B23DE1847B}" dt="2025-11-26T18:00:53.593" v="1198" actId="20577"/>
          <ac:spMkLst>
            <pc:docMk/>
            <pc:sldMk cId="4260116997" sldId="262"/>
            <ac:spMk id="3" creationId="{DDA96073-B0DC-4DC0-4C6A-1378E644CFEB}"/>
          </ac:spMkLst>
        </pc:spChg>
      </pc:sldChg>
      <pc:sldMasterChg chg="add replId addSldLayout">
        <pc:chgData name="Matthew Hoffman" userId="S::matthew.hoffman@nteuchapter66.org::2437c4dc-0b29-4997-9ac2-b5ce5fac96bc" providerId="AD" clId="Web-{39490623-385A-C2CF-A99F-91B23DE1847B}" dt="2025-11-26T16:02:50.250" v="80"/>
        <pc:sldMasterMkLst>
          <pc:docMk/>
          <pc:sldMasterMk cId="3077872222" sldId="2147483672"/>
        </pc:sldMasterMkLst>
        <pc:sldLayoutChg chg="add">
          <pc:chgData name="Matthew Hoffman" userId="S::matthew.hoffman@nteuchapter66.org::2437c4dc-0b29-4997-9ac2-b5ce5fac96bc" providerId="AD" clId="Web-{39490623-385A-C2CF-A99F-91B23DE1847B}" dt="2025-11-26T16:02:50.250" v="80"/>
          <pc:sldLayoutMkLst>
            <pc:docMk/>
            <pc:sldMasterMk cId="3077872222" sldId="2147483672"/>
            <pc:sldLayoutMk cId="2045135678" sldId="2147483673"/>
          </pc:sldLayoutMkLst>
        </pc:sldLayoutChg>
        <pc:sldLayoutChg chg="add replId">
          <pc:chgData name="Matthew Hoffman" userId="S::matthew.hoffman@nteuchapter66.org::2437c4dc-0b29-4997-9ac2-b5ce5fac96bc" providerId="AD" clId="Web-{39490623-385A-C2CF-A99F-91B23DE1847B}" dt="2025-11-26T16:02:50.250" v="80"/>
          <pc:sldLayoutMkLst>
            <pc:docMk/>
            <pc:sldMasterMk cId="3077872222" sldId="2147483672"/>
            <pc:sldLayoutMk cId="3436979023" sldId="2147483674"/>
          </pc:sldLayoutMkLst>
        </pc:sldLayoutChg>
        <pc:sldLayoutChg chg="add replId">
          <pc:chgData name="Matthew Hoffman" userId="S::matthew.hoffman@nteuchapter66.org::2437c4dc-0b29-4997-9ac2-b5ce5fac96bc" providerId="AD" clId="Web-{39490623-385A-C2CF-A99F-91B23DE1847B}" dt="2025-11-26T16:02:50.250" v="80"/>
          <pc:sldLayoutMkLst>
            <pc:docMk/>
            <pc:sldMasterMk cId="3077872222" sldId="2147483672"/>
            <pc:sldLayoutMk cId="45827917" sldId="2147483675"/>
          </pc:sldLayoutMkLst>
        </pc:sldLayoutChg>
        <pc:sldLayoutChg chg="add replId">
          <pc:chgData name="Matthew Hoffman" userId="S::matthew.hoffman@nteuchapter66.org::2437c4dc-0b29-4997-9ac2-b5ce5fac96bc" providerId="AD" clId="Web-{39490623-385A-C2CF-A99F-91B23DE1847B}" dt="2025-11-26T16:02:50.250" v="80"/>
          <pc:sldLayoutMkLst>
            <pc:docMk/>
            <pc:sldMasterMk cId="3077872222" sldId="2147483672"/>
            <pc:sldLayoutMk cId="405273922" sldId="2147483676"/>
          </pc:sldLayoutMkLst>
        </pc:sldLayoutChg>
        <pc:sldLayoutChg chg="add replId">
          <pc:chgData name="Matthew Hoffman" userId="S::matthew.hoffman@nteuchapter66.org::2437c4dc-0b29-4997-9ac2-b5ce5fac96bc" providerId="AD" clId="Web-{39490623-385A-C2CF-A99F-91B23DE1847B}" dt="2025-11-26T16:02:50.250" v="80"/>
          <pc:sldLayoutMkLst>
            <pc:docMk/>
            <pc:sldMasterMk cId="3077872222" sldId="2147483672"/>
            <pc:sldLayoutMk cId="1010525414" sldId="2147483677"/>
          </pc:sldLayoutMkLst>
        </pc:sldLayoutChg>
        <pc:sldLayoutChg chg="add replId">
          <pc:chgData name="Matthew Hoffman" userId="S::matthew.hoffman@nteuchapter66.org::2437c4dc-0b29-4997-9ac2-b5ce5fac96bc" providerId="AD" clId="Web-{39490623-385A-C2CF-A99F-91B23DE1847B}" dt="2025-11-26T16:02:50.250" v="80"/>
          <pc:sldLayoutMkLst>
            <pc:docMk/>
            <pc:sldMasterMk cId="3077872222" sldId="2147483672"/>
            <pc:sldLayoutMk cId="1396018509" sldId="2147483678"/>
          </pc:sldLayoutMkLst>
        </pc:sldLayoutChg>
        <pc:sldLayoutChg chg="add replId">
          <pc:chgData name="Matthew Hoffman" userId="S::matthew.hoffman@nteuchapter66.org::2437c4dc-0b29-4997-9ac2-b5ce5fac96bc" providerId="AD" clId="Web-{39490623-385A-C2CF-A99F-91B23DE1847B}" dt="2025-11-26T16:02:50.250" v="80"/>
          <pc:sldLayoutMkLst>
            <pc:docMk/>
            <pc:sldMasterMk cId="3077872222" sldId="2147483672"/>
            <pc:sldLayoutMk cId="1556357312" sldId="2147483679"/>
          </pc:sldLayoutMkLst>
        </pc:sldLayoutChg>
        <pc:sldLayoutChg chg="add replId">
          <pc:chgData name="Matthew Hoffman" userId="S::matthew.hoffman@nteuchapter66.org::2437c4dc-0b29-4997-9ac2-b5ce5fac96bc" providerId="AD" clId="Web-{39490623-385A-C2CF-A99F-91B23DE1847B}" dt="2025-11-26T16:02:50.250" v="80"/>
          <pc:sldLayoutMkLst>
            <pc:docMk/>
            <pc:sldMasterMk cId="3077872222" sldId="2147483672"/>
            <pc:sldLayoutMk cId="234918558" sldId="2147483680"/>
          </pc:sldLayoutMkLst>
        </pc:sldLayoutChg>
        <pc:sldLayoutChg chg="add replId">
          <pc:chgData name="Matthew Hoffman" userId="S::matthew.hoffman@nteuchapter66.org::2437c4dc-0b29-4997-9ac2-b5ce5fac96bc" providerId="AD" clId="Web-{39490623-385A-C2CF-A99F-91B23DE1847B}" dt="2025-11-26T16:02:50.250" v="80"/>
          <pc:sldLayoutMkLst>
            <pc:docMk/>
            <pc:sldMasterMk cId="3077872222" sldId="2147483672"/>
            <pc:sldLayoutMk cId="3855045392" sldId="2147483681"/>
          </pc:sldLayoutMkLst>
        </pc:sldLayoutChg>
        <pc:sldLayoutChg chg="add replId">
          <pc:chgData name="Matthew Hoffman" userId="S::matthew.hoffman@nteuchapter66.org::2437c4dc-0b29-4997-9ac2-b5ce5fac96bc" providerId="AD" clId="Web-{39490623-385A-C2CF-A99F-91B23DE1847B}" dt="2025-11-26T16:02:50.250" v="80"/>
          <pc:sldLayoutMkLst>
            <pc:docMk/>
            <pc:sldMasterMk cId="3077872222" sldId="2147483672"/>
            <pc:sldLayoutMk cId="3881343579" sldId="2147483682"/>
          </pc:sldLayoutMkLst>
        </pc:sldLayoutChg>
        <pc:sldLayoutChg chg="add replId">
          <pc:chgData name="Matthew Hoffman" userId="S::matthew.hoffman@nteuchapter66.org::2437c4dc-0b29-4997-9ac2-b5ce5fac96bc" providerId="AD" clId="Web-{39490623-385A-C2CF-A99F-91B23DE1847B}" dt="2025-11-26T16:02:50.250" v="80"/>
          <pc:sldLayoutMkLst>
            <pc:docMk/>
            <pc:sldMasterMk cId="3077872222" sldId="2147483672"/>
            <pc:sldLayoutMk cId="2366691979" sldId="2147483683"/>
          </pc:sldLayoutMkLst>
        </pc:sldLayoutChg>
      </pc:sldMasterChg>
    </pc:docChg>
  </pc:docChgLst>
</pc:chgInfo>
</file>

<file path=ppt/diagrams/_rels/data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svg"/><Relationship Id="rId1" Type="http://schemas.openxmlformats.org/officeDocument/2006/relationships/image" Target="../media/image7.png"/><Relationship Id="rId4" Type="http://schemas.openxmlformats.org/officeDocument/2006/relationships/image" Target="../media/image10.svg"/></Relationships>
</file>

<file path=ppt/diagrams/_rels/data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svg"/><Relationship Id="rId1" Type="http://schemas.openxmlformats.org/officeDocument/2006/relationships/image" Target="../media/image13.png"/><Relationship Id="rId4" Type="http://schemas.openxmlformats.org/officeDocument/2006/relationships/image" Target="../media/image16.svg"/></Relationships>
</file>

<file path=ppt/diagrams/_rels/data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svg"/><Relationship Id="rId1" Type="http://schemas.openxmlformats.org/officeDocument/2006/relationships/image" Target="../media/image17.png"/><Relationship Id="rId6" Type="http://schemas.openxmlformats.org/officeDocument/2006/relationships/image" Target="../media/image22.svg"/><Relationship Id="rId5" Type="http://schemas.openxmlformats.org/officeDocument/2006/relationships/image" Target="../media/image21.png"/><Relationship Id="rId4" Type="http://schemas.openxmlformats.org/officeDocument/2006/relationships/image" Target="../media/image20.svg"/></Relationships>
</file>

<file path=ppt/diagrams/_rels/drawing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svg"/><Relationship Id="rId1" Type="http://schemas.openxmlformats.org/officeDocument/2006/relationships/image" Target="../media/image7.png"/><Relationship Id="rId4" Type="http://schemas.openxmlformats.org/officeDocument/2006/relationships/image" Target="../media/image10.svg"/></Relationships>
</file>

<file path=ppt/diagrams/_rels/drawing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svg"/><Relationship Id="rId1" Type="http://schemas.openxmlformats.org/officeDocument/2006/relationships/image" Target="../media/image13.png"/><Relationship Id="rId4" Type="http://schemas.openxmlformats.org/officeDocument/2006/relationships/image" Target="../media/image16.svg"/></Relationships>
</file>

<file path=ppt/diagrams/_rels/drawing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svg"/><Relationship Id="rId1" Type="http://schemas.openxmlformats.org/officeDocument/2006/relationships/image" Target="../media/image17.png"/><Relationship Id="rId6" Type="http://schemas.openxmlformats.org/officeDocument/2006/relationships/image" Target="../media/image22.svg"/><Relationship Id="rId5" Type="http://schemas.openxmlformats.org/officeDocument/2006/relationships/image" Target="../media/image21.png"/><Relationship Id="rId4" Type="http://schemas.openxmlformats.org/officeDocument/2006/relationships/image" Target="../media/image20.svg"/></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FD75206-4EF0-43CF-8F82-985AE250EB17}"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536EB5F8-49FC-42CB-95E4-8133C4860A46}">
      <dgm:prSet/>
      <dgm:spPr/>
      <dgm:t>
        <a:bodyPr/>
        <a:lstStyle/>
        <a:p>
          <a:r>
            <a:rPr lang="en-US" b="1"/>
            <a:t>Why include it:</a:t>
          </a:r>
          <a:r>
            <a:rPr lang="en-US"/>
            <a:t> Forces the supervisor to confront their error and reduces repeat violations.</a:t>
          </a:r>
        </a:p>
      </dgm:t>
    </dgm:pt>
    <dgm:pt modelId="{0F02CD56-ED7F-4999-A2B5-87FD8CA2A184}" type="parTrans" cxnId="{CA9218FC-9631-449B-A1F0-E825B5CBEEBC}">
      <dgm:prSet/>
      <dgm:spPr/>
      <dgm:t>
        <a:bodyPr/>
        <a:lstStyle/>
        <a:p>
          <a:endParaRPr lang="en-US"/>
        </a:p>
      </dgm:t>
    </dgm:pt>
    <dgm:pt modelId="{C6822111-71D4-48FE-812E-146488360CB6}" type="sibTrans" cxnId="{CA9218FC-9631-449B-A1F0-E825B5CBEEBC}">
      <dgm:prSet/>
      <dgm:spPr/>
      <dgm:t>
        <a:bodyPr/>
        <a:lstStyle/>
        <a:p>
          <a:endParaRPr lang="en-US"/>
        </a:p>
      </dgm:t>
    </dgm:pt>
    <dgm:pt modelId="{D838668D-325C-4C43-859D-E2519D6BD701}">
      <dgm:prSet/>
      <dgm:spPr/>
      <dgm:t>
        <a:bodyPr/>
        <a:lstStyle/>
        <a:p>
          <a:r>
            <a:rPr lang="en-US" b="1"/>
            <a:t>Best used in:</a:t>
          </a:r>
          <a:r>
            <a:rPr lang="en-US"/>
            <a:t> AWOL misuse, leave abuse, timekeeping errors, telework denials, retaliation.</a:t>
          </a:r>
        </a:p>
      </dgm:t>
    </dgm:pt>
    <dgm:pt modelId="{F08817E3-24C3-4AEA-8B62-46C1FD15F4A3}" type="parTrans" cxnId="{63FA0378-BDE0-4DEF-82E0-A488FA47D3C3}">
      <dgm:prSet/>
      <dgm:spPr/>
      <dgm:t>
        <a:bodyPr/>
        <a:lstStyle/>
        <a:p>
          <a:endParaRPr lang="en-US"/>
        </a:p>
      </dgm:t>
    </dgm:pt>
    <dgm:pt modelId="{12313AD2-3FB4-44E1-91DA-F04AC9A8B085}" type="sibTrans" cxnId="{63FA0378-BDE0-4DEF-82E0-A488FA47D3C3}">
      <dgm:prSet/>
      <dgm:spPr/>
      <dgm:t>
        <a:bodyPr/>
        <a:lstStyle/>
        <a:p>
          <a:endParaRPr lang="en-US"/>
        </a:p>
      </dgm:t>
    </dgm:pt>
    <dgm:pt modelId="{1DA6B837-9463-465F-898D-DFEFF1598D6B}" type="pres">
      <dgm:prSet presAssocID="{3FD75206-4EF0-43CF-8F82-985AE250EB17}" presName="root" presStyleCnt="0">
        <dgm:presLayoutVars>
          <dgm:dir/>
          <dgm:resizeHandles val="exact"/>
        </dgm:presLayoutVars>
      </dgm:prSet>
      <dgm:spPr/>
    </dgm:pt>
    <dgm:pt modelId="{27D99EB9-6C90-4ECF-A8C8-60C01CA8BFB9}" type="pres">
      <dgm:prSet presAssocID="{536EB5F8-49FC-42CB-95E4-8133C4860A46}" presName="compNode" presStyleCnt="0"/>
      <dgm:spPr/>
    </dgm:pt>
    <dgm:pt modelId="{FFFF33F2-A3C9-4BA4-B840-6F39B111EFDC}" type="pres">
      <dgm:prSet presAssocID="{536EB5F8-49FC-42CB-95E4-8133C4860A46}" presName="bgRect" presStyleLbl="bgShp" presStyleIdx="0" presStyleCnt="2"/>
      <dgm:spPr/>
    </dgm:pt>
    <dgm:pt modelId="{6CA7CB56-510A-452E-9E13-0326088F5CE7}" type="pres">
      <dgm:prSet presAssocID="{536EB5F8-49FC-42CB-95E4-8133C4860A46}"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Angry Face with No Fill"/>
        </a:ext>
      </dgm:extLst>
    </dgm:pt>
    <dgm:pt modelId="{275DB53B-CE0B-4110-96C2-7139DEAA9ABE}" type="pres">
      <dgm:prSet presAssocID="{536EB5F8-49FC-42CB-95E4-8133C4860A46}" presName="spaceRect" presStyleCnt="0"/>
      <dgm:spPr/>
    </dgm:pt>
    <dgm:pt modelId="{64DA7D75-9C9A-4E97-AF3E-052C2753DDB3}" type="pres">
      <dgm:prSet presAssocID="{536EB5F8-49FC-42CB-95E4-8133C4860A46}" presName="parTx" presStyleLbl="revTx" presStyleIdx="0" presStyleCnt="2">
        <dgm:presLayoutVars>
          <dgm:chMax val="0"/>
          <dgm:chPref val="0"/>
        </dgm:presLayoutVars>
      </dgm:prSet>
      <dgm:spPr/>
    </dgm:pt>
    <dgm:pt modelId="{F7E47374-B4A7-4C68-8654-8B30514DC1EC}" type="pres">
      <dgm:prSet presAssocID="{C6822111-71D4-48FE-812E-146488360CB6}" presName="sibTrans" presStyleCnt="0"/>
      <dgm:spPr/>
    </dgm:pt>
    <dgm:pt modelId="{F9F048B1-404E-403A-8961-71CAF431570C}" type="pres">
      <dgm:prSet presAssocID="{D838668D-325C-4C43-859D-E2519D6BD701}" presName="compNode" presStyleCnt="0"/>
      <dgm:spPr/>
    </dgm:pt>
    <dgm:pt modelId="{AD521D31-2FD2-4372-82FF-1A13B7116E5C}" type="pres">
      <dgm:prSet presAssocID="{D838668D-325C-4C43-859D-E2519D6BD701}" presName="bgRect" presStyleLbl="bgShp" presStyleIdx="1" presStyleCnt="2"/>
      <dgm:spPr/>
    </dgm:pt>
    <dgm:pt modelId="{C880AAEC-302F-4B7C-BB05-EEE868580C13}" type="pres">
      <dgm:prSet presAssocID="{D838668D-325C-4C43-859D-E2519D6BD701}"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Programmer"/>
        </a:ext>
      </dgm:extLst>
    </dgm:pt>
    <dgm:pt modelId="{140179DB-D64B-4DEF-8935-E8AC932ED830}" type="pres">
      <dgm:prSet presAssocID="{D838668D-325C-4C43-859D-E2519D6BD701}" presName="spaceRect" presStyleCnt="0"/>
      <dgm:spPr/>
    </dgm:pt>
    <dgm:pt modelId="{2D62B6A8-07C2-465B-8940-E5E53A8447AD}" type="pres">
      <dgm:prSet presAssocID="{D838668D-325C-4C43-859D-E2519D6BD701}" presName="parTx" presStyleLbl="revTx" presStyleIdx="1" presStyleCnt="2">
        <dgm:presLayoutVars>
          <dgm:chMax val="0"/>
          <dgm:chPref val="0"/>
        </dgm:presLayoutVars>
      </dgm:prSet>
      <dgm:spPr/>
    </dgm:pt>
  </dgm:ptLst>
  <dgm:cxnLst>
    <dgm:cxn modelId="{B9DD7476-E028-48A8-8C99-185ECA7FEB5E}" type="presOf" srcId="{3FD75206-4EF0-43CF-8F82-985AE250EB17}" destId="{1DA6B837-9463-465F-898D-DFEFF1598D6B}" srcOrd="0" destOrd="0" presId="urn:microsoft.com/office/officeart/2018/2/layout/IconVerticalSolidList"/>
    <dgm:cxn modelId="{E2F8C476-F1AD-4289-8BE8-9C4AACCDD12F}" type="presOf" srcId="{D838668D-325C-4C43-859D-E2519D6BD701}" destId="{2D62B6A8-07C2-465B-8940-E5E53A8447AD}" srcOrd="0" destOrd="0" presId="urn:microsoft.com/office/officeart/2018/2/layout/IconVerticalSolidList"/>
    <dgm:cxn modelId="{63FA0378-BDE0-4DEF-82E0-A488FA47D3C3}" srcId="{3FD75206-4EF0-43CF-8F82-985AE250EB17}" destId="{D838668D-325C-4C43-859D-E2519D6BD701}" srcOrd="1" destOrd="0" parTransId="{F08817E3-24C3-4AEA-8B62-46C1FD15F4A3}" sibTransId="{12313AD2-3FB4-44E1-91DA-F04AC9A8B085}"/>
    <dgm:cxn modelId="{318A41B8-DBDC-4979-8588-A62FEC6C8664}" type="presOf" srcId="{536EB5F8-49FC-42CB-95E4-8133C4860A46}" destId="{64DA7D75-9C9A-4E97-AF3E-052C2753DDB3}" srcOrd="0" destOrd="0" presId="urn:microsoft.com/office/officeart/2018/2/layout/IconVerticalSolidList"/>
    <dgm:cxn modelId="{CA9218FC-9631-449B-A1F0-E825B5CBEEBC}" srcId="{3FD75206-4EF0-43CF-8F82-985AE250EB17}" destId="{536EB5F8-49FC-42CB-95E4-8133C4860A46}" srcOrd="0" destOrd="0" parTransId="{0F02CD56-ED7F-4999-A2B5-87FD8CA2A184}" sibTransId="{C6822111-71D4-48FE-812E-146488360CB6}"/>
    <dgm:cxn modelId="{C9AFCBAA-C06E-4A5F-94EB-7A52AAEF9D08}" type="presParOf" srcId="{1DA6B837-9463-465F-898D-DFEFF1598D6B}" destId="{27D99EB9-6C90-4ECF-A8C8-60C01CA8BFB9}" srcOrd="0" destOrd="0" presId="urn:microsoft.com/office/officeart/2018/2/layout/IconVerticalSolidList"/>
    <dgm:cxn modelId="{5C0DD673-1470-4593-AAA0-869BEF049E37}" type="presParOf" srcId="{27D99EB9-6C90-4ECF-A8C8-60C01CA8BFB9}" destId="{FFFF33F2-A3C9-4BA4-B840-6F39B111EFDC}" srcOrd="0" destOrd="0" presId="urn:microsoft.com/office/officeart/2018/2/layout/IconVerticalSolidList"/>
    <dgm:cxn modelId="{1610D42E-DD10-449C-9843-F877355B4A99}" type="presParOf" srcId="{27D99EB9-6C90-4ECF-A8C8-60C01CA8BFB9}" destId="{6CA7CB56-510A-452E-9E13-0326088F5CE7}" srcOrd="1" destOrd="0" presId="urn:microsoft.com/office/officeart/2018/2/layout/IconVerticalSolidList"/>
    <dgm:cxn modelId="{67DA8442-72A1-40AD-B83B-A4718C00B2E0}" type="presParOf" srcId="{27D99EB9-6C90-4ECF-A8C8-60C01CA8BFB9}" destId="{275DB53B-CE0B-4110-96C2-7139DEAA9ABE}" srcOrd="2" destOrd="0" presId="urn:microsoft.com/office/officeart/2018/2/layout/IconVerticalSolidList"/>
    <dgm:cxn modelId="{5F09C4DD-8F8F-4E69-97FE-5CF3829D8E6C}" type="presParOf" srcId="{27D99EB9-6C90-4ECF-A8C8-60C01CA8BFB9}" destId="{64DA7D75-9C9A-4E97-AF3E-052C2753DDB3}" srcOrd="3" destOrd="0" presId="urn:microsoft.com/office/officeart/2018/2/layout/IconVerticalSolidList"/>
    <dgm:cxn modelId="{E0A0E5B1-A1BF-4A21-BEE3-BF9A189A3160}" type="presParOf" srcId="{1DA6B837-9463-465F-898D-DFEFF1598D6B}" destId="{F7E47374-B4A7-4C68-8654-8B30514DC1EC}" srcOrd="1" destOrd="0" presId="urn:microsoft.com/office/officeart/2018/2/layout/IconVerticalSolidList"/>
    <dgm:cxn modelId="{1B95A128-FBC6-4282-926C-53286C06EFD6}" type="presParOf" srcId="{1DA6B837-9463-465F-898D-DFEFF1598D6B}" destId="{F9F048B1-404E-403A-8961-71CAF431570C}" srcOrd="2" destOrd="0" presId="urn:microsoft.com/office/officeart/2018/2/layout/IconVerticalSolidList"/>
    <dgm:cxn modelId="{ACF50349-0A78-4240-81BB-E7FB1856AB15}" type="presParOf" srcId="{F9F048B1-404E-403A-8961-71CAF431570C}" destId="{AD521D31-2FD2-4372-82FF-1A13B7116E5C}" srcOrd="0" destOrd="0" presId="urn:microsoft.com/office/officeart/2018/2/layout/IconVerticalSolidList"/>
    <dgm:cxn modelId="{991DE576-6751-421C-AF91-B7EE8E998AB1}" type="presParOf" srcId="{F9F048B1-404E-403A-8961-71CAF431570C}" destId="{C880AAEC-302F-4B7C-BB05-EEE868580C13}" srcOrd="1" destOrd="0" presId="urn:microsoft.com/office/officeart/2018/2/layout/IconVerticalSolidList"/>
    <dgm:cxn modelId="{541E78D6-6F09-480D-889E-DD3717B287AA}" type="presParOf" srcId="{F9F048B1-404E-403A-8961-71CAF431570C}" destId="{140179DB-D64B-4DEF-8935-E8AC932ED830}" srcOrd="2" destOrd="0" presId="urn:microsoft.com/office/officeart/2018/2/layout/IconVerticalSolidList"/>
    <dgm:cxn modelId="{EEB724C1-72E3-4D2E-BA74-3395775A7AF6}" type="presParOf" srcId="{F9F048B1-404E-403A-8961-71CAF431570C}" destId="{2D62B6A8-07C2-465B-8940-E5E53A8447AD}"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2862D40-8050-4782-A956-F6D5DD5FF1DE}" type="doc">
      <dgm:prSet loTypeId="urn:microsoft.com/office/officeart/2008/layout/LinedList" loCatId="list" qsTypeId="urn:microsoft.com/office/officeart/2005/8/quickstyle/simple1" qsCatId="simple" csTypeId="urn:microsoft.com/office/officeart/2005/8/colors/colorful2" csCatId="colorful"/>
      <dgm:spPr/>
      <dgm:t>
        <a:bodyPr/>
        <a:lstStyle/>
        <a:p>
          <a:endParaRPr lang="en-US"/>
        </a:p>
      </dgm:t>
    </dgm:pt>
    <dgm:pt modelId="{00262051-9A73-44ED-B0DF-CC4198DE8B8E}">
      <dgm:prSet/>
      <dgm:spPr/>
      <dgm:t>
        <a:bodyPr/>
        <a:lstStyle/>
        <a:p>
          <a:r>
            <a:rPr lang="en-US" b="1"/>
            <a:t>Why include it:</a:t>
          </a:r>
          <a:r>
            <a:rPr lang="en-US"/>
            <a:t> Corrects misunderstanding and publicly reinforces employee rights.</a:t>
          </a:r>
        </a:p>
      </dgm:t>
    </dgm:pt>
    <dgm:pt modelId="{D6BC438C-0487-4437-B4D2-33DB3423D4D0}" type="parTrans" cxnId="{09978BFB-587F-4CEB-A2CE-E4C151F9A534}">
      <dgm:prSet/>
      <dgm:spPr/>
      <dgm:t>
        <a:bodyPr/>
        <a:lstStyle/>
        <a:p>
          <a:endParaRPr lang="en-US"/>
        </a:p>
      </dgm:t>
    </dgm:pt>
    <dgm:pt modelId="{8870527D-C267-4E28-957E-11598AB8A014}" type="sibTrans" cxnId="{09978BFB-587F-4CEB-A2CE-E4C151F9A534}">
      <dgm:prSet/>
      <dgm:spPr/>
      <dgm:t>
        <a:bodyPr/>
        <a:lstStyle/>
        <a:p>
          <a:endParaRPr lang="en-US"/>
        </a:p>
      </dgm:t>
    </dgm:pt>
    <dgm:pt modelId="{205D460B-F13A-485A-8B3A-27AAC053F052}">
      <dgm:prSet/>
      <dgm:spPr/>
      <dgm:t>
        <a:bodyPr/>
        <a:lstStyle/>
        <a:p>
          <a:r>
            <a:rPr lang="en-US" b="1"/>
            <a:t>Best used in:</a:t>
          </a:r>
          <a:r>
            <a:rPr lang="en-US"/>
            <a:t> AWOL cases, break/restroom disputes, telework misunderstandings, performance policies.</a:t>
          </a:r>
        </a:p>
      </dgm:t>
    </dgm:pt>
    <dgm:pt modelId="{45831F6D-6234-4FBF-9088-0217199B2748}" type="parTrans" cxnId="{286B713D-C7C7-4EF9-B1DA-906112DC4AB4}">
      <dgm:prSet/>
      <dgm:spPr/>
      <dgm:t>
        <a:bodyPr/>
        <a:lstStyle/>
        <a:p>
          <a:endParaRPr lang="en-US"/>
        </a:p>
      </dgm:t>
    </dgm:pt>
    <dgm:pt modelId="{F80FF2B5-FE67-4A75-91AE-FA32C61A00D8}" type="sibTrans" cxnId="{286B713D-C7C7-4EF9-B1DA-906112DC4AB4}">
      <dgm:prSet/>
      <dgm:spPr/>
      <dgm:t>
        <a:bodyPr/>
        <a:lstStyle/>
        <a:p>
          <a:endParaRPr lang="en-US"/>
        </a:p>
      </dgm:t>
    </dgm:pt>
    <dgm:pt modelId="{959C1181-8660-4453-8F6F-E553037CF5FE}" type="pres">
      <dgm:prSet presAssocID="{C2862D40-8050-4782-A956-F6D5DD5FF1DE}" presName="vert0" presStyleCnt="0">
        <dgm:presLayoutVars>
          <dgm:dir/>
          <dgm:animOne val="branch"/>
          <dgm:animLvl val="lvl"/>
        </dgm:presLayoutVars>
      </dgm:prSet>
      <dgm:spPr/>
    </dgm:pt>
    <dgm:pt modelId="{BE8A7FC2-8044-48E0-8093-03D88BE704A1}" type="pres">
      <dgm:prSet presAssocID="{00262051-9A73-44ED-B0DF-CC4198DE8B8E}" presName="thickLine" presStyleLbl="alignNode1" presStyleIdx="0" presStyleCnt="2"/>
      <dgm:spPr/>
    </dgm:pt>
    <dgm:pt modelId="{07101662-A8FD-4E46-9113-B7681F4670FF}" type="pres">
      <dgm:prSet presAssocID="{00262051-9A73-44ED-B0DF-CC4198DE8B8E}" presName="horz1" presStyleCnt="0"/>
      <dgm:spPr/>
    </dgm:pt>
    <dgm:pt modelId="{584C3F95-B274-4F92-9F20-67AA9F40991A}" type="pres">
      <dgm:prSet presAssocID="{00262051-9A73-44ED-B0DF-CC4198DE8B8E}" presName="tx1" presStyleLbl="revTx" presStyleIdx="0" presStyleCnt="2"/>
      <dgm:spPr/>
    </dgm:pt>
    <dgm:pt modelId="{FCC659E9-D118-4D10-8BC8-1B990A3FCAB7}" type="pres">
      <dgm:prSet presAssocID="{00262051-9A73-44ED-B0DF-CC4198DE8B8E}" presName="vert1" presStyleCnt="0"/>
      <dgm:spPr/>
    </dgm:pt>
    <dgm:pt modelId="{10E5BF3B-7060-4F67-ACE9-E9B285425F04}" type="pres">
      <dgm:prSet presAssocID="{205D460B-F13A-485A-8B3A-27AAC053F052}" presName="thickLine" presStyleLbl="alignNode1" presStyleIdx="1" presStyleCnt="2"/>
      <dgm:spPr/>
    </dgm:pt>
    <dgm:pt modelId="{3DF57998-28E7-45CD-935A-47402F9FA649}" type="pres">
      <dgm:prSet presAssocID="{205D460B-F13A-485A-8B3A-27AAC053F052}" presName="horz1" presStyleCnt="0"/>
      <dgm:spPr/>
    </dgm:pt>
    <dgm:pt modelId="{9033E83A-38AC-44EA-91DB-0E20349B8ED0}" type="pres">
      <dgm:prSet presAssocID="{205D460B-F13A-485A-8B3A-27AAC053F052}" presName="tx1" presStyleLbl="revTx" presStyleIdx="1" presStyleCnt="2"/>
      <dgm:spPr/>
    </dgm:pt>
    <dgm:pt modelId="{B716537C-E5FE-40C9-AA29-839F3C705A5C}" type="pres">
      <dgm:prSet presAssocID="{205D460B-F13A-485A-8B3A-27AAC053F052}" presName="vert1" presStyleCnt="0"/>
      <dgm:spPr/>
    </dgm:pt>
  </dgm:ptLst>
  <dgm:cxnLst>
    <dgm:cxn modelId="{286B713D-C7C7-4EF9-B1DA-906112DC4AB4}" srcId="{C2862D40-8050-4782-A956-F6D5DD5FF1DE}" destId="{205D460B-F13A-485A-8B3A-27AAC053F052}" srcOrd="1" destOrd="0" parTransId="{45831F6D-6234-4FBF-9088-0217199B2748}" sibTransId="{F80FF2B5-FE67-4A75-91AE-FA32C61A00D8}"/>
    <dgm:cxn modelId="{701C97B5-75DC-486F-AAB9-C9D9ADDB7D09}" type="presOf" srcId="{00262051-9A73-44ED-B0DF-CC4198DE8B8E}" destId="{584C3F95-B274-4F92-9F20-67AA9F40991A}" srcOrd="0" destOrd="0" presId="urn:microsoft.com/office/officeart/2008/layout/LinedList"/>
    <dgm:cxn modelId="{03C624CA-7414-43F4-8B56-BECEFD1977FF}" type="presOf" srcId="{205D460B-F13A-485A-8B3A-27AAC053F052}" destId="{9033E83A-38AC-44EA-91DB-0E20349B8ED0}" srcOrd="0" destOrd="0" presId="urn:microsoft.com/office/officeart/2008/layout/LinedList"/>
    <dgm:cxn modelId="{7260CAD5-B952-49FF-AC79-8AF316B5C445}" type="presOf" srcId="{C2862D40-8050-4782-A956-F6D5DD5FF1DE}" destId="{959C1181-8660-4453-8F6F-E553037CF5FE}" srcOrd="0" destOrd="0" presId="urn:microsoft.com/office/officeart/2008/layout/LinedList"/>
    <dgm:cxn modelId="{09978BFB-587F-4CEB-A2CE-E4C151F9A534}" srcId="{C2862D40-8050-4782-A956-F6D5DD5FF1DE}" destId="{00262051-9A73-44ED-B0DF-CC4198DE8B8E}" srcOrd="0" destOrd="0" parTransId="{D6BC438C-0487-4437-B4D2-33DB3423D4D0}" sibTransId="{8870527D-C267-4E28-957E-11598AB8A014}"/>
    <dgm:cxn modelId="{F4CED05A-02D5-429A-9027-FBBF72D8F9B0}" type="presParOf" srcId="{959C1181-8660-4453-8F6F-E553037CF5FE}" destId="{BE8A7FC2-8044-48E0-8093-03D88BE704A1}" srcOrd="0" destOrd="0" presId="urn:microsoft.com/office/officeart/2008/layout/LinedList"/>
    <dgm:cxn modelId="{611636A1-1D74-43C3-B488-655FBA550E13}" type="presParOf" srcId="{959C1181-8660-4453-8F6F-E553037CF5FE}" destId="{07101662-A8FD-4E46-9113-B7681F4670FF}" srcOrd="1" destOrd="0" presId="urn:microsoft.com/office/officeart/2008/layout/LinedList"/>
    <dgm:cxn modelId="{7DFE70E3-D353-4149-BD25-914F5AD18A6C}" type="presParOf" srcId="{07101662-A8FD-4E46-9113-B7681F4670FF}" destId="{584C3F95-B274-4F92-9F20-67AA9F40991A}" srcOrd="0" destOrd="0" presId="urn:microsoft.com/office/officeart/2008/layout/LinedList"/>
    <dgm:cxn modelId="{08912E6B-7A99-450D-AE86-B03E17AE94E4}" type="presParOf" srcId="{07101662-A8FD-4E46-9113-B7681F4670FF}" destId="{FCC659E9-D118-4D10-8BC8-1B990A3FCAB7}" srcOrd="1" destOrd="0" presId="urn:microsoft.com/office/officeart/2008/layout/LinedList"/>
    <dgm:cxn modelId="{BFA15193-4199-4AE0-8EDE-54E4D639606A}" type="presParOf" srcId="{959C1181-8660-4453-8F6F-E553037CF5FE}" destId="{10E5BF3B-7060-4F67-ACE9-E9B285425F04}" srcOrd="2" destOrd="0" presId="urn:microsoft.com/office/officeart/2008/layout/LinedList"/>
    <dgm:cxn modelId="{6516209F-8448-407B-ADC3-BAD6D1EB8B0D}" type="presParOf" srcId="{959C1181-8660-4453-8F6F-E553037CF5FE}" destId="{3DF57998-28E7-45CD-935A-47402F9FA649}" srcOrd="3" destOrd="0" presId="urn:microsoft.com/office/officeart/2008/layout/LinedList"/>
    <dgm:cxn modelId="{0B96857E-4B23-4D20-8560-B9246069C30F}" type="presParOf" srcId="{3DF57998-28E7-45CD-935A-47402F9FA649}" destId="{9033E83A-38AC-44EA-91DB-0E20349B8ED0}" srcOrd="0" destOrd="0" presId="urn:microsoft.com/office/officeart/2008/layout/LinedList"/>
    <dgm:cxn modelId="{C32CB3FC-C472-4A27-8424-0E60F3CC0BE9}" type="presParOf" srcId="{3DF57998-28E7-45CD-935A-47402F9FA649}" destId="{B716537C-E5FE-40C9-AA29-839F3C705A5C}"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5B17FBFD-286D-4DD6-BC42-BB04D4993B9A}" type="doc">
      <dgm:prSet loTypeId="urn:microsoft.com/office/officeart/2018/5/layout/IconLeaf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232C40E7-5493-4395-A79C-9F9642A50BCD}">
      <dgm:prSet/>
      <dgm:spPr/>
      <dgm:t>
        <a:bodyPr/>
        <a:lstStyle/>
        <a:p>
          <a:pPr>
            <a:defRPr cap="all"/>
          </a:pPr>
          <a:r>
            <a:rPr lang="en-US" b="1"/>
            <a:t>Why include it:</a:t>
          </a:r>
          <a:r>
            <a:rPr lang="en-US"/>
            <a:t> Forces management to create work product correcting their own failure.</a:t>
          </a:r>
        </a:p>
      </dgm:t>
    </dgm:pt>
    <dgm:pt modelId="{40761344-E12C-4CD8-A0AA-AF253165353A}" type="parTrans" cxnId="{D7956260-3264-48D5-B2AD-813765B42C38}">
      <dgm:prSet/>
      <dgm:spPr/>
      <dgm:t>
        <a:bodyPr/>
        <a:lstStyle/>
        <a:p>
          <a:endParaRPr lang="en-US"/>
        </a:p>
      </dgm:t>
    </dgm:pt>
    <dgm:pt modelId="{F2A14F8D-CFD9-48AB-B235-4E4503D5B841}" type="sibTrans" cxnId="{D7956260-3264-48D5-B2AD-813765B42C38}">
      <dgm:prSet/>
      <dgm:spPr/>
      <dgm:t>
        <a:bodyPr/>
        <a:lstStyle/>
        <a:p>
          <a:endParaRPr lang="en-US"/>
        </a:p>
      </dgm:t>
    </dgm:pt>
    <dgm:pt modelId="{3D015583-7D7F-4758-97F9-26D01AAE8E11}">
      <dgm:prSet/>
      <dgm:spPr/>
      <dgm:t>
        <a:bodyPr/>
        <a:lstStyle/>
        <a:p>
          <a:pPr>
            <a:defRPr cap="all"/>
          </a:pPr>
          <a:r>
            <a:rPr lang="en-US" b="1"/>
            <a:t>Best used in:</a:t>
          </a:r>
          <a:r>
            <a:rPr lang="en-US"/>
            <a:t> Leave procedures, telework rules, performance timelines, supervisor discretion.</a:t>
          </a:r>
        </a:p>
      </dgm:t>
    </dgm:pt>
    <dgm:pt modelId="{9EB8F3B8-D39D-4885-9AB2-045DFD3091DA}" type="parTrans" cxnId="{2FC09F60-17A2-4B41-8AF6-C0825A12694A}">
      <dgm:prSet/>
      <dgm:spPr/>
      <dgm:t>
        <a:bodyPr/>
        <a:lstStyle/>
        <a:p>
          <a:endParaRPr lang="en-US"/>
        </a:p>
      </dgm:t>
    </dgm:pt>
    <dgm:pt modelId="{FA2C52B7-E3D9-4BD9-9A30-43812E3EE455}" type="sibTrans" cxnId="{2FC09F60-17A2-4B41-8AF6-C0825A12694A}">
      <dgm:prSet/>
      <dgm:spPr/>
      <dgm:t>
        <a:bodyPr/>
        <a:lstStyle/>
        <a:p>
          <a:endParaRPr lang="en-US"/>
        </a:p>
      </dgm:t>
    </dgm:pt>
    <dgm:pt modelId="{92B665DA-9B07-4847-BC72-6CAE148401EC}" type="pres">
      <dgm:prSet presAssocID="{5B17FBFD-286D-4DD6-BC42-BB04D4993B9A}" presName="root" presStyleCnt="0">
        <dgm:presLayoutVars>
          <dgm:dir/>
          <dgm:resizeHandles val="exact"/>
        </dgm:presLayoutVars>
      </dgm:prSet>
      <dgm:spPr/>
    </dgm:pt>
    <dgm:pt modelId="{C78037D8-4EBD-424F-9763-AA3FCC71EEED}" type="pres">
      <dgm:prSet presAssocID="{232C40E7-5493-4395-A79C-9F9642A50BCD}" presName="compNode" presStyleCnt="0"/>
      <dgm:spPr/>
    </dgm:pt>
    <dgm:pt modelId="{3A921611-FB59-4526-AF8E-740454BEF989}" type="pres">
      <dgm:prSet presAssocID="{232C40E7-5493-4395-A79C-9F9642A50BCD}" presName="iconBgRect" presStyleLbl="bgShp" presStyleIdx="0" presStyleCnt="2"/>
      <dgm:spPr>
        <a:prstGeom prst="round2DiagRect">
          <a:avLst>
            <a:gd name="adj1" fmla="val 29727"/>
            <a:gd name="adj2" fmla="val 0"/>
          </a:avLst>
        </a:prstGeom>
      </dgm:spPr>
    </dgm:pt>
    <dgm:pt modelId="{032A6450-E633-4A88-92B7-E41DEEAA0790}" type="pres">
      <dgm:prSet presAssocID="{232C40E7-5493-4395-A79C-9F9642A50BCD}"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Gears"/>
        </a:ext>
      </dgm:extLst>
    </dgm:pt>
    <dgm:pt modelId="{6F48A19B-325B-410A-BBC2-371BF409C597}" type="pres">
      <dgm:prSet presAssocID="{232C40E7-5493-4395-A79C-9F9642A50BCD}" presName="spaceRect" presStyleCnt="0"/>
      <dgm:spPr/>
    </dgm:pt>
    <dgm:pt modelId="{3F2F543E-91C7-49C2-946F-0A2FF823BCBE}" type="pres">
      <dgm:prSet presAssocID="{232C40E7-5493-4395-A79C-9F9642A50BCD}" presName="textRect" presStyleLbl="revTx" presStyleIdx="0" presStyleCnt="2">
        <dgm:presLayoutVars>
          <dgm:chMax val="1"/>
          <dgm:chPref val="1"/>
        </dgm:presLayoutVars>
      </dgm:prSet>
      <dgm:spPr/>
    </dgm:pt>
    <dgm:pt modelId="{1A6904AC-0861-4920-AF7B-49DFE7D8AE55}" type="pres">
      <dgm:prSet presAssocID="{F2A14F8D-CFD9-48AB-B235-4E4503D5B841}" presName="sibTrans" presStyleCnt="0"/>
      <dgm:spPr/>
    </dgm:pt>
    <dgm:pt modelId="{63D1455A-B20D-4603-A613-3B016454351B}" type="pres">
      <dgm:prSet presAssocID="{3D015583-7D7F-4758-97F9-26D01AAE8E11}" presName="compNode" presStyleCnt="0"/>
      <dgm:spPr/>
    </dgm:pt>
    <dgm:pt modelId="{BEED07D6-7A39-4B97-8523-9D5BD478E790}" type="pres">
      <dgm:prSet presAssocID="{3D015583-7D7F-4758-97F9-26D01AAE8E11}" presName="iconBgRect" presStyleLbl="bgShp" presStyleIdx="1" presStyleCnt="2"/>
      <dgm:spPr>
        <a:prstGeom prst="round2DiagRect">
          <a:avLst>
            <a:gd name="adj1" fmla="val 29727"/>
            <a:gd name="adj2" fmla="val 0"/>
          </a:avLst>
        </a:prstGeom>
      </dgm:spPr>
    </dgm:pt>
    <dgm:pt modelId="{E0B788FD-8BE7-488A-BACF-5B3CD73F8142}" type="pres">
      <dgm:prSet presAssocID="{3D015583-7D7F-4758-97F9-26D01AAE8E11}"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Decision chart"/>
        </a:ext>
      </dgm:extLst>
    </dgm:pt>
    <dgm:pt modelId="{3340D25A-BEEB-42AB-A71B-C230F372DCC7}" type="pres">
      <dgm:prSet presAssocID="{3D015583-7D7F-4758-97F9-26D01AAE8E11}" presName="spaceRect" presStyleCnt="0"/>
      <dgm:spPr/>
    </dgm:pt>
    <dgm:pt modelId="{56D29F33-F361-48FA-A610-C8EEE6A82AED}" type="pres">
      <dgm:prSet presAssocID="{3D015583-7D7F-4758-97F9-26D01AAE8E11}" presName="textRect" presStyleLbl="revTx" presStyleIdx="1" presStyleCnt="2">
        <dgm:presLayoutVars>
          <dgm:chMax val="1"/>
          <dgm:chPref val="1"/>
        </dgm:presLayoutVars>
      </dgm:prSet>
      <dgm:spPr/>
    </dgm:pt>
  </dgm:ptLst>
  <dgm:cxnLst>
    <dgm:cxn modelId="{D7956260-3264-48D5-B2AD-813765B42C38}" srcId="{5B17FBFD-286D-4DD6-BC42-BB04D4993B9A}" destId="{232C40E7-5493-4395-A79C-9F9642A50BCD}" srcOrd="0" destOrd="0" parTransId="{40761344-E12C-4CD8-A0AA-AF253165353A}" sibTransId="{F2A14F8D-CFD9-48AB-B235-4E4503D5B841}"/>
    <dgm:cxn modelId="{2FC09F60-17A2-4B41-8AF6-C0825A12694A}" srcId="{5B17FBFD-286D-4DD6-BC42-BB04D4993B9A}" destId="{3D015583-7D7F-4758-97F9-26D01AAE8E11}" srcOrd="1" destOrd="0" parTransId="{9EB8F3B8-D39D-4885-9AB2-045DFD3091DA}" sibTransId="{FA2C52B7-E3D9-4BD9-9A30-43812E3EE455}"/>
    <dgm:cxn modelId="{1EA7F88F-1B0B-4430-95E2-9C953862C1AA}" type="presOf" srcId="{3D015583-7D7F-4758-97F9-26D01AAE8E11}" destId="{56D29F33-F361-48FA-A610-C8EEE6A82AED}" srcOrd="0" destOrd="0" presId="urn:microsoft.com/office/officeart/2018/5/layout/IconLeafLabelList"/>
    <dgm:cxn modelId="{5355F2B8-C3A8-4A02-BDBE-AFE243D4A2ED}" type="presOf" srcId="{5B17FBFD-286D-4DD6-BC42-BB04D4993B9A}" destId="{92B665DA-9B07-4847-BC72-6CAE148401EC}" srcOrd="0" destOrd="0" presId="urn:microsoft.com/office/officeart/2018/5/layout/IconLeafLabelList"/>
    <dgm:cxn modelId="{548D73E5-F080-42B7-B509-012A94F9335D}" type="presOf" srcId="{232C40E7-5493-4395-A79C-9F9642A50BCD}" destId="{3F2F543E-91C7-49C2-946F-0A2FF823BCBE}" srcOrd="0" destOrd="0" presId="urn:microsoft.com/office/officeart/2018/5/layout/IconLeafLabelList"/>
    <dgm:cxn modelId="{DC65E4E1-4383-4A98-BFF9-72BB24A51F80}" type="presParOf" srcId="{92B665DA-9B07-4847-BC72-6CAE148401EC}" destId="{C78037D8-4EBD-424F-9763-AA3FCC71EEED}" srcOrd="0" destOrd="0" presId="urn:microsoft.com/office/officeart/2018/5/layout/IconLeafLabelList"/>
    <dgm:cxn modelId="{D3488DA4-BB23-4E9C-9683-1C0C446B3C77}" type="presParOf" srcId="{C78037D8-4EBD-424F-9763-AA3FCC71EEED}" destId="{3A921611-FB59-4526-AF8E-740454BEF989}" srcOrd="0" destOrd="0" presId="urn:microsoft.com/office/officeart/2018/5/layout/IconLeafLabelList"/>
    <dgm:cxn modelId="{C895A940-0377-4E7F-84F7-67BC0066A7AC}" type="presParOf" srcId="{C78037D8-4EBD-424F-9763-AA3FCC71EEED}" destId="{032A6450-E633-4A88-92B7-E41DEEAA0790}" srcOrd="1" destOrd="0" presId="urn:microsoft.com/office/officeart/2018/5/layout/IconLeafLabelList"/>
    <dgm:cxn modelId="{C818C3B2-CE3B-48B0-B52F-C158F1854C41}" type="presParOf" srcId="{C78037D8-4EBD-424F-9763-AA3FCC71EEED}" destId="{6F48A19B-325B-410A-BBC2-371BF409C597}" srcOrd="2" destOrd="0" presId="urn:microsoft.com/office/officeart/2018/5/layout/IconLeafLabelList"/>
    <dgm:cxn modelId="{04BF7A7D-A6EC-4A19-8A24-5F81F07BC318}" type="presParOf" srcId="{C78037D8-4EBD-424F-9763-AA3FCC71EEED}" destId="{3F2F543E-91C7-49C2-946F-0A2FF823BCBE}" srcOrd="3" destOrd="0" presId="urn:microsoft.com/office/officeart/2018/5/layout/IconLeafLabelList"/>
    <dgm:cxn modelId="{36AFE423-4E57-45B8-8A51-7ADF32E0250D}" type="presParOf" srcId="{92B665DA-9B07-4847-BC72-6CAE148401EC}" destId="{1A6904AC-0861-4920-AF7B-49DFE7D8AE55}" srcOrd="1" destOrd="0" presId="urn:microsoft.com/office/officeart/2018/5/layout/IconLeafLabelList"/>
    <dgm:cxn modelId="{E9730413-B64B-4914-83DD-DA8844A0B613}" type="presParOf" srcId="{92B665DA-9B07-4847-BC72-6CAE148401EC}" destId="{63D1455A-B20D-4603-A613-3B016454351B}" srcOrd="2" destOrd="0" presId="urn:microsoft.com/office/officeart/2018/5/layout/IconLeafLabelList"/>
    <dgm:cxn modelId="{2E157B2E-2E18-43C5-A86D-401DD9FC8F0A}" type="presParOf" srcId="{63D1455A-B20D-4603-A613-3B016454351B}" destId="{BEED07D6-7A39-4B97-8523-9D5BD478E790}" srcOrd="0" destOrd="0" presId="urn:microsoft.com/office/officeart/2018/5/layout/IconLeafLabelList"/>
    <dgm:cxn modelId="{B6FB2C52-7CD7-473E-9057-B0DB963FD54E}" type="presParOf" srcId="{63D1455A-B20D-4603-A613-3B016454351B}" destId="{E0B788FD-8BE7-488A-BACF-5B3CD73F8142}" srcOrd="1" destOrd="0" presId="urn:microsoft.com/office/officeart/2018/5/layout/IconLeafLabelList"/>
    <dgm:cxn modelId="{F865DFC1-E133-46CB-9B0E-2EDA225E1DDF}" type="presParOf" srcId="{63D1455A-B20D-4603-A613-3B016454351B}" destId="{3340D25A-BEEB-42AB-A71B-C230F372DCC7}" srcOrd="2" destOrd="0" presId="urn:microsoft.com/office/officeart/2018/5/layout/IconLeafLabelList"/>
    <dgm:cxn modelId="{5378242D-A831-4785-853D-D63665F0DDC4}" type="presParOf" srcId="{63D1455A-B20D-4603-A613-3B016454351B}" destId="{56D29F33-F361-48FA-A610-C8EEE6A82AED}" srcOrd="3" destOrd="0" presId="urn:microsoft.com/office/officeart/2018/5/layout/IconLeaf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DD2BAC5E-31FD-4888-8FE9-2549D6EC71F4}"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59179B00-7488-49E7-A453-3D9D83A14FDD}">
      <dgm:prSet/>
      <dgm:spPr/>
      <dgm:t>
        <a:bodyPr/>
        <a:lstStyle/>
        <a:p>
          <a:r>
            <a:rPr lang="en-US"/>
            <a:t>Does anyone have any remedies that they would like to share as a whole class?</a:t>
          </a:r>
        </a:p>
      </dgm:t>
    </dgm:pt>
    <dgm:pt modelId="{5D1571B0-BB4F-4CB5-A111-B7FBB88EC43B}" type="parTrans" cxnId="{204C926F-4269-4983-9DEA-1DE64B7B68A8}">
      <dgm:prSet/>
      <dgm:spPr/>
      <dgm:t>
        <a:bodyPr/>
        <a:lstStyle/>
        <a:p>
          <a:endParaRPr lang="en-US"/>
        </a:p>
      </dgm:t>
    </dgm:pt>
    <dgm:pt modelId="{8232E4B3-711D-4453-895D-7D6F239B25A5}" type="sibTrans" cxnId="{204C926F-4269-4983-9DEA-1DE64B7B68A8}">
      <dgm:prSet/>
      <dgm:spPr/>
      <dgm:t>
        <a:bodyPr/>
        <a:lstStyle/>
        <a:p>
          <a:endParaRPr lang="en-US"/>
        </a:p>
      </dgm:t>
    </dgm:pt>
    <dgm:pt modelId="{1FCE103F-74E4-4037-B54C-B42966959696}">
      <dgm:prSet/>
      <dgm:spPr/>
      <dgm:t>
        <a:bodyPr/>
        <a:lstStyle/>
        <a:p>
          <a:r>
            <a:rPr lang="en-US"/>
            <a:t>Let's evaluate what makes it great and where you might apply it?</a:t>
          </a:r>
        </a:p>
      </dgm:t>
    </dgm:pt>
    <dgm:pt modelId="{31BC1E94-F52C-435E-BB84-B2F1F7241256}" type="parTrans" cxnId="{CA05A987-5F73-47BC-AD1C-BCCBFC8F8D92}">
      <dgm:prSet/>
      <dgm:spPr/>
      <dgm:t>
        <a:bodyPr/>
        <a:lstStyle/>
        <a:p>
          <a:endParaRPr lang="en-US"/>
        </a:p>
      </dgm:t>
    </dgm:pt>
    <dgm:pt modelId="{EC0D0E19-D82D-4613-B8F1-7CB235380A1A}" type="sibTrans" cxnId="{CA05A987-5F73-47BC-AD1C-BCCBFC8F8D92}">
      <dgm:prSet/>
      <dgm:spPr/>
      <dgm:t>
        <a:bodyPr/>
        <a:lstStyle/>
        <a:p>
          <a:endParaRPr lang="en-US"/>
        </a:p>
      </dgm:t>
    </dgm:pt>
    <dgm:pt modelId="{9709B68E-2CA7-4757-8365-B5EE05E75C5F}">
      <dgm:prSet/>
      <dgm:spPr/>
      <dgm:t>
        <a:bodyPr/>
        <a:lstStyle/>
        <a:p>
          <a:r>
            <a:rPr lang="en-US"/>
            <a:t>Why does this help encourage compliance?</a:t>
          </a:r>
        </a:p>
      </dgm:t>
    </dgm:pt>
    <dgm:pt modelId="{A08FDE78-6349-406E-BE22-17AC5FF479C5}" type="parTrans" cxnId="{256F113D-B9C7-4684-A678-1D54436F30C9}">
      <dgm:prSet/>
      <dgm:spPr/>
      <dgm:t>
        <a:bodyPr/>
        <a:lstStyle/>
        <a:p>
          <a:endParaRPr lang="en-US"/>
        </a:p>
      </dgm:t>
    </dgm:pt>
    <dgm:pt modelId="{FBAFE6AA-29B4-4194-A880-4D0FEA8C5264}" type="sibTrans" cxnId="{256F113D-B9C7-4684-A678-1D54436F30C9}">
      <dgm:prSet/>
      <dgm:spPr/>
      <dgm:t>
        <a:bodyPr/>
        <a:lstStyle/>
        <a:p>
          <a:endParaRPr lang="en-US"/>
        </a:p>
      </dgm:t>
    </dgm:pt>
    <dgm:pt modelId="{0CC90060-94B6-41E6-8A13-02D19A41ED6B}" type="pres">
      <dgm:prSet presAssocID="{DD2BAC5E-31FD-4888-8FE9-2549D6EC71F4}" presName="root" presStyleCnt="0">
        <dgm:presLayoutVars>
          <dgm:dir/>
          <dgm:resizeHandles val="exact"/>
        </dgm:presLayoutVars>
      </dgm:prSet>
      <dgm:spPr/>
    </dgm:pt>
    <dgm:pt modelId="{D80A97D2-D668-4234-A53D-03DE2F7BF6D6}" type="pres">
      <dgm:prSet presAssocID="{59179B00-7488-49E7-A453-3D9D83A14FDD}" presName="compNode" presStyleCnt="0"/>
      <dgm:spPr/>
    </dgm:pt>
    <dgm:pt modelId="{46E9305C-5124-412D-BBFE-FA1B7D68D95A}" type="pres">
      <dgm:prSet presAssocID="{59179B00-7488-49E7-A453-3D9D83A14FDD}" presName="bgRect" presStyleLbl="bgShp" presStyleIdx="0" presStyleCnt="3"/>
      <dgm:spPr/>
    </dgm:pt>
    <dgm:pt modelId="{79EBA992-69BC-4D77-A5F8-389A5B3BCA48}" type="pres">
      <dgm:prSet presAssocID="{59179B00-7488-49E7-A453-3D9D83A14FDD}"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Books"/>
        </a:ext>
      </dgm:extLst>
    </dgm:pt>
    <dgm:pt modelId="{D332367C-180C-40A7-BC44-D481358ACC53}" type="pres">
      <dgm:prSet presAssocID="{59179B00-7488-49E7-A453-3D9D83A14FDD}" presName="spaceRect" presStyleCnt="0"/>
      <dgm:spPr/>
    </dgm:pt>
    <dgm:pt modelId="{488C8EBC-3B3F-4ADA-90EB-DB30C2B82BAE}" type="pres">
      <dgm:prSet presAssocID="{59179B00-7488-49E7-A453-3D9D83A14FDD}" presName="parTx" presStyleLbl="revTx" presStyleIdx="0" presStyleCnt="3">
        <dgm:presLayoutVars>
          <dgm:chMax val="0"/>
          <dgm:chPref val="0"/>
        </dgm:presLayoutVars>
      </dgm:prSet>
      <dgm:spPr/>
    </dgm:pt>
    <dgm:pt modelId="{C5176C8B-C148-48A4-B9C0-F445BD5871A7}" type="pres">
      <dgm:prSet presAssocID="{8232E4B3-711D-4453-895D-7D6F239B25A5}" presName="sibTrans" presStyleCnt="0"/>
      <dgm:spPr/>
    </dgm:pt>
    <dgm:pt modelId="{AEBB9513-51E1-40AA-8501-00A668E5C997}" type="pres">
      <dgm:prSet presAssocID="{1FCE103F-74E4-4037-B54C-B42966959696}" presName="compNode" presStyleCnt="0"/>
      <dgm:spPr/>
    </dgm:pt>
    <dgm:pt modelId="{02B5E1B4-BC49-4FD7-B827-5F489CA9FABD}" type="pres">
      <dgm:prSet presAssocID="{1FCE103F-74E4-4037-B54C-B42966959696}" presName="bgRect" presStyleLbl="bgShp" presStyleIdx="1" presStyleCnt="3"/>
      <dgm:spPr/>
    </dgm:pt>
    <dgm:pt modelId="{417BD712-E08B-468B-901A-DF028A384134}" type="pres">
      <dgm:prSet presAssocID="{1FCE103F-74E4-4037-B54C-B42966959696}"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Drawing Compass"/>
        </a:ext>
      </dgm:extLst>
    </dgm:pt>
    <dgm:pt modelId="{0E09DEDC-166F-411A-AAFD-6CBCB8ADF4C5}" type="pres">
      <dgm:prSet presAssocID="{1FCE103F-74E4-4037-B54C-B42966959696}" presName="spaceRect" presStyleCnt="0"/>
      <dgm:spPr/>
    </dgm:pt>
    <dgm:pt modelId="{C3C85143-3E2C-45A0-9D7F-C995CFB5D462}" type="pres">
      <dgm:prSet presAssocID="{1FCE103F-74E4-4037-B54C-B42966959696}" presName="parTx" presStyleLbl="revTx" presStyleIdx="1" presStyleCnt="3">
        <dgm:presLayoutVars>
          <dgm:chMax val="0"/>
          <dgm:chPref val="0"/>
        </dgm:presLayoutVars>
      </dgm:prSet>
      <dgm:spPr/>
    </dgm:pt>
    <dgm:pt modelId="{2C5DF71A-9CEF-43C6-94B8-5E1165944CEF}" type="pres">
      <dgm:prSet presAssocID="{EC0D0E19-D82D-4613-B8F1-7CB235380A1A}" presName="sibTrans" presStyleCnt="0"/>
      <dgm:spPr/>
    </dgm:pt>
    <dgm:pt modelId="{3D19C1E2-C673-436E-A96F-999767921968}" type="pres">
      <dgm:prSet presAssocID="{9709B68E-2CA7-4757-8365-B5EE05E75C5F}" presName="compNode" presStyleCnt="0"/>
      <dgm:spPr/>
    </dgm:pt>
    <dgm:pt modelId="{B7EBF3F0-C5ED-42CE-82AA-FED93D4F6625}" type="pres">
      <dgm:prSet presAssocID="{9709B68E-2CA7-4757-8365-B5EE05E75C5F}" presName="bgRect" presStyleLbl="bgShp" presStyleIdx="2" presStyleCnt="3"/>
      <dgm:spPr/>
    </dgm:pt>
    <dgm:pt modelId="{1CEB2611-0EDE-4A08-8670-F7067314887C}" type="pres">
      <dgm:prSet presAssocID="{9709B68E-2CA7-4757-8365-B5EE05E75C5F}"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Help"/>
        </a:ext>
      </dgm:extLst>
    </dgm:pt>
    <dgm:pt modelId="{1BB9F46F-3062-4A64-AC1A-31E713FF4722}" type="pres">
      <dgm:prSet presAssocID="{9709B68E-2CA7-4757-8365-B5EE05E75C5F}" presName="spaceRect" presStyleCnt="0"/>
      <dgm:spPr/>
    </dgm:pt>
    <dgm:pt modelId="{73B8345F-9B3E-4F0F-815C-339B54FE9AD8}" type="pres">
      <dgm:prSet presAssocID="{9709B68E-2CA7-4757-8365-B5EE05E75C5F}" presName="parTx" presStyleLbl="revTx" presStyleIdx="2" presStyleCnt="3">
        <dgm:presLayoutVars>
          <dgm:chMax val="0"/>
          <dgm:chPref val="0"/>
        </dgm:presLayoutVars>
      </dgm:prSet>
      <dgm:spPr/>
    </dgm:pt>
  </dgm:ptLst>
  <dgm:cxnLst>
    <dgm:cxn modelId="{25676C14-5525-46BC-B8D7-6B6E74B8CACA}" type="presOf" srcId="{DD2BAC5E-31FD-4888-8FE9-2549D6EC71F4}" destId="{0CC90060-94B6-41E6-8A13-02D19A41ED6B}" srcOrd="0" destOrd="0" presId="urn:microsoft.com/office/officeart/2018/2/layout/IconVerticalSolidList"/>
    <dgm:cxn modelId="{256F113D-B9C7-4684-A678-1D54436F30C9}" srcId="{DD2BAC5E-31FD-4888-8FE9-2549D6EC71F4}" destId="{9709B68E-2CA7-4757-8365-B5EE05E75C5F}" srcOrd="2" destOrd="0" parTransId="{A08FDE78-6349-406E-BE22-17AC5FF479C5}" sibTransId="{FBAFE6AA-29B4-4194-A880-4D0FEA8C5264}"/>
    <dgm:cxn modelId="{F79A4E3F-83AC-4804-AAAE-7E2E23D3A65C}" type="presOf" srcId="{59179B00-7488-49E7-A453-3D9D83A14FDD}" destId="{488C8EBC-3B3F-4ADA-90EB-DB30C2B82BAE}" srcOrd="0" destOrd="0" presId="urn:microsoft.com/office/officeart/2018/2/layout/IconVerticalSolidList"/>
    <dgm:cxn modelId="{204C926F-4269-4983-9DEA-1DE64B7B68A8}" srcId="{DD2BAC5E-31FD-4888-8FE9-2549D6EC71F4}" destId="{59179B00-7488-49E7-A453-3D9D83A14FDD}" srcOrd="0" destOrd="0" parTransId="{5D1571B0-BB4F-4CB5-A111-B7FBB88EC43B}" sibTransId="{8232E4B3-711D-4453-895D-7D6F239B25A5}"/>
    <dgm:cxn modelId="{CA05A987-5F73-47BC-AD1C-BCCBFC8F8D92}" srcId="{DD2BAC5E-31FD-4888-8FE9-2549D6EC71F4}" destId="{1FCE103F-74E4-4037-B54C-B42966959696}" srcOrd="1" destOrd="0" parTransId="{31BC1E94-F52C-435E-BB84-B2F1F7241256}" sibTransId="{EC0D0E19-D82D-4613-B8F1-7CB235380A1A}"/>
    <dgm:cxn modelId="{5C10C2A4-2BA4-4B42-9EA8-FE11855A56C9}" type="presOf" srcId="{9709B68E-2CA7-4757-8365-B5EE05E75C5F}" destId="{73B8345F-9B3E-4F0F-815C-339B54FE9AD8}" srcOrd="0" destOrd="0" presId="urn:microsoft.com/office/officeart/2018/2/layout/IconVerticalSolidList"/>
    <dgm:cxn modelId="{A94E13DF-AE11-400C-948C-B5BC3081813F}" type="presOf" srcId="{1FCE103F-74E4-4037-B54C-B42966959696}" destId="{C3C85143-3E2C-45A0-9D7F-C995CFB5D462}" srcOrd="0" destOrd="0" presId="urn:microsoft.com/office/officeart/2018/2/layout/IconVerticalSolidList"/>
    <dgm:cxn modelId="{C3DB4AC2-A454-4F87-B89E-A16837FC5B69}" type="presParOf" srcId="{0CC90060-94B6-41E6-8A13-02D19A41ED6B}" destId="{D80A97D2-D668-4234-A53D-03DE2F7BF6D6}" srcOrd="0" destOrd="0" presId="urn:microsoft.com/office/officeart/2018/2/layout/IconVerticalSolidList"/>
    <dgm:cxn modelId="{6273BE21-3201-4EA7-AF59-F8575B7F6D3D}" type="presParOf" srcId="{D80A97D2-D668-4234-A53D-03DE2F7BF6D6}" destId="{46E9305C-5124-412D-BBFE-FA1B7D68D95A}" srcOrd="0" destOrd="0" presId="urn:microsoft.com/office/officeart/2018/2/layout/IconVerticalSolidList"/>
    <dgm:cxn modelId="{DCAF68C6-7941-42BC-9688-6DB4663A170B}" type="presParOf" srcId="{D80A97D2-D668-4234-A53D-03DE2F7BF6D6}" destId="{79EBA992-69BC-4D77-A5F8-389A5B3BCA48}" srcOrd="1" destOrd="0" presId="urn:microsoft.com/office/officeart/2018/2/layout/IconVerticalSolidList"/>
    <dgm:cxn modelId="{41F44F08-42A1-4FF1-A1FB-9DC71970C1CD}" type="presParOf" srcId="{D80A97D2-D668-4234-A53D-03DE2F7BF6D6}" destId="{D332367C-180C-40A7-BC44-D481358ACC53}" srcOrd="2" destOrd="0" presId="urn:microsoft.com/office/officeart/2018/2/layout/IconVerticalSolidList"/>
    <dgm:cxn modelId="{C8054C3F-83A9-43D0-A796-50882D1F674E}" type="presParOf" srcId="{D80A97D2-D668-4234-A53D-03DE2F7BF6D6}" destId="{488C8EBC-3B3F-4ADA-90EB-DB30C2B82BAE}" srcOrd="3" destOrd="0" presId="urn:microsoft.com/office/officeart/2018/2/layout/IconVerticalSolidList"/>
    <dgm:cxn modelId="{4C0C298F-6B1E-4ADF-BBB0-C67A004A51FE}" type="presParOf" srcId="{0CC90060-94B6-41E6-8A13-02D19A41ED6B}" destId="{C5176C8B-C148-48A4-B9C0-F445BD5871A7}" srcOrd="1" destOrd="0" presId="urn:microsoft.com/office/officeart/2018/2/layout/IconVerticalSolidList"/>
    <dgm:cxn modelId="{7C5B5570-535C-4E7D-90E4-09A76BFE4F48}" type="presParOf" srcId="{0CC90060-94B6-41E6-8A13-02D19A41ED6B}" destId="{AEBB9513-51E1-40AA-8501-00A668E5C997}" srcOrd="2" destOrd="0" presId="urn:microsoft.com/office/officeart/2018/2/layout/IconVerticalSolidList"/>
    <dgm:cxn modelId="{EE769DF4-2468-413B-AC81-B675C381A318}" type="presParOf" srcId="{AEBB9513-51E1-40AA-8501-00A668E5C997}" destId="{02B5E1B4-BC49-4FD7-B827-5F489CA9FABD}" srcOrd="0" destOrd="0" presId="urn:microsoft.com/office/officeart/2018/2/layout/IconVerticalSolidList"/>
    <dgm:cxn modelId="{A8BE60B8-61C9-4CDB-B6A1-B91EF6764E2D}" type="presParOf" srcId="{AEBB9513-51E1-40AA-8501-00A668E5C997}" destId="{417BD712-E08B-468B-901A-DF028A384134}" srcOrd="1" destOrd="0" presId="urn:microsoft.com/office/officeart/2018/2/layout/IconVerticalSolidList"/>
    <dgm:cxn modelId="{6AAE9604-71FC-43D8-A5D3-ADDE79B002E7}" type="presParOf" srcId="{AEBB9513-51E1-40AA-8501-00A668E5C997}" destId="{0E09DEDC-166F-411A-AAFD-6CBCB8ADF4C5}" srcOrd="2" destOrd="0" presId="urn:microsoft.com/office/officeart/2018/2/layout/IconVerticalSolidList"/>
    <dgm:cxn modelId="{1A919574-405F-4CC5-821D-DCDF1084DDE4}" type="presParOf" srcId="{AEBB9513-51E1-40AA-8501-00A668E5C997}" destId="{C3C85143-3E2C-45A0-9D7F-C995CFB5D462}" srcOrd="3" destOrd="0" presId="urn:microsoft.com/office/officeart/2018/2/layout/IconVerticalSolidList"/>
    <dgm:cxn modelId="{CF4AFD46-1B2C-4944-BE5F-82799530C235}" type="presParOf" srcId="{0CC90060-94B6-41E6-8A13-02D19A41ED6B}" destId="{2C5DF71A-9CEF-43C6-94B8-5E1165944CEF}" srcOrd="3" destOrd="0" presId="urn:microsoft.com/office/officeart/2018/2/layout/IconVerticalSolidList"/>
    <dgm:cxn modelId="{18EDD710-D569-4C65-BCB9-753EA82D6E27}" type="presParOf" srcId="{0CC90060-94B6-41E6-8A13-02D19A41ED6B}" destId="{3D19C1E2-C673-436E-A96F-999767921968}" srcOrd="4" destOrd="0" presId="urn:microsoft.com/office/officeart/2018/2/layout/IconVerticalSolidList"/>
    <dgm:cxn modelId="{F321BA26-195E-4184-8602-D9F00ECC798D}" type="presParOf" srcId="{3D19C1E2-C673-436E-A96F-999767921968}" destId="{B7EBF3F0-C5ED-42CE-82AA-FED93D4F6625}" srcOrd="0" destOrd="0" presId="urn:microsoft.com/office/officeart/2018/2/layout/IconVerticalSolidList"/>
    <dgm:cxn modelId="{F5587707-0032-416B-902B-E3CE883D605D}" type="presParOf" srcId="{3D19C1E2-C673-436E-A96F-999767921968}" destId="{1CEB2611-0EDE-4A08-8670-F7067314887C}" srcOrd="1" destOrd="0" presId="urn:microsoft.com/office/officeart/2018/2/layout/IconVerticalSolidList"/>
    <dgm:cxn modelId="{DAD07F68-265F-4D5A-8AD7-76B5DCA96057}" type="presParOf" srcId="{3D19C1E2-C673-436E-A96F-999767921968}" destId="{1BB9F46F-3062-4A64-AC1A-31E713FF4722}" srcOrd="2" destOrd="0" presId="urn:microsoft.com/office/officeart/2018/2/layout/IconVerticalSolidList"/>
    <dgm:cxn modelId="{5BDD303C-3BAD-4EFD-AF06-E61D792F9483}" type="presParOf" srcId="{3D19C1E2-C673-436E-A96F-999767921968}" destId="{73B8345F-9B3E-4F0F-815C-339B54FE9AD8}"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4A342857-6719-4679-9861-ACFF7B75B2C4}" type="doc">
      <dgm:prSet loTypeId="urn:microsoft.com/office/officeart/2016/7/layout/LinearBlockProcessNumbered" loCatId="process" qsTypeId="urn:microsoft.com/office/officeart/2005/8/quickstyle/simple1" qsCatId="simple" csTypeId="urn:microsoft.com/office/officeart/2005/8/colors/colorful1" csCatId="colorful"/>
      <dgm:spPr/>
      <dgm:t>
        <a:bodyPr/>
        <a:lstStyle/>
        <a:p>
          <a:endParaRPr lang="en-US"/>
        </a:p>
      </dgm:t>
    </dgm:pt>
    <dgm:pt modelId="{655517AA-95DF-4E01-AF8D-B92B68333542}">
      <dgm:prSet/>
      <dgm:spPr/>
      <dgm:t>
        <a:bodyPr/>
        <a:lstStyle/>
        <a:p>
          <a:r>
            <a:rPr lang="en-US"/>
            <a:t>We've upgraded our remedy requests, but is management required to uphold what remedies we ask for?</a:t>
          </a:r>
        </a:p>
      </dgm:t>
    </dgm:pt>
    <dgm:pt modelId="{CB3F703B-EE59-459C-81C5-655B4705EA53}" type="parTrans" cxnId="{5A637BBB-FFDE-4A7B-B5BA-0F149CD656DF}">
      <dgm:prSet/>
      <dgm:spPr/>
      <dgm:t>
        <a:bodyPr/>
        <a:lstStyle/>
        <a:p>
          <a:endParaRPr lang="en-US"/>
        </a:p>
      </dgm:t>
    </dgm:pt>
    <dgm:pt modelId="{32475186-4158-4F91-B575-DDAE06845108}" type="sibTrans" cxnId="{5A637BBB-FFDE-4A7B-B5BA-0F149CD656DF}">
      <dgm:prSet phldrT="01" phldr="0"/>
      <dgm:spPr/>
      <dgm:t>
        <a:bodyPr/>
        <a:lstStyle/>
        <a:p>
          <a:r>
            <a:rPr lang="en-US"/>
            <a:t>01</a:t>
          </a:r>
        </a:p>
      </dgm:t>
    </dgm:pt>
    <dgm:pt modelId="{7A297D58-583E-4BCD-9A76-22D24E2CDCB5}">
      <dgm:prSet/>
      <dgm:spPr/>
      <dgm:t>
        <a:bodyPr/>
        <a:lstStyle/>
        <a:p>
          <a:r>
            <a:rPr lang="en-US"/>
            <a:t>If management agrees to the issue but doesn't want to uphold all of the requested remedies, what should you do?</a:t>
          </a:r>
        </a:p>
      </dgm:t>
    </dgm:pt>
    <dgm:pt modelId="{BDBAFDB8-89B1-4C8D-A7A8-D7F79B411022}" type="parTrans" cxnId="{0D8F4AFB-E292-42B4-853D-F1570694469A}">
      <dgm:prSet/>
      <dgm:spPr/>
      <dgm:t>
        <a:bodyPr/>
        <a:lstStyle/>
        <a:p>
          <a:endParaRPr lang="en-US"/>
        </a:p>
      </dgm:t>
    </dgm:pt>
    <dgm:pt modelId="{DB9EAB2C-63CC-4738-9B35-B078E276A3C4}" type="sibTrans" cxnId="{0D8F4AFB-E292-42B4-853D-F1570694469A}">
      <dgm:prSet phldrT="02" phldr="0"/>
      <dgm:spPr/>
      <dgm:t>
        <a:bodyPr/>
        <a:lstStyle/>
        <a:p>
          <a:r>
            <a:rPr lang="en-US"/>
            <a:t>02</a:t>
          </a:r>
        </a:p>
      </dgm:t>
    </dgm:pt>
    <dgm:pt modelId="{58F445DC-4980-42DA-9DB4-AB7318BC5E8A}">
      <dgm:prSet/>
      <dgm:spPr/>
      <dgm:t>
        <a:bodyPr/>
        <a:lstStyle/>
        <a:p>
          <a:r>
            <a:rPr lang="en-US"/>
            <a:t>Is it worth pushing to the next step if they do not give all listed remedies, or should we accept what they propose?</a:t>
          </a:r>
        </a:p>
      </dgm:t>
    </dgm:pt>
    <dgm:pt modelId="{DA2208C3-2B60-4C50-A112-C4E2F50601B4}" type="parTrans" cxnId="{E58FFA99-3138-40D1-A5F8-4FB63B539291}">
      <dgm:prSet/>
      <dgm:spPr/>
      <dgm:t>
        <a:bodyPr/>
        <a:lstStyle/>
        <a:p>
          <a:endParaRPr lang="en-US"/>
        </a:p>
      </dgm:t>
    </dgm:pt>
    <dgm:pt modelId="{EA52B69C-A220-4992-8674-177C4B7681BB}" type="sibTrans" cxnId="{E58FFA99-3138-40D1-A5F8-4FB63B539291}">
      <dgm:prSet phldrT="03" phldr="0"/>
      <dgm:spPr/>
      <dgm:t>
        <a:bodyPr/>
        <a:lstStyle/>
        <a:p>
          <a:r>
            <a:rPr lang="en-US"/>
            <a:t>03</a:t>
          </a:r>
        </a:p>
      </dgm:t>
    </dgm:pt>
    <dgm:pt modelId="{C36EC689-B68F-4A90-A05F-95A07FB37042}" type="pres">
      <dgm:prSet presAssocID="{4A342857-6719-4679-9861-ACFF7B75B2C4}" presName="Name0" presStyleCnt="0">
        <dgm:presLayoutVars>
          <dgm:animLvl val="lvl"/>
          <dgm:resizeHandles val="exact"/>
        </dgm:presLayoutVars>
      </dgm:prSet>
      <dgm:spPr/>
    </dgm:pt>
    <dgm:pt modelId="{520DB3AB-1388-4F4B-94A6-76E6DDD73D4C}" type="pres">
      <dgm:prSet presAssocID="{655517AA-95DF-4E01-AF8D-B92B68333542}" presName="compositeNode" presStyleCnt="0">
        <dgm:presLayoutVars>
          <dgm:bulletEnabled val="1"/>
        </dgm:presLayoutVars>
      </dgm:prSet>
      <dgm:spPr/>
    </dgm:pt>
    <dgm:pt modelId="{C8AFAD31-BA5A-4902-B413-D893F506C3A3}" type="pres">
      <dgm:prSet presAssocID="{655517AA-95DF-4E01-AF8D-B92B68333542}" presName="bgRect" presStyleLbl="alignNode1" presStyleIdx="0" presStyleCnt="3"/>
      <dgm:spPr/>
    </dgm:pt>
    <dgm:pt modelId="{7852F6A0-C547-4215-BDEB-A6AF5AF5B3BA}" type="pres">
      <dgm:prSet presAssocID="{32475186-4158-4F91-B575-DDAE06845108}" presName="sibTransNodeRect" presStyleLbl="alignNode1" presStyleIdx="0" presStyleCnt="3">
        <dgm:presLayoutVars>
          <dgm:chMax val="0"/>
          <dgm:bulletEnabled val="1"/>
        </dgm:presLayoutVars>
      </dgm:prSet>
      <dgm:spPr/>
    </dgm:pt>
    <dgm:pt modelId="{82B3E14D-C813-499E-98B9-4D59F121790A}" type="pres">
      <dgm:prSet presAssocID="{655517AA-95DF-4E01-AF8D-B92B68333542}" presName="nodeRect" presStyleLbl="alignNode1" presStyleIdx="0" presStyleCnt="3">
        <dgm:presLayoutVars>
          <dgm:bulletEnabled val="1"/>
        </dgm:presLayoutVars>
      </dgm:prSet>
      <dgm:spPr/>
    </dgm:pt>
    <dgm:pt modelId="{B9E51243-0A1E-4B24-81F3-840DA672B351}" type="pres">
      <dgm:prSet presAssocID="{32475186-4158-4F91-B575-DDAE06845108}" presName="sibTrans" presStyleCnt="0"/>
      <dgm:spPr/>
    </dgm:pt>
    <dgm:pt modelId="{CD30AA9A-574E-4B9E-84CB-7632ADD459BB}" type="pres">
      <dgm:prSet presAssocID="{7A297D58-583E-4BCD-9A76-22D24E2CDCB5}" presName="compositeNode" presStyleCnt="0">
        <dgm:presLayoutVars>
          <dgm:bulletEnabled val="1"/>
        </dgm:presLayoutVars>
      </dgm:prSet>
      <dgm:spPr/>
    </dgm:pt>
    <dgm:pt modelId="{CD0638A2-EB49-4688-AC0A-92F4AD013F72}" type="pres">
      <dgm:prSet presAssocID="{7A297D58-583E-4BCD-9A76-22D24E2CDCB5}" presName="bgRect" presStyleLbl="alignNode1" presStyleIdx="1" presStyleCnt="3"/>
      <dgm:spPr/>
    </dgm:pt>
    <dgm:pt modelId="{0A9BEF50-A1A9-48E7-A475-14BBF693085E}" type="pres">
      <dgm:prSet presAssocID="{DB9EAB2C-63CC-4738-9B35-B078E276A3C4}" presName="sibTransNodeRect" presStyleLbl="alignNode1" presStyleIdx="1" presStyleCnt="3">
        <dgm:presLayoutVars>
          <dgm:chMax val="0"/>
          <dgm:bulletEnabled val="1"/>
        </dgm:presLayoutVars>
      </dgm:prSet>
      <dgm:spPr/>
    </dgm:pt>
    <dgm:pt modelId="{7C33641F-7B09-4A2D-87AE-479071EE1E83}" type="pres">
      <dgm:prSet presAssocID="{7A297D58-583E-4BCD-9A76-22D24E2CDCB5}" presName="nodeRect" presStyleLbl="alignNode1" presStyleIdx="1" presStyleCnt="3">
        <dgm:presLayoutVars>
          <dgm:bulletEnabled val="1"/>
        </dgm:presLayoutVars>
      </dgm:prSet>
      <dgm:spPr/>
    </dgm:pt>
    <dgm:pt modelId="{15BC5765-8944-475D-A3BC-2BA0A212CA95}" type="pres">
      <dgm:prSet presAssocID="{DB9EAB2C-63CC-4738-9B35-B078E276A3C4}" presName="sibTrans" presStyleCnt="0"/>
      <dgm:spPr/>
    </dgm:pt>
    <dgm:pt modelId="{902F896C-5213-4C8A-BBAD-8358AC4C87C0}" type="pres">
      <dgm:prSet presAssocID="{58F445DC-4980-42DA-9DB4-AB7318BC5E8A}" presName="compositeNode" presStyleCnt="0">
        <dgm:presLayoutVars>
          <dgm:bulletEnabled val="1"/>
        </dgm:presLayoutVars>
      </dgm:prSet>
      <dgm:spPr/>
    </dgm:pt>
    <dgm:pt modelId="{CF4A4D6A-A497-4E38-9870-EF82BD30F3C9}" type="pres">
      <dgm:prSet presAssocID="{58F445DC-4980-42DA-9DB4-AB7318BC5E8A}" presName="bgRect" presStyleLbl="alignNode1" presStyleIdx="2" presStyleCnt="3"/>
      <dgm:spPr/>
    </dgm:pt>
    <dgm:pt modelId="{1C24E306-2207-44BC-8BDA-049CF6FA5DD8}" type="pres">
      <dgm:prSet presAssocID="{EA52B69C-A220-4992-8674-177C4B7681BB}" presName="sibTransNodeRect" presStyleLbl="alignNode1" presStyleIdx="2" presStyleCnt="3">
        <dgm:presLayoutVars>
          <dgm:chMax val="0"/>
          <dgm:bulletEnabled val="1"/>
        </dgm:presLayoutVars>
      </dgm:prSet>
      <dgm:spPr/>
    </dgm:pt>
    <dgm:pt modelId="{10351179-4FF9-4214-B06C-221848BEC1E5}" type="pres">
      <dgm:prSet presAssocID="{58F445DC-4980-42DA-9DB4-AB7318BC5E8A}" presName="nodeRect" presStyleLbl="alignNode1" presStyleIdx="2" presStyleCnt="3">
        <dgm:presLayoutVars>
          <dgm:bulletEnabled val="1"/>
        </dgm:presLayoutVars>
      </dgm:prSet>
      <dgm:spPr/>
    </dgm:pt>
  </dgm:ptLst>
  <dgm:cxnLst>
    <dgm:cxn modelId="{A21C350F-B81B-49F2-8015-11F5D0775027}" type="presOf" srcId="{32475186-4158-4F91-B575-DDAE06845108}" destId="{7852F6A0-C547-4215-BDEB-A6AF5AF5B3BA}" srcOrd="0" destOrd="0" presId="urn:microsoft.com/office/officeart/2016/7/layout/LinearBlockProcessNumbered"/>
    <dgm:cxn modelId="{21001719-C384-4CA7-AA68-4AEBF0C2F24C}" type="presOf" srcId="{655517AA-95DF-4E01-AF8D-B92B68333542}" destId="{82B3E14D-C813-499E-98B9-4D59F121790A}" srcOrd="1" destOrd="0" presId="urn:microsoft.com/office/officeart/2016/7/layout/LinearBlockProcessNumbered"/>
    <dgm:cxn modelId="{4781F01D-CC1A-45D1-91F7-7DAD8EA69CE6}" type="presOf" srcId="{EA52B69C-A220-4992-8674-177C4B7681BB}" destId="{1C24E306-2207-44BC-8BDA-049CF6FA5DD8}" srcOrd="0" destOrd="0" presId="urn:microsoft.com/office/officeart/2016/7/layout/LinearBlockProcessNumbered"/>
    <dgm:cxn modelId="{00C1A02F-072C-4707-869D-0D78C73EA977}" type="presOf" srcId="{DB9EAB2C-63CC-4738-9B35-B078E276A3C4}" destId="{0A9BEF50-A1A9-48E7-A475-14BBF693085E}" srcOrd="0" destOrd="0" presId="urn:microsoft.com/office/officeart/2016/7/layout/LinearBlockProcessNumbered"/>
    <dgm:cxn modelId="{81170844-0E67-47B0-B9F3-10FF413F92D4}" type="presOf" srcId="{4A342857-6719-4679-9861-ACFF7B75B2C4}" destId="{C36EC689-B68F-4A90-A05F-95A07FB37042}" srcOrd="0" destOrd="0" presId="urn:microsoft.com/office/officeart/2016/7/layout/LinearBlockProcessNumbered"/>
    <dgm:cxn modelId="{F64D6676-68C8-4A15-865D-295B07D3122E}" type="presOf" srcId="{655517AA-95DF-4E01-AF8D-B92B68333542}" destId="{C8AFAD31-BA5A-4902-B413-D893F506C3A3}" srcOrd="0" destOrd="0" presId="urn:microsoft.com/office/officeart/2016/7/layout/LinearBlockProcessNumbered"/>
    <dgm:cxn modelId="{E58FFA99-3138-40D1-A5F8-4FB63B539291}" srcId="{4A342857-6719-4679-9861-ACFF7B75B2C4}" destId="{58F445DC-4980-42DA-9DB4-AB7318BC5E8A}" srcOrd="2" destOrd="0" parTransId="{DA2208C3-2B60-4C50-A112-C4E2F50601B4}" sibTransId="{EA52B69C-A220-4992-8674-177C4B7681BB}"/>
    <dgm:cxn modelId="{22809EA8-D77B-4E2D-8D97-3FAB8E9DAFE6}" type="presOf" srcId="{7A297D58-583E-4BCD-9A76-22D24E2CDCB5}" destId="{CD0638A2-EB49-4688-AC0A-92F4AD013F72}" srcOrd="0" destOrd="0" presId="urn:microsoft.com/office/officeart/2016/7/layout/LinearBlockProcessNumbered"/>
    <dgm:cxn modelId="{5A637BBB-FFDE-4A7B-B5BA-0F149CD656DF}" srcId="{4A342857-6719-4679-9861-ACFF7B75B2C4}" destId="{655517AA-95DF-4E01-AF8D-B92B68333542}" srcOrd="0" destOrd="0" parTransId="{CB3F703B-EE59-459C-81C5-655B4705EA53}" sibTransId="{32475186-4158-4F91-B575-DDAE06845108}"/>
    <dgm:cxn modelId="{FC7868BD-47E2-4B6A-9808-A7826C6E3C39}" type="presOf" srcId="{58F445DC-4980-42DA-9DB4-AB7318BC5E8A}" destId="{10351179-4FF9-4214-B06C-221848BEC1E5}" srcOrd="1" destOrd="0" presId="urn:microsoft.com/office/officeart/2016/7/layout/LinearBlockProcessNumbered"/>
    <dgm:cxn modelId="{46D787EA-89EF-4825-9A07-0EBF10A3EA86}" type="presOf" srcId="{58F445DC-4980-42DA-9DB4-AB7318BC5E8A}" destId="{CF4A4D6A-A497-4E38-9870-EF82BD30F3C9}" srcOrd="0" destOrd="0" presId="urn:microsoft.com/office/officeart/2016/7/layout/LinearBlockProcessNumbered"/>
    <dgm:cxn modelId="{15963BFB-B057-42D9-8C13-7EB60FDE3907}" type="presOf" srcId="{7A297D58-583E-4BCD-9A76-22D24E2CDCB5}" destId="{7C33641F-7B09-4A2D-87AE-479071EE1E83}" srcOrd="1" destOrd="0" presId="urn:microsoft.com/office/officeart/2016/7/layout/LinearBlockProcessNumbered"/>
    <dgm:cxn modelId="{0D8F4AFB-E292-42B4-853D-F1570694469A}" srcId="{4A342857-6719-4679-9861-ACFF7B75B2C4}" destId="{7A297D58-583E-4BCD-9A76-22D24E2CDCB5}" srcOrd="1" destOrd="0" parTransId="{BDBAFDB8-89B1-4C8D-A7A8-D7F79B411022}" sibTransId="{DB9EAB2C-63CC-4738-9B35-B078E276A3C4}"/>
    <dgm:cxn modelId="{1FA09961-CE51-4778-922A-55A638BA0701}" type="presParOf" srcId="{C36EC689-B68F-4A90-A05F-95A07FB37042}" destId="{520DB3AB-1388-4F4B-94A6-76E6DDD73D4C}" srcOrd="0" destOrd="0" presId="urn:microsoft.com/office/officeart/2016/7/layout/LinearBlockProcessNumbered"/>
    <dgm:cxn modelId="{976E8489-642F-41D2-8E0C-F29E8B510735}" type="presParOf" srcId="{520DB3AB-1388-4F4B-94A6-76E6DDD73D4C}" destId="{C8AFAD31-BA5A-4902-B413-D893F506C3A3}" srcOrd="0" destOrd="0" presId="urn:microsoft.com/office/officeart/2016/7/layout/LinearBlockProcessNumbered"/>
    <dgm:cxn modelId="{C6CEF9AC-B148-4D7E-AD29-61576E1C1A56}" type="presParOf" srcId="{520DB3AB-1388-4F4B-94A6-76E6DDD73D4C}" destId="{7852F6A0-C547-4215-BDEB-A6AF5AF5B3BA}" srcOrd="1" destOrd="0" presId="urn:microsoft.com/office/officeart/2016/7/layout/LinearBlockProcessNumbered"/>
    <dgm:cxn modelId="{A15442B2-7A46-4FCF-AFEB-77FEC4476047}" type="presParOf" srcId="{520DB3AB-1388-4F4B-94A6-76E6DDD73D4C}" destId="{82B3E14D-C813-499E-98B9-4D59F121790A}" srcOrd="2" destOrd="0" presId="urn:microsoft.com/office/officeart/2016/7/layout/LinearBlockProcessNumbered"/>
    <dgm:cxn modelId="{503F6595-FBD9-4313-B4AF-1FCD95CAE60F}" type="presParOf" srcId="{C36EC689-B68F-4A90-A05F-95A07FB37042}" destId="{B9E51243-0A1E-4B24-81F3-840DA672B351}" srcOrd="1" destOrd="0" presId="urn:microsoft.com/office/officeart/2016/7/layout/LinearBlockProcessNumbered"/>
    <dgm:cxn modelId="{5F503E31-3551-4FB1-B5BE-F23E52B55CA5}" type="presParOf" srcId="{C36EC689-B68F-4A90-A05F-95A07FB37042}" destId="{CD30AA9A-574E-4B9E-84CB-7632ADD459BB}" srcOrd="2" destOrd="0" presId="urn:microsoft.com/office/officeart/2016/7/layout/LinearBlockProcessNumbered"/>
    <dgm:cxn modelId="{A13579C8-05CA-450B-BE82-63B64AE837D7}" type="presParOf" srcId="{CD30AA9A-574E-4B9E-84CB-7632ADD459BB}" destId="{CD0638A2-EB49-4688-AC0A-92F4AD013F72}" srcOrd="0" destOrd="0" presId="urn:microsoft.com/office/officeart/2016/7/layout/LinearBlockProcessNumbered"/>
    <dgm:cxn modelId="{F46B6E05-5D15-4A39-96F0-82E178A0F02A}" type="presParOf" srcId="{CD30AA9A-574E-4B9E-84CB-7632ADD459BB}" destId="{0A9BEF50-A1A9-48E7-A475-14BBF693085E}" srcOrd="1" destOrd="0" presId="urn:microsoft.com/office/officeart/2016/7/layout/LinearBlockProcessNumbered"/>
    <dgm:cxn modelId="{F873B17E-2506-4EB3-9440-F4B9FB5F72B3}" type="presParOf" srcId="{CD30AA9A-574E-4B9E-84CB-7632ADD459BB}" destId="{7C33641F-7B09-4A2D-87AE-479071EE1E83}" srcOrd="2" destOrd="0" presId="urn:microsoft.com/office/officeart/2016/7/layout/LinearBlockProcessNumbered"/>
    <dgm:cxn modelId="{84A6FFED-6060-4EBC-8425-AD9999E5C962}" type="presParOf" srcId="{C36EC689-B68F-4A90-A05F-95A07FB37042}" destId="{15BC5765-8944-475D-A3BC-2BA0A212CA95}" srcOrd="3" destOrd="0" presId="urn:microsoft.com/office/officeart/2016/7/layout/LinearBlockProcessNumbered"/>
    <dgm:cxn modelId="{86528004-C9E7-45B8-8DA1-6A52FB173338}" type="presParOf" srcId="{C36EC689-B68F-4A90-A05F-95A07FB37042}" destId="{902F896C-5213-4C8A-BBAD-8358AC4C87C0}" srcOrd="4" destOrd="0" presId="urn:microsoft.com/office/officeart/2016/7/layout/LinearBlockProcessNumbered"/>
    <dgm:cxn modelId="{69BE4A04-AEBD-4698-85EF-CD896DDE861B}" type="presParOf" srcId="{902F896C-5213-4C8A-BBAD-8358AC4C87C0}" destId="{CF4A4D6A-A497-4E38-9870-EF82BD30F3C9}" srcOrd="0" destOrd="0" presId="urn:microsoft.com/office/officeart/2016/7/layout/LinearBlockProcessNumbered"/>
    <dgm:cxn modelId="{E13C08C6-6CDE-49EF-AD5B-3DA2777F4BC1}" type="presParOf" srcId="{902F896C-5213-4C8A-BBAD-8358AC4C87C0}" destId="{1C24E306-2207-44BC-8BDA-049CF6FA5DD8}" srcOrd="1" destOrd="0" presId="urn:microsoft.com/office/officeart/2016/7/layout/LinearBlockProcessNumbered"/>
    <dgm:cxn modelId="{EAB5F17A-7631-40D3-8933-268A444463FB}" type="presParOf" srcId="{902F896C-5213-4C8A-BBAD-8358AC4C87C0}" destId="{10351179-4FF9-4214-B06C-221848BEC1E5}" srcOrd="2" destOrd="0" presId="urn:microsoft.com/office/officeart/2016/7/layout/LinearBlockProcessNumbered"/>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FFF33F2-A3C9-4BA4-B840-6F39B111EFDC}">
      <dsp:nvSpPr>
        <dsp:cNvPr id="0" name=""/>
        <dsp:cNvSpPr/>
      </dsp:nvSpPr>
      <dsp:spPr>
        <a:xfrm>
          <a:off x="0" y="851420"/>
          <a:ext cx="7488936" cy="157185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CA7CB56-510A-452E-9E13-0326088F5CE7}">
      <dsp:nvSpPr>
        <dsp:cNvPr id="0" name=""/>
        <dsp:cNvSpPr/>
      </dsp:nvSpPr>
      <dsp:spPr>
        <a:xfrm>
          <a:off x="475485" y="1205087"/>
          <a:ext cx="864519" cy="86451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4DA7D75-9C9A-4E97-AF3E-052C2753DDB3}">
      <dsp:nvSpPr>
        <dsp:cNvPr id="0" name=""/>
        <dsp:cNvSpPr/>
      </dsp:nvSpPr>
      <dsp:spPr>
        <a:xfrm>
          <a:off x="1815490" y="851420"/>
          <a:ext cx="5673445" cy="15718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6355" tIns="166355" rIns="166355" bIns="166355" numCol="1" spcCol="1270" anchor="ctr" anchorCtr="0">
          <a:noAutofit/>
        </a:bodyPr>
        <a:lstStyle/>
        <a:p>
          <a:pPr marL="0" lvl="0" indent="0" algn="l" defTabSz="1111250">
            <a:lnSpc>
              <a:spcPct val="90000"/>
            </a:lnSpc>
            <a:spcBef>
              <a:spcPct val="0"/>
            </a:spcBef>
            <a:spcAft>
              <a:spcPct val="35000"/>
            </a:spcAft>
            <a:buNone/>
          </a:pPr>
          <a:r>
            <a:rPr lang="en-US" sz="2500" b="1" kern="1200"/>
            <a:t>Why include it:</a:t>
          </a:r>
          <a:r>
            <a:rPr lang="en-US" sz="2500" kern="1200"/>
            <a:t> Forces the supervisor to confront their error and reduces repeat violations.</a:t>
          </a:r>
        </a:p>
      </dsp:txBody>
      <dsp:txXfrm>
        <a:off x="1815490" y="851420"/>
        <a:ext cx="5673445" cy="1571853"/>
      </dsp:txXfrm>
    </dsp:sp>
    <dsp:sp modelId="{AD521D31-2FD2-4372-82FF-1A13B7116E5C}">
      <dsp:nvSpPr>
        <dsp:cNvPr id="0" name=""/>
        <dsp:cNvSpPr/>
      </dsp:nvSpPr>
      <dsp:spPr>
        <a:xfrm>
          <a:off x="0" y="2816237"/>
          <a:ext cx="7488936" cy="157185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880AAEC-302F-4B7C-BB05-EEE868580C13}">
      <dsp:nvSpPr>
        <dsp:cNvPr id="0" name=""/>
        <dsp:cNvSpPr/>
      </dsp:nvSpPr>
      <dsp:spPr>
        <a:xfrm>
          <a:off x="475485" y="3169904"/>
          <a:ext cx="864519" cy="86451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D62B6A8-07C2-465B-8940-E5E53A8447AD}">
      <dsp:nvSpPr>
        <dsp:cNvPr id="0" name=""/>
        <dsp:cNvSpPr/>
      </dsp:nvSpPr>
      <dsp:spPr>
        <a:xfrm>
          <a:off x="1815490" y="2816237"/>
          <a:ext cx="5673445" cy="15718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6355" tIns="166355" rIns="166355" bIns="166355" numCol="1" spcCol="1270" anchor="ctr" anchorCtr="0">
          <a:noAutofit/>
        </a:bodyPr>
        <a:lstStyle/>
        <a:p>
          <a:pPr marL="0" lvl="0" indent="0" algn="l" defTabSz="1111250">
            <a:lnSpc>
              <a:spcPct val="90000"/>
            </a:lnSpc>
            <a:spcBef>
              <a:spcPct val="0"/>
            </a:spcBef>
            <a:spcAft>
              <a:spcPct val="35000"/>
            </a:spcAft>
            <a:buNone/>
          </a:pPr>
          <a:r>
            <a:rPr lang="en-US" sz="2500" b="1" kern="1200"/>
            <a:t>Best used in:</a:t>
          </a:r>
          <a:r>
            <a:rPr lang="en-US" sz="2500" kern="1200"/>
            <a:t> AWOL misuse, leave abuse, timekeeping errors, telework denials, retaliation.</a:t>
          </a:r>
        </a:p>
      </dsp:txBody>
      <dsp:txXfrm>
        <a:off x="1815490" y="2816237"/>
        <a:ext cx="5673445" cy="157185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E8A7FC2-8044-48E0-8093-03D88BE704A1}">
      <dsp:nvSpPr>
        <dsp:cNvPr id="0" name=""/>
        <dsp:cNvSpPr/>
      </dsp:nvSpPr>
      <dsp:spPr>
        <a:xfrm>
          <a:off x="0" y="0"/>
          <a:ext cx="6620255" cy="0"/>
        </a:xfrm>
        <a:prstGeom prst="line">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84C3F95-B274-4F92-9F20-67AA9F40991A}">
      <dsp:nvSpPr>
        <dsp:cNvPr id="0" name=""/>
        <dsp:cNvSpPr/>
      </dsp:nvSpPr>
      <dsp:spPr>
        <a:xfrm>
          <a:off x="0" y="0"/>
          <a:ext cx="6620255" cy="26883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8590" tIns="148590" rIns="148590" bIns="148590" numCol="1" spcCol="1270" anchor="t" anchorCtr="0">
          <a:noAutofit/>
        </a:bodyPr>
        <a:lstStyle/>
        <a:p>
          <a:pPr marL="0" lvl="0" indent="0" algn="l" defTabSz="1733550">
            <a:lnSpc>
              <a:spcPct val="90000"/>
            </a:lnSpc>
            <a:spcBef>
              <a:spcPct val="0"/>
            </a:spcBef>
            <a:spcAft>
              <a:spcPct val="35000"/>
            </a:spcAft>
            <a:buNone/>
          </a:pPr>
          <a:r>
            <a:rPr lang="en-US" sz="3900" b="1" kern="1200"/>
            <a:t>Why include it:</a:t>
          </a:r>
          <a:r>
            <a:rPr lang="en-US" sz="3900" kern="1200"/>
            <a:t> Corrects misunderstanding and publicly reinforces employee rights.</a:t>
          </a:r>
        </a:p>
      </dsp:txBody>
      <dsp:txXfrm>
        <a:off x="0" y="0"/>
        <a:ext cx="6620255" cy="2688336"/>
      </dsp:txXfrm>
    </dsp:sp>
    <dsp:sp modelId="{10E5BF3B-7060-4F67-ACE9-E9B285425F04}">
      <dsp:nvSpPr>
        <dsp:cNvPr id="0" name=""/>
        <dsp:cNvSpPr/>
      </dsp:nvSpPr>
      <dsp:spPr>
        <a:xfrm>
          <a:off x="0" y="2688336"/>
          <a:ext cx="6620255" cy="0"/>
        </a:xfrm>
        <a:prstGeom prst="line">
          <a:avLst/>
        </a:prstGeom>
        <a:solidFill>
          <a:schemeClr val="accent2">
            <a:hueOff val="-10369007"/>
            <a:satOff val="-20408"/>
            <a:lumOff val="12745"/>
            <a:alphaOff val="0"/>
          </a:schemeClr>
        </a:solidFill>
        <a:ln w="19050" cap="flat" cmpd="sng" algn="ctr">
          <a:solidFill>
            <a:schemeClr val="accent2">
              <a:hueOff val="-10369007"/>
              <a:satOff val="-20408"/>
              <a:lumOff val="12745"/>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033E83A-38AC-44EA-91DB-0E20349B8ED0}">
      <dsp:nvSpPr>
        <dsp:cNvPr id="0" name=""/>
        <dsp:cNvSpPr/>
      </dsp:nvSpPr>
      <dsp:spPr>
        <a:xfrm>
          <a:off x="0" y="2688336"/>
          <a:ext cx="6620255" cy="26883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8590" tIns="148590" rIns="148590" bIns="148590" numCol="1" spcCol="1270" anchor="t" anchorCtr="0">
          <a:noAutofit/>
        </a:bodyPr>
        <a:lstStyle/>
        <a:p>
          <a:pPr marL="0" lvl="0" indent="0" algn="l" defTabSz="1733550">
            <a:lnSpc>
              <a:spcPct val="90000"/>
            </a:lnSpc>
            <a:spcBef>
              <a:spcPct val="0"/>
            </a:spcBef>
            <a:spcAft>
              <a:spcPct val="35000"/>
            </a:spcAft>
            <a:buNone/>
          </a:pPr>
          <a:r>
            <a:rPr lang="en-US" sz="3900" b="1" kern="1200"/>
            <a:t>Best used in:</a:t>
          </a:r>
          <a:r>
            <a:rPr lang="en-US" sz="3900" kern="1200"/>
            <a:t> AWOL cases, break/restroom disputes, telework misunderstandings, performance policies.</a:t>
          </a:r>
        </a:p>
      </dsp:txBody>
      <dsp:txXfrm>
        <a:off x="0" y="2688336"/>
        <a:ext cx="6620255" cy="268833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A921611-FB59-4526-AF8E-740454BEF989}">
      <dsp:nvSpPr>
        <dsp:cNvPr id="0" name=""/>
        <dsp:cNvSpPr/>
      </dsp:nvSpPr>
      <dsp:spPr>
        <a:xfrm>
          <a:off x="2365474" y="83568"/>
          <a:ext cx="2196000" cy="2196000"/>
        </a:xfrm>
        <a:prstGeom prst="round2DiagRect">
          <a:avLst>
            <a:gd name="adj1" fmla="val 29727"/>
            <a:gd name="adj2" fmla="val 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32A6450-E633-4A88-92B7-E41DEEAA0790}">
      <dsp:nvSpPr>
        <dsp:cNvPr id="0" name=""/>
        <dsp:cNvSpPr/>
      </dsp:nvSpPr>
      <dsp:spPr>
        <a:xfrm>
          <a:off x="2833474" y="551568"/>
          <a:ext cx="1260000" cy="1260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F2F543E-91C7-49C2-946F-0A2FF823BCBE}">
      <dsp:nvSpPr>
        <dsp:cNvPr id="0" name=""/>
        <dsp:cNvSpPr/>
      </dsp:nvSpPr>
      <dsp:spPr>
        <a:xfrm>
          <a:off x="1663474" y="2963569"/>
          <a:ext cx="36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90000"/>
            </a:lnSpc>
            <a:spcBef>
              <a:spcPct val="0"/>
            </a:spcBef>
            <a:spcAft>
              <a:spcPct val="35000"/>
            </a:spcAft>
            <a:buNone/>
            <a:defRPr cap="all"/>
          </a:pPr>
          <a:r>
            <a:rPr lang="en-US" sz="1500" b="1" kern="1200"/>
            <a:t>Why include it:</a:t>
          </a:r>
          <a:r>
            <a:rPr lang="en-US" sz="1500" kern="1200"/>
            <a:t> Forces management to create work product correcting their own failure.</a:t>
          </a:r>
        </a:p>
      </dsp:txBody>
      <dsp:txXfrm>
        <a:off x="1663474" y="2963569"/>
        <a:ext cx="3600000" cy="720000"/>
      </dsp:txXfrm>
    </dsp:sp>
    <dsp:sp modelId="{BEED07D6-7A39-4B97-8523-9D5BD478E790}">
      <dsp:nvSpPr>
        <dsp:cNvPr id="0" name=""/>
        <dsp:cNvSpPr/>
      </dsp:nvSpPr>
      <dsp:spPr>
        <a:xfrm>
          <a:off x="6595475" y="83568"/>
          <a:ext cx="2196000" cy="2196000"/>
        </a:xfrm>
        <a:prstGeom prst="round2DiagRect">
          <a:avLst>
            <a:gd name="adj1" fmla="val 29727"/>
            <a:gd name="adj2" fmla="val 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0B788FD-8BE7-488A-BACF-5B3CD73F8142}">
      <dsp:nvSpPr>
        <dsp:cNvPr id="0" name=""/>
        <dsp:cNvSpPr/>
      </dsp:nvSpPr>
      <dsp:spPr>
        <a:xfrm>
          <a:off x="7063475" y="551568"/>
          <a:ext cx="1260000" cy="1260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6D29F33-F361-48FA-A610-C8EEE6A82AED}">
      <dsp:nvSpPr>
        <dsp:cNvPr id="0" name=""/>
        <dsp:cNvSpPr/>
      </dsp:nvSpPr>
      <dsp:spPr>
        <a:xfrm>
          <a:off x="5893475" y="2963569"/>
          <a:ext cx="36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90000"/>
            </a:lnSpc>
            <a:spcBef>
              <a:spcPct val="0"/>
            </a:spcBef>
            <a:spcAft>
              <a:spcPct val="35000"/>
            </a:spcAft>
            <a:buNone/>
            <a:defRPr cap="all"/>
          </a:pPr>
          <a:r>
            <a:rPr lang="en-US" sz="1500" b="1" kern="1200"/>
            <a:t>Best used in:</a:t>
          </a:r>
          <a:r>
            <a:rPr lang="en-US" sz="1500" kern="1200"/>
            <a:t> Leave procedures, telework rules, performance timelines, supervisor discretion.</a:t>
          </a:r>
        </a:p>
      </dsp:txBody>
      <dsp:txXfrm>
        <a:off x="5893475" y="2963569"/>
        <a:ext cx="3600000" cy="72000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6E9305C-5124-412D-BBFE-FA1B7D68D95A}">
      <dsp:nvSpPr>
        <dsp:cNvPr id="0" name=""/>
        <dsp:cNvSpPr/>
      </dsp:nvSpPr>
      <dsp:spPr>
        <a:xfrm>
          <a:off x="0" y="611"/>
          <a:ext cx="7306056" cy="1431339"/>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9EBA992-69BC-4D77-A5F8-389A5B3BCA48}">
      <dsp:nvSpPr>
        <dsp:cNvPr id="0" name=""/>
        <dsp:cNvSpPr/>
      </dsp:nvSpPr>
      <dsp:spPr>
        <a:xfrm>
          <a:off x="432980" y="322663"/>
          <a:ext cx="787236" cy="78723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88C8EBC-3B3F-4ADA-90EB-DB30C2B82BAE}">
      <dsp:nvSpPr>
        <dsp:cNvPr id="0" name=""/>
        <dsp:cNvSpPr/>
      </dsp:nvSpPr>
      <dsp:spPr>
        <a:xfrm>
          <a:off x="1653197" y="611"/>
          <a:ext cx="5652858" cy="14313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1483" tIns="151483" rIns="151483" bIns="151483" numCol="1" spcCol="1270" anchor="ctr" anchorCtr="0">
          <a:noAutofit/>
        </a:bodyPr>
        <a:lstStyle/>
        <a:p>
          <a:pPr marL="0" lvl="0" indent="0" algn="l" defTabSz="1111250">
            <a:lnSpc>
              <a:spcPct val="90000"/>
            </a:lnSpc>
            <a:spcBef>
              <a:spcPct val="0"/>
            </a:spcBef>
            <a:spcAft>
              <a:spcPct val="35000"/>
            </a:spcAft>
            <a:buNone/>
          </a:pPr>
          <a:r>
            <a:rPr lang="en-US" sz="2500" kern="1200"/>
            <a:t>Does anyone have any remedies that they would like to share as a whole class?</a:t>
          </a:r>
        </a:p>
      </dsp:txBody>
      <dsp:txXfrm>
        <a:off x="1653197" y="611"/>
        <a:ext cx="5652858" cy="1431339"/>
      </dsp:txXfrm>
    </dsp:sp>
    <dsp:sp modelId="{02B5E1B4-BC49-4FD7-B827-5F489CA9FABD}">
      <dsp:nvSpPr>
        <dsp:cNvPr id="0" name=""/>
        <dsp:cNvSpPr/>
      </dsp:nvSpPr>
      <dsp:spPr>
        <a:xfrm>
          <a:off x="0" y="1789786"/>
          <a:ext cx="7306056" cy="1431339"/>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17BD712-E08B-468B-901A-DF028A384134}">
      <dsp:nvSpPr>
        <dsp:cNvPr id="0" name=""/>
        <dsp:cNvSpPr/>
      </dsp:nvSpPr>
      <dsp:spPr>
        <a:xfrm>
          <a:off x="432980" y="2111837"/>
          <a:ext cx="787236" cy="78723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3C85143-3E2C-45A0-9D7F-C995CFB5D462}">
      <dsp:nvSpPr>
        <dsp:cNvPr id="0" name=""/>
        <dsp:cNvSpPr/>
      </dsp:nvSpPr>
      <dsp:spPr>
        <a:xfrm>
          <a:off x="1653197" y="1789786"/>
          <a:ext cx="5652858" cy="14313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1483" tIns="151483" rIns="151483" bIns="151483" numCol="1" spcCol="1270" anchor="ctr" anchorCtr="0">
          <a:noAutofit/>
        </a:bodyPr>
        <a:lstStyle/>
        <a:p>
          <a:pPr marL="0" lvl="0" indent="0" algn="l" defTabSz="1111250">
            <a:lnSpc>
              <a:spcPct val="90000"/>
            </a:lnSpc>
            <a:spcBef>
              <a:spcPct val="0"/>
            </a:spcBef>
            <a:spcAft>
              <a:spcPct val="35000"/>
            </a:spcAft>
            <a:buNone/>
          </a:pPr>
          <a:r>
            <a:rPr lang="en-US" sz="2500" kern="1200"/>
            <a:t>Let's evaluate what makes it great and where you might apply it?</a:t>
          </a:r>
        </a:p>
      </dsp:txBody>
      <dsp:txXfrm>
        <a:off x="1653197" y="1789786"/>
        <a:ext cx="5652858" cy="1431339"/>
      </dsp:txXfrm>
    </dsp:sp>
    <dsp:sp modelId="{B7EBF3F0-C5ED-42CE-82AA-FED93D4F6625}">
      <dsp:nvSpPr>
        <dsp:cNvPr id="0" name=""/>
        <dsp:cNvSpPr/>
      </dsp:nvSpPr>
      <dsp:spPr>
        <a:xfrm>
          <a:off x="0" y="3578960"/>
          <a:ext cx="7306056" cy="1431339"/>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CEB2611-0EDE-4A08-8670-F7067314887C}">
      <dsp:nvSpPr>
        <dsp:cNvPr id="0" name=""/>
        <dsp:cNvSpPr/>
      </dsp:nvSpPr>
      <dsp:spPr>
        <a:xfrm>
          <a:off x="432980" y="3901012"/>
          <a:ext cx="787236" cy="787236"/>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3B8345F-9B3E-4F0F-815C-339B54FE9AD8}">
      <dsp:nvSpPr>
        <dsp:cNvPr id="0" name=""/>
        <dsp:cNvSpPr/>
      </dsp:nvSpPr>
      <dsp:spPr>
        <a:xfrm>
          <a:off x="1653197" y="3578960"/>
          <a:ext cx="5652858" cy="14313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1483" tIns="151483" rIns="151483" bIns="151483" numCol="1" spcCol="1270" anchor="ctr" anchorCtr="0">
          <a:noAutofit/>
        </a:bodyPr>
        <a:lstStyle/>
        <a:p>
          <a:pPr marL="0" lvl="0" indent="0" algn="l" defTabSz="1111250">
            <a:lnSpc>
              <a:spcPct val="90000"/>
            </a:lnSpc>
            <a:spcBef>
              <a:spcPct val="0"/>
            </a:spcBef>
            <a:spcAft>
              <a:spcPct val="35000"/>
            </a:spcAft>
            <a:buNone/>
          </a:pPr>
          <a:r>
            <a:rPr lang="en-US" sz="2500" kern="1200"/>
            <a:t>Why does this help encourage compliance?</a:t>
          </a:r>
        </a:p>
      </dsp:txBody>
      <dsp:txXfrm>
        <a:off x="1653197" y="3578960"/>
        <a:ext cx="5652858" cy="1431339"/>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8AFAD31-BA5A-4902-B413-D893F506C3A3}">
      <dsp:nvSpPr>
        <dsp:cNvPr id="0" name=""/>
        <dsp:cNvSpPr/>
      </dsp:nvSpPr>
      <dsp:spPr>
        <a:xfrm>
          <a:off x="517" y="1431521"/>
          <a:ext cx="2094690" cy="2513628"/>
        </a:xfrm>
        <a:prstGeom prst="rect">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6909" tIns="0" rIns="206909" bIns="330200" numCol="1" spcCol="1270" anchor="t" anchorCtr="0">
          <a:noAutofit/>
        </a:bodyPr>
        <a:lstStyle/>
        <a:p>
          <a:pPr marL="0" lvl="0" indent="0" algn="l" defTabSz="622300">
            <a:lnSpc>
              <a:spcPct val="90000"/>
            </a:lnSpc>
            <a:spcBef>
              <a:spcPct val="0"/>
            </a:spcBef>
            <a:spcAft>
              <a:spcPct val="35000"/>
            </a:spcAft>
            <a:buNone/>
          </a:pPr>
          <a:r>
            <a:rPr lang="en-US" sz="1400" kern="1200"/>
            <a:t>We've upgraded our remedy requests, but is management required to uphold what remedies we ask for?</a:t>
          </a:r>
        </a:p>
      </dsp:txBody>
      <dsp:txXfrm>
        <a:off x="517" y="2436973"/>
        <a:ext cx="2094690" cy="1508177"/>
      </dsp:txXfrm>
    </dsp:sp>
    <dsp:sp modelId="{7852F6A0-C547-4215-BDEB-A6AF5AF5B3BA}">
      <dsp:nvSpPr>
        <dsp:cNvPr id="0" name=""/>
        <dsp:cNvSpPr/>
      </dsp:nvSpPr>
      <dsp:spPr>
        <a:xfrm>
          <a:off x="517" y="1431521"/>
          <a:ext cx="2094690" cy="1005451"/>
        </a:xfrm>
        <a:prstGeom prst="rect">
          <a:avLst/>
        </a:prstGeom>
        <a:noFill/>
        <a:ln w="1905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206909" tIns="165100" rIns="206909" bIns="165100" numCol="1" spcCol="1270" anchor="ctr" anchorCtr="0">
          <a:noAutofit/>
        </a:bodyPr>
        <a:lstStyle/>
        <a:p>
          <a:pPr marL="0" lvl="0" indent="0" algn="l" defTabSz="2178050">
            <a:lnSpc>
              <a:spcPct val="90000"/>
            </a:lnSpc>
            <a:spcBef>
              <a:spcPct val="0"/>
            </a:spcBef>
            <a:spcAft>
              <a:spcPct val="35000"/>
            </a:spcAft>
            <a:buNone/>
          </a:pPr>
          <a:r>
            <a:rPr lang="en-US" sz="4900" kern="1200"/>
            <a:t>01</a:t>
          </a:r>
        </a:p>
      </dsp:txBody>
      <dsp:txXfrm>
        <a:off x="517" y="1431521"/>
        <a:ext cx="2094690" cy="1005451"/>
      </dsp:txXfrm>
    </dsp:sp>
    <dsp:sp modelId="{CD0638A2-EB49-4688-AC0A-92F4AD013F72}">
      <dsp:nvSpPr>
        <dsp:cNvPr id="0" name=""/>
        <dsp:cNvSpPr/>
      </dsp:nvSpPr>
      <dsp:spPr>
        <a:xfrm>
          <a:off x="2262782" y="1431521"/>
          <a:ext cx="2094690" cy="2513628"/>
        </a:xfrm>
        <a:prstGeom prst="rect">
          <a:avLst/>
        </a:prstGeom>
        <a:solidFill>
          <a:schemeClr val="accent3">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6909" tIns="0" rIns="206909" bIns="330200" numCol="1" spcCol="1270" anchor="t" anchorCtr="0">
          <a:noAutofit/>
        </a:bodyPr>
        <a:lstStyle/>
        <a:p>
          <a:pPr marL="0" lvl="0" indent="0" algn="l" defTabSz="622300">
            <a:lnSpc>
              <a:spcPct val="90000"/>
            </a:lnSpc>
            <a:spcBef>
              <a:spcPct val="0"/>
            </a:spcBef>
            <a:spcAft>
              <a:spcPct val="35000"/>
            </a:spcAft>
            <a:buNone/>
          </a:pPr>
          <a:r>
            <a:rPr lang="en-US" sz="1400" kern="1200"/>
            <a:t>If management agrees to the issue but doesn't want to uphold all of the requested remedies, what should you do?</a:t>
          </a:r>
        </a:p>
      </dsp:txBody>
      <dsp:txXfrm>
        <a:off x="2262782" y="2436973"/>
        <a:ext cx="2094690" cy="1508177"/>
      </dsp:txXfrm>
    </dsp:sp>
    <dsp:sp modelId="{0A9BEF50-A1A9-48E7-A475-14BBF693085E}">
      <dsp:nvSpPr>
        <dsp:cNvPr id="0" name=""/>
        <dsp:cNvSpPr/>
      </dsp:nvSpPr>
      <dsp:spPr>
        <a:xfrm>
          <a:off x="2262782" y="1431521"/>
          <a:ext cx="2094690" cy="1005451"/>
        </a:xfrm>
        <a:prstGeom prst="rect">
          <a:avLst/>
        </a:prstGeom>
        <a:noFill/>
        <a:ln w="1905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206909" tIns="165100" rIns="206909" bIns="165100" numCol="1" spcCol="1270" anchor="ctr" anchorCtr="0">
          <a:noAutofit/>
        </a:bodyPr>
        <a:lstStyle/>
        <a:p>
          <a:pPr marL="0" lvl="0" indent="0" algn="l" defTabSz="2178050">
            <a:lnSpc>
              <a:spcPct val="90000"/>
            </a:lnSpc>
            <a:spcBef>
              <a:spcPct val="0"/>
            </a:spcBef>
            <a:spcAft>
              <a:spcPct val="35000"/>
            </a:spcAft>
            <a:buNone/>
          </a:pPr>
          <a:r>
            <a:rPr lang="en-US" sz="4900" kern="1200"/>
            <a:t>02</a:t>
          </a:r>
        </a:p>
      </dsp:txBody>
      <dsp:txXfrm>
        <a:off x="2262782" y="1431521"/>
        <a:ext cx="2094690" cy="1005451"/>
      </dsp:txXfrm>
    </dsp:sp>
    <dsp:sp modelId="{CF4A4D6A-A497-4E38-9870-EF82BD30F3C9}">
      <dsp:nvSpPr>
        <dsp:cNvPr id="0" name=""/>
        <dsp:cNvSpPr/>
      </dsp:nvSpPr>
      <dsp:spPr>
        <a:xfrm>
          <a:off x="4525048" y="1431521"/>
          <a:ext cx="2094690" cy="2513628"/>
        </a:xfrm>
        <a:prstGeom prst="rect">
          <a:avLst/>
        </a:prstGeom>
        <a:solidFill>
          <a:schemeClr val="accent4">
            <a:hueOff val="0"/>
            <a:satOff val="0"/>
            <a:lumOff val="0"/>
            <a:alphaOff val="0"/>
          </a:schemeClr>
        </a:solidFill>
        <a:ln w="1905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6909" tIns="0" rIns="206909" bIns="330200" numCol="1" spcCol="1270" anchor="t" anchorCtr="0">
          <a:noAutofit/>
        </a:bodyPr>
        <a:lstStyle/>
        <a:p>
          <a:pPr marL="0" lvl="0" indent="0" algn="l" defTabSz="622300">
            <a:lnSpc>
              <a:spcPct val="90000"/>
            </a:lnSpc>
            <a:spcBef>
              <a:spcPct val="0"/>
            </a:spcBef>
            <a:spcAft>
              <a:spcPct val="35000"/>
            </a:spcAft>
            <a:buNone/>
          </a:pPr>
          <a:r>
            <a:rPr lang="en-US" sz="1400" kern="1200"/>
            <a:t>Is it worth pushing to the next step if they do not give all listed remedies, or should we accept what they propose?</a:t>
          </a:r>
        </a:p>
      </dsp:txBody>
      <dsp:txXfrm>
        <a:off x="4525048" y="2436973"/>
        <a:ext cx="2094690" cy="1508177"/>
      </dsp:txXfrm>
    </dsp:sp>
    <dsp:sp modelId="{1C24E306-2207-44BC-8BDA-049CF6FA5DD8}">
      <dsp:nvSpPr>
        <dsp:cNvPr id="0" name=""/>
        <dsp:cNvSpPr/>
      </dsp:nvSpPr>
      <dsp:spPr>
        <a:xfrm>
          <a:off x="4525048" y="1431521"/>
          <a:ext cx="2094690" cy="1005451"/>
        </a:xfrm>
        <a:prstGeom prst="rect">
          <a:avLst/>
        </a:prstGeom>
        <a:noFill/>
        <a:ln w="1905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206909" tIns="165100" rIns="206909" bIns="165100" numCol="1" spcCol="1270" anchor="ctr" anchorCtr="0">
          <a:noAutofit/>
        </a:bodyPr>
        <a:lstStyle/>
        <a:p>
          <a:pPr marL="0" lvl="0" indent="0" algn="l" defTabSz="2178050">
            <a:lnSpc>
              <a:spcPct val="90000"/>
            </a:lnSpc>
            <a:spcBef>
              <a:spcPct val="0"/>
            </a:spcBef>
            <a:spcAft>
              <a:spcPct val="35000"/>
            </a:spcAft>
            <a:buNone/>
          </a:pPr>
          <a:r>
            <a:rPr lang="en-US" sz="4900" kern="1200"/>
            <a:t>03</a:t>
          </a:r>
        </a:p>
      </dsp:txBody>
      <dsp:txXfrm>
        <a:off x="4525048" y="1431521"/>
        <a:ext cx="2094690" cy="1005451"/>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3.xml><?xml version="1.0" encoding="utf-8"?>
<dgm:layoutDef xmlns:dgm="http://schemas.openxmlformats.org/drawingml/2006/diagram" xmlns:a="http://schemas.openxmlformats.org/drawingml/2006/main" uniqueId="urn:microsoft.com/office/officeart/2018/5/layout/IconLeafLabelList">
  <dgm:title val="Icon Leaf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round2DiagRect" r:blip="">
            <dgm:adjLst/>
            <dgm:extLst>
              <a:ext uri="{B698B0E9-8C71-41B9-8309-B3DCBF30829C}">
                <dgm1612:spPr xmlns:dgm1612="http://schemas.microsoft.com/office/drawing/2016/12/diagram">
                  <a:prstGeom prst="round2DiagRect">
                    <a:avLst>
                      <a:gd name="adj1" fmla="val 29727"/>
                      <a:gd name="adj2" fmla="val 0"/>
                    </a:avLst>
                  </a:prstGeom>
                </dgm1612:spPr>
              </a:ext>
            </dgm:ext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4.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5.xml><?xml version="1.0" encoding="utf-8"?>
<dgm:layoutDef xmlns:dgm="http://schemas.openxmlformats.org/drawingml/2006/diagram" xmlns:a="http://schemas.openxmlformats.org/drawingml/2006/main" uniqueId="urn:microsoft.com/office/officeart/2016/7/layout/LinearBlockProcessNumbered">
  <dgm:title val="Linear Block Process Numbered"/>
  <dgm:desc val="Used to show a progression; a timeline; sequential steps in a task, process, or workflow; or to emphasize movement or direction. Automatic numbers have been introduced to show the steps of the process. Level 1 text and Level 2 text both appears in a rectangl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01</a:t>
              </a:r>
            </a:p>
          </dgm:t>
        </dgm:pt>
        <dgm:pt modelId="201" type="sibTrans" cxnId="5">
          <dgm:prSet phldrT="2"/>
          <dgm:t>
            <a:bodyPr/>
            <a:lstStyle/>
            <a:p>
              <a:r>
                <a:t>02</a:t>
              </a:r>
            </a:p>
          </dgm:t>
        </dgm:pt>
        <dgm:pt modelId="301" type="sibTrans" cxnId="6">
          <dgm:prSet phldrT="3"/>
          <dgm:t>
            <a:bodyPr/>
            <a:lstStyle/>
            <a:p>
              <a:r>
                <a:t>03</a:t>
              </a:r>
            </a:p>
          </dgm:t>
        </dgm:pt>
      </dgm:ptLst>
      <dgm:cxnLst>
        <dgm:cxn modelId="4" srcId="0" destId="1" srcOrd="0" destOrd="0" sibTransId="101"/>
        <dgm:cxn modelId="5" srcId="0" destId="2" srcOrd="1" destOrd="0" sibTransId="201"/>
        <dgm:cxn modelId="6" srcId="0" destId="3" srcOrd="2"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08"/>
      <dgm:constr type="primFontSz" for="des" forName="sibTransNodeRect" op="equ"/>
      <dgm:constr type="primFontSz" for="des" forName="nodeRect" op="equ"/>
    </dgm:constrLst>
    <dgm:ruleLst/>
    <dgm:forEach name="Name4" axis="ch" ptType="node">
      <dgm:layoutNode name="compositeNode">
        <dgm:varLst>
          <dgm:bulletEnabled val="1"/>
        </dgm:varLst>
        <dgm:alg type="composite"/>
        <dgm:constrLst>
          <dgm:constr type="h" refType="w" op="lte" fact="1.2"/>
          <dgm:constr type="w" for="ch" forName="bgRect" refType="w"/>
          <dgm:constr type="h" for="ch" forName="bgRect" refType="h"/>
          <dgm:constr type="t" for="ch" forName="bgRect"/>
          <dgm:constr type="l" for="ch" forName="bgRect"/>
          <dgm:constr type="w" for="ch" forName="sibTransNodeRect" refType="w" refFor="ch" refForName="bgRect"/>
          <dgm:constr type="h" for="ch" forName="sibTransNodeRect" refType="h" refFor="ch" refForName="bgRect" fact="0.4"/>
          <dgm:constr type="t" for="ch" forName="sibTransNodeRect"/>
          <dgm:constr type="l" for="ch" forName="sibTransNodeRect"/>
          <dgm:constr type="r" for="ch" forName="nodeRect" refType="r" refFor="ch" refForName="bgRect"/>
          <dgm:constr type="h" for="ch" forName="nodeRect" refType="h" refFor="ch" refForName="bgRect" fact="0.6"/>
          <dgm:constr type="t" for="ch" forName="nodeRect" refType="b" refFor="ch" refForName="sibTransNodeRect"/>
          <dgm:constr type="l" for="ch" forName="nodeRect" refType="l" refFor="ch" refForName="bgRect"/>
        </dgm:constrLst>
        <dgm:ruleLst>
          <dgm:rule type="w" for="ch" forName="nodeRect" val="NaN" fact="NaN" max="30"/>
        </dgm:ruleLst>
        <dgm:layoutNode name="bgRect" styleLbl="alignNode1">
          <dgm:alg type="sp"/>
          <dgm:shape xmlns:r="http://schemas.openxmlformats.org/officeDocument/2006/relationships" type="rect" r:blip="">
            <dgm:adjLst>
              <dgm:adj idx="1" val="0.05"/>
            </dgm:adjLst>
          </dgm:shape>
          <dgm:presOf axis="self"/>
          <dgm:constrLst/>
          <dgm:ruleLst/>
        </dgm:layoutNode>
        <dgm:forEach name="Name19" axis="followSib" ptType="sibTrans" hideLastTrans="0" cnt="1">
          <dgm:layoutNode name="sibTransNodeRect" styleLbl="alignNode1">
            <dgm:varLst>
              <dgm:chMax val="0"/>
              <dgm:bulletEnabled val="1"/>
            </dgm:varLst>
            <dgm:presOf axis="self"/>
            <dgm:alg type="tx">
              <dgm:param type="parTxLTRAlign" val="l"/>
              <dgm:param type="parTxRTLAlign" val="l"/>
            </dgm:alg>
            <dgm:shape xmlns:r="http://schemas.openxmlformats.org/officeDocument/2006/relationships" type="rect" r:blip="" hideGeom="1">
              <dgm:adjLst/>
            </dgm:shape>
            <dgm:constrLst>
              <dgm:constr type="primFontSz" val="66"/>
              <dgm:constr type="tMarg" val="13"/>
              <dgm:constr type="lMarg" refType="w" fact="0.28"/>
              <dgm:constr type="rMarg" refType="w" fact="0.28"/>
              <dgm:constr type="bMarg" val="13"/>
            </dgm:constrLst>
            <dgm:ruleLst>
              <dgm:rule type="primFontSz" val="14" fact="NaN" max="NaN"/>
              <dgm:rule type="tMarg" val="13" fact="NaN" max="NaN"/>
            </dgm:ruleLst>
          </dgm:layoutNode>
        </dgm:forEach>
        <dgm:layoutNode name="nodeRect" styleLbl="alignNode1" moveWith="bgRect">
          <dgm:varLst>
            <dgm:bulletEnabled val="1"/>
          </dgm:varLst>
          <dgm:alg type="tx">
            <dgm:param type="parTxLTRAlign" val="l"/>
            <dgm:param type="parTxRTLAlign" val="r"/>
            <dgm:param type="txAnchorVert" val="t"/>
            <dgm:param type="stBulletLvl" val="2"/>
          </dgm:alg>
          <dgm:shape xmlns:r="http://schemas.openxmlformats.org/officeDocument/2006/relationships" type="rect" r:blip="" hideGeom="1">
            <dgm:adjLst/>
          </dgm:shape>
          <dgm:presOf axis="desOrSelf" ptType="node"/>
          <dgm:constrLst>
            <dgm:constr type="primFontSz" val="26"/>
            <dgm:constr type="tMarg"/>
            <dgm:constr type="lMarg" refType="w" fact="0.28"/>
            <dgm:constr type="rMarg" refType="w" fact="0.28"/>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1">
            <a:buAutoNum type="arabicParenBoth"/>
          </dgm1611:buPr>
        </dgm1611:autoBuNodeInfo>
      </dgm1611:autoBuNodeInfoLst>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EA67E988-5919-57BB-C7DE-D3EAD38A3045}"/>
              </a:ext>
              <a:ext uri="{C183D7F6-B498-43B3-948B-1728B52AA6E4}">
                <adec:decorative xmlns:adec="http://schemas.microsoft.com/office/drawing/2017/decorative" val="1"/>
              </a:ext>
            </a:extLst>
          </p:cNvPr>
          <p:cNvSpPr/>
          <p:nvPr/>
        </p:nvSpPr>
        <p:spPr>
          <a:xfrm>
            <a:off x="517870" y="6209925"/>
            <a:ext cx="11155680" cy="45719"/>
          </a:xfrm>
          <a:custGeom>
            <a:avLst/>
            <a:gdLst>
              <a:gd name="connsiteX0" fmla="*/ 0 w 8715708"/>
              <a:gd name="connsiteY0" fmla="*/ 0 h 45719"/>
              <a:gd name="connsiteX1" fmla="*/ 3694525 w 8715708"/>
              <a:gd name="connsiteY1" fmla="*/ 0 h 45719"/>
              <a:gd name="connsiteX2" fmla="*/ 5021183 w 8715708"/>
              <a:gd name="connsiteY2" fmla="*/ 0 h 45719"/>
              <a:gd name="connsiteX3" fmla="*/ 8715708 w 8715708"/>
              <a:gd name="connsiteY3" fmla="*/ 0 h 45719"/>
              <a:gd name="connsiteX4" fmla="*/ 8715708 w 8715708"/>
              <a:gd name="connsiteY4" fmla="*/ 45719 h 45719"/>
              <a:gd name="connsiteX5" fmla="*/ 5021183 w 8715708"/>
              <a:gd name="connsiteY5" fmla="*/ 45719 h 45719"/>
              <a:gd name="connsiteX6" fmla="*/ 3694525 w 8715708"/>
              <a:gd name="connsiteY6" fmla="*/ 45719 h 45719"/>
              <a:gd name="connsiteX7" fmla="*/ 0 w 8715708"/>
              <a:gd name="connsiteY7" fmla="*/ 45719 h 45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715708" h="45719">
                <a:moveTo>
                  <a:pt x="0" y="0"/>
                </a:moveTo>
                <a:lnTo>
                  <a:pt x="3694525" y="0"/>
                </a:lnTo>
                <a:lnTo>
                  <a:pt x="5021183" y="0"/>
                </a:lnTo>
                <a:lnTo>
                  <a:pt x="8715708" y="0"/>
                </a:lnTo>
                <a:lnTo>
                  <a:pt x="8715708" y="45719"/>
                </a:lnTo>
                <a:lnTo>
                  <a:pt x="5021183" y="45719"/>
                </a:lnTo>
                <a:lnTo>
                  <a:pt x="3694525" y="45719"/>
                </a:lnTo>
                <a:lnTo>
                  <a:pt x="0" y="4571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5B2327B2-BA4B-2C04-0751-5CB63D4AA425}"/>
              </a:ext>
            </a:extLst>
          </p:cNvPr>
          <p:cNvSpPr>
            <a:spLocks noGrp="1"/>
          </p:cNvSpPr>
          <p:nvPr>
            <p:ph type="ctrTitle"/>
          </p:nvPr>
        </p:nvSpPr>
        <p:spPr>
          <a:xfrm>
            <a:off x="521208" y="978408"/>
            <a:ext cx="11155680" cy="3429000"/>
          </a:xfrm>
        </p:spPr>
        <p:txBody>
          <a:bodyPr anchor="t">
            <a:normAutofit/>
          </a:bodyPr>
          <a:lstStyle>
            <a:lvl1pPr algn="l">
              <a:defRPr sz="7200"/>
            </a:lvl1pPr>
          </a:lstStyle>
          <a:p>
            <a:r>
              <a:rPr lang="en-US" dirty="0"/>
              <a:t>Click to edit Master title style</a:t>
            </a:r>
          </a:p>
        </p:txBody>
      </p:sp>
      <p:sp>
        <p:nvSpPr>
          <p:cNvPr id="3" name="Subtitle 2">
            <a:extLst>
              <a:ext uri="{FF2B5EF4-FFF2-40B4-BE49-F238E27FC236}">
                <a16:creationId xmlns:a16="http://schemas.microsoft.com/office/drawing/2014/main" id="{E7201176-DC7A-4C3D-3D8F-352526DA7B5D}"/>
              </a:ext>
            </a:extLst>
          </p:cNvPr>
          <p:cNvSpPr>
            <a:spLocks noGrp="1"/>
          </p:cNvSpPr>
          <p:nvPr>
            <p:ph type="subTitle" idx="1"/>
          </p:nvPr>
        </p:nvSpPr>
        <p:spPr>
          <a:xfrm>
            <a:off x="521208" y="4480560"/>
            <a:ext cx="7104888" cy="1399032"/>
          </a:xfrm>
        </p:spPr>
        <p:txBody>
          <a:bodyPr anchor="b">
            <a:normAutofit/>
          </a:bodyPr>
          <a:lstStyle>
            <a:lvl1pPr marL="0" indent="0" algn="l">
              <a:buNone/>
              <a:defRPr sz="2200" i="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67DC221-9A2E-7459-102F-C3CFB27CC389}"/>
              </a:ext>
            </a:extLst>
          </p:cNvPr>
          <p:cNvSpPr>
            <a:spLocks noGrp="1"/>
          </p:cNvSpPr>
          <p:nvPr>
            <p:ph type="dt" sz="half" idx="10"/>
          </p:nvPr>
        </p:nvSpPr>
        <p:spPr/>
        <p:txBody>
          <a:bodyPr/>
          <a:lstStyle/>
          <a:p>
            <a:fld id="{E80C50CD-E178-4744-9B35-B2F624D6C5E9}" type="datetimeFigureOut">
              <a:rPr lang="en-US" smtClean="0"/>
              <a:t>12/12/2025</a:t>
            </a:fld>
            <a:endParaRPr lang="en-US"/>
          </a:p>
        </p:txBody>
      </p:sp>
      <p:sp>
        <p:nvSpPr>
          <p:cNvPr id="5" name="Footer Placeholder 4">
            <a:extLst>
              <a:ext uri="{FF2B5EF4-FFF2-40B4-BE49-F238E27FC236}">
                <a16:creationId xmlns:a16="http://schemas.microsoft.com/office/drawing/2014/main" id="{A5020671-6F7D-3A03-EEC1-661A87F96F4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453D3A-E0F9-8386-2A6C-96671FBB15A5}"/>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23666919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A26D03-149A-DAB3-4B2A-E9B74F2E251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3C1E73D-41A7-9934-0990-9208B952329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8BB2A3F-E719-673C-5D56-F663712D0E7F}"/>
              </a:ext>
            </a:extLst>
          </p:cNvPr>
          <p:cNvSpPr>
            <a:spLocks noGrp="1"/>
          </p:cNvSpPr>
          <p:nvPr>
            <p:ph type="dt" sz="half" idx="10"/>
          </p:nvPr>
        </p:nvSpPr>
        <p:spPr/>
        <p:txBody>
          <a:bodyPr/>
          <a:lstStyle/>
          <a:p>
            <a:fld id="{E80C50CD-E178-4744-9B35-B2F624D6C5E9}" type="datetimeFigureOut">
              <a:rPr lang="en-US" smtClean="0"/>
              <a:t>12/12/2025</a:t>
            </a:fld>
            <a:endParaRPr lang="en-US"/>
          </a:p>
        </p:txBody>
      </p:sp>
      <p:sp>
        <p:nvSpPr>
          <p:cNvPr id="5" name="Footer Placeholder 4">
            <a:extLst>
              <a:ext uri="{FF2B5EF4-FFF2-40B4-BE49-F238E27FC236}">
                <a16:creationId xmlns:a16="http://schemas.microsoft.com/office/drawing/2014/main" id="{04AE594A-52F5-D85E-343C-ADFEE3C72E0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07D5C9C-B2E2-FC26-E459-9E880EF975BA}"/>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38813435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29D51F-B2D5-2804-4F7C-C99850FBD05B}"/>
              </a:ext>
            </a:extLst>
          </p:cNvPr>
          <p:cNvSpPr>
            <a:spLocks noGrp="1"/>
          </p:cNvSpPr>
          <p:nvPr>
            <p:ph type="title"/>
          </p:nvPr>
        </p:nvSpPr>
        <p:spPr>
          <a:xfrm>
            <a:off x="521208" y="978408"/>
            <a:ext cx="5020056" cy="4288536"/>
          </a:xfrm>
        </p:spPr>
        <p:txBody>
          <a:bodyPr anchor="t">
            <a:normAutofit/>
          </a:bodyPr>
          <a:lstStyle>
            <a:lvl1pPr>
              <a:defRPr sz="5400"/>
            </a:lvl1pPr>
          </a:lstStyle>
          <a:p>
            <a:r>
              <a:rPr lang="en-US" dirty="0"/>
              <a:t>Click to edit Master title style</a:t>
            </a:r>
          </a:p>
        </p:txBody>
      </p:sp>
      <p:sp>
        <p:nvSpPr>
          <p:cNvPr id="3" name="Text Placeholder 2">
            <a:extLst>
              <a:ext uri="{FF2B5EF4-FFF2-40B4-BE49-F238E27FC236}">
                <a16:creationId xmlns:a16="http://schemas.microsoft.com/office/drawing/2014/main" id="{15FE5516-03B6-C488-EB4A-68AE681EDFB8}"/>
              </a:ext>
            </a:extLst>
          </p:cNvPr>
          <p:cNvSpPr>
            <a:spLocks noGrp="1"/>
          </p:cNvSpPr>
          <p:nvPr>
            <p:ph type="body" idx="1"/>
          </p:nvPr>
        </p:nvSpPr>
        <p:spPr>
          <a:xfrm>
            <a:off x="521208" y="5266944"/>
            <a:ext cx="5020056" cy="1088136"/>
          </a:xfrm>
        </p:spPr>
        <p:txBody>
          <a:bodyPr anchor="b">
            <a:normAutofit/>
          </a:bodyPr>
          <a:lstStyle>
            <a:lvl1pPr marL="0" indent="0">
              <a:buNone/>
              <a:defRPr sz="2200" i="1">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50ECB4D7-49A7-D050-70B9-11A1E2D445D8}"/>
              </a:ext>
            </a:extLst>
          </p:cNvPr>
          <p:cNvSpPr>
            <a:spLocks noGrp="1"/>
          </p:cNvSpPr>
          <p:nvPr>
            <p:ph type="dt" sz="half" idx="10"/>
          </p:nvPr>
        </p:nvSpPr>
        <p:spPr/>
        <p:txBody>
          <a:bodyPr/>
          <a:lstStyle/>
          <a:p>
            <a:fld id="{E80C50CD-E178-4744-9B35-B2F624D6C5E9}" type="datetimeFigureOut">
              <a:rPr lang="en-US" smtClean="0"/>
              <a:t>12/12/2025</a:t>
            </a:fld>
            <a:endParaRPr lang="en-US"/>
          </a:p>
        </p:txBody>
      </p:sp>
      <p:sp>
        <p:nvSpPr>
          <p:cNvPr id="5" name="Footer Placeholder 4">
            <a:extLst>
              <a:ext uri="{FF2B5EF4-FFF2-40B4-BE49-F238E27FC236}">
                <a16:creationId xmlns:a16="http://schemas.microsoft.com/office/drawing/2014/main" id="{8A9A913F-AD00-C1EE-B01A-8590671C014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14FC386-B2AF-6FAD-D053-E22D48CD7285}"/>
              </a:ext>
            </a:extLst>
          </p:cNvPr>
          <p:cNvSpPr>
            <a:spLocks noGrp="1"/>
          </p:cNvSpPr>
          <p:nvPr>
            <p:ph type="sldNum" sz="quarter" idx="12"/>
          </p:nvPr>
        </p:nvSpPr>
        <p:spPr/>
        <p:txBody>
          <a:bodyPr/>
          <a:lstStyle/>
          <a:p>
            <a:fld id="{148CC95F-0247-41B6-91CF-DC97C76A7088}" type="slidenum">
              <a:rPr lang="en-US" smtClean="0"/>
              <a:t>‹#›</a:t>
            </a:fld>
            <a:endParaRPr lang="en-US"/>
          </a:p>
        </p:txBody>
      </p:sp>
      <p:sp>
        <p:nvSpPr>
          <p:cNvPr id="7" name="Rectangle 6">
            <a:extLst>
              <a:ext uri="{FF2B5EF4-FFF2-40B4-BE49-F238E27FC236}">
                <a16:creationId xmlns:a16="http://schemas.microsoft.com/office/drawing/2014/main" id="{4E1E1B67-3BFF-F04B-52F4-7E724FB3B24D}"/>
              </a:ext>
            </a:extLst>
          </p:cNvPr>
          <p:cNvSpPr/>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550453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CE3B21-CF4D-1B01-0F4E-D32C1B218B63}"/>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1FB39FF2-6858-B514-B695-58442557D0C1}"/>
              </a:ext>
            </a:extLst>
          </p:cNvPr>
          <p:cNvSpPr>
            <a:spLocks noGrp="1"/>
          </p:cNvSpPr>
          <p:nvPr>
            <p:ph sz="half" idx="1"/>
          </p:nvPr>
        </p:nvSpPr>
        <p:spPr>
          <a:xfrm>
            <a:off x="521208" y="2578608"/>
            <a:ext cx="5166360" cy="37673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FA30130-974D-B91D-5B93-EC52AABDB5B0}"/>
              </a:ext>
            </a:extLst>
          </p:cNvPr>
          <p:cNvSpPr>
            <a:spLocks noGrp="1"/>
          </p:cNvSpPr>
          <p:nvPr>
            <p:ph sz="half" idx="2"/>
          </p:nvPr>
        </p:nvSpPr>
        <p:spPr>
          <a:xfrm>
            <a:off x="6519672" y="2578608"/>
            <a:ext cx="5166360" cy="37673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15BED99-6FD7-9C6B-1152-A6E42715BB79}"/>
              </a:ext>
            </a:extLst>
          </p:cNvPr>
          <p:cNvSpPr>
            <a:spLocks noGrp="1"/>
          </p:cNvSpPr>
          <p:nvPr>
            <p:ph type="dt" sz="half" idx="10"/>
          </p:nvPr>
        </p:nvSpPr>
        <p:spPr/>
        <p:txBody>
          <a:bodyPr/>
          <a:lstStyle/>
          <a:p>
            <a:fld id="{E80C50CD-E178-4744-9B35-B2F624D6C5E9}" type="datetimeFigureOut">
              <a:rPr lang="en-US" smtClean="0"/>
              <a:t>12/12/2025</a:t>
            </a:fld>
            <a:endParaRPr lang="en-US"/>
          </a:p>
        </p:txBody>
      </p:sp>
      <p:sp>
        <p:nvSpPr>
          <p:cNvPr id="6" name="Footer Placeholder 5">
            <a:extLst>
              <a:ext uri="{FF2B5EF4-FFF2-40B4-BE49-F238E27FC236}">
                <a16:creationId xmlns:a16="http://schemas.microsoft.com/office/drawing/2014/main" id="{BA253AAC-5967-2565-A715-82D3505ABF0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4B51313-69FB-E016-3CC1-62CA476ED214}"/>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2349185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B3DF9D-B849-CE37-97E4-AD37F880677F}"/>
              </a:ext>
            </a:extLst>
          </p:cNvPr>
          <p:cNvSpPr>
            <a:spLocks noGrp="1"/>
          </p:cNvSpPr>
          <p:nvPr>
            <p:ph type="title"/>
          </p:nvPr>
        </p:nvSpPr>
        <p:spPr>
          <a:xfrm>
            <a:off x="521208" y="978408"/>
            <a:ext cx="11164824" cy="1216152"/>
          </a:xfrm>
        </p:spPr>
        <p:txBody>
          <a:bodyPr/>
          <a:lstStyle/>
          <a:p>
            <a:r>
              <a:rPr lang="en-US"/>
              <a:t>Click to edit Master title style</a:t>
            </a:r>
          </a:p>
        </p:txBody>
      </p:sp>
      <p:sp>
        <p:nvSpPr>
          <p:cNvPr id="3" name="Text Placeholder 2">
            <a:extLst>
              <a:ext uri="{FF2B5EF4-FFF2-40B4-BE49-F238E27FC236}">
                <a16:creationId xmlns:a16="http://schemas.microsoft.com/office/drawing/2014/main" id="{79D4C626-4008-960A-E601-6AA9F4BB8D8B}"/>
              </a:ext>
            </a:extLst>
          </p:cNvPr>
          <p:cNvSpPr>
            <a:spLocks noGrp="1"/>
          </p:cNvSpPr>
          <p:nvPr>
            <p:ph type="body" idx="1"/>
          </p:nvPr>
        </p:nvSpPr>
        <p:spPr>
          <a:xfrm>
            <a:off x="521208" y="2340864"/>
            <a:ext cx="5166360" cy="658368"/>
          </a:xfrm>
        </p:spPr>
        <p:txBody>
          <a:bodyPr anchor="b">
            <a:normAutofit/>
          </a:bodyPr>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806E8D6C-AC07-ED6B-2EA8-9C40A5AEA748}"/>
              </a:ext>
            </a:extLst>
          </p:cNvPr>
          <p:cNvSpPr>
            <a:spLocks noGrp="1"/>
          </p:cNvSpPr>
          <p:nvPr>
            <p:ph sz="half" idx="2"/>
          </p:nvPr>
        </p:nvSpPr>
        <p:spPr>
          <a:xfrm>
            <a:off x="521208" y="3035808"/>
            <a:ext cx="5166360" cy="331012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3C52617E-C6D9-246B-E7B7-8159DF17C0A3}"/>
              </a:ext>
            </a:extLst>
          </p:cNvPr>
          <p:cNvSpPr>
            <a:spLocks noGrp="1"/>
          </p:cNvSpPr>
          <p:nvPr>
            <p:ph type="body" sz="quarter" idx="3"/>
          </p:nvPr>
        </p:nvSpPr>
        <p:spPr>
          <a:xfrm>
            <a:off x="6519672" y="2340864"/>
            <a:ext cx="5166360" cy="658368"/>
          </a:xfrm>
        </p:spPr>
        <p:txBody>
          <a:bodyPr anchor="b">
            <a:normAutofit/>
          </a:bodyPr>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3DBC2094-7EBC-02C5-5AB5-233E63080A9C}"/>
              </a:ext>
            </a:extLst>
          </p:cNvPr>
          <p:cNvSpPr>
            <a:spLocks noGrp="1"/>
          </p:cNvSpPr>
          <p:nvPr>
            <p:ph sz="quarter" idx="4"/>
          </p:nvPr>
        </p:nvSpPr>
        <p:spPr>
          <a:xfrm>
            <a:off x="6519672" y="3035808"/>
            <a:ext cx="5166360" cy="331012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23010BD2-59B4-FD2E-3C5E-C83AE6003985}"/>
              </a:ext>
            </a:extLst>
          </p:cNvPr>
          <p:cNvSpPr>
            <a:spLocks noGrp="1"/>
          </p:cNvSpPr>
          <p:nvPr>
            <p:ph type="dt" sz="half" idx="10"/>
          </p:nvPr>
        </p:nvSpPr>
        <p:spPr/>
        <p:txBody>
          <a:bodyPr/>
          <a:lstStyle/>
          <a:p>
            <a:fld id="{E80C50CD-E178-4744-9B35-B2F624D6C5E9}" type="datetimeFigureOut">
              <a:rPr lang="en-US" smtClean="0"/>
              <a:t>12/12/2025</a:t>
            </a:fld>
            <a:endParaRPr lang="en-US"/>
          </a:p>
        </p:txBody>
      </p:sp>
      <p:sp>
        <p:nvSpPr>
          <p:cNvPr id="8" name="Footer Placeholder 7">
            <a:extLst>
              <a:ext uri="{FF2B5EF4-FFF2-40B4-BE49-F238E27FC236}">
                <a16:creationId xmlns:a16="http://schemas.microsoft.com/office/drawing/2014/main" id="{E72B35C4-A654-7759-BDA0-94D9D1A2166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55F4347-2EC0-CA6E-2637-8048456D7ECB}"/>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15563573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34716D-52F2-C7FB-83B1-2DA1AD375EAE}"/>
              </a:ext>
            </a:extLst>
          </p:cNvPr>
          <p:cNvSpPr>
            <a:spLocks noGrp="1"/>
          </p:cNvSpPr>
          <p:nvPr>
            <p:ph type="title"/>
          </p:nvPr>
        </p:nvSpPr>
        <p:spPr/>
        <p:txBody>
          <a:bodyPr/>
          <a:lstStyle/>
          <a:p>
            <a:r>
              <a:rPr lang="en-US" dirty="0"/>
              <a:t>Click to edit Master title style</a:t>
            </a:r>
          </a:p>
        </p:txBody>
      </p:sp>
      <p:sp>
        <p:nvSpPr>
          <p:cNvPr id="3" name="Date Placeholder 2">
            <a:extLst>
              <a:ext uri="{FF2B5EF4-FFF2-40B4-BE49-F238E27FC236}">
                <a16:creationId xmlns:a16="http://schemas.microsoft.com/office/drawing/2014/main" id="{56F4A371-AC27-6A28-32E6-74A28371BF55}"/>
              </a:ext>
            </a:extLst>
          </p:cNvPr>
          <p:cNvSpPr>
            <a:spLocks noGrp="1"/>
          </p:cNvSpPr>
          <p:nvPr>
            <p:ph type="dt" sz="half" idx="10"/>
          </p:nvPr>
        </p:nvSpPr>
        <p:spPr/>
        <p:txBody>
          <a:bodyPr/>
          <a:lstStyle/>
          <a:p>
            <a:fld id="{E80C50CD-E178-4744-9B35-B2F624D6C5E9}" type="datetimeFigureOut">
              <a:rPr lang="en-US" smtClean="0"/>
              <a:t>12/12/2025</a:t>
            </a:fld>
            <a:endParaRPr lang="en-US"/>
          </a:p>
        </p:txBody>
      </p:sp>
      <p:sp>
        <p:nvSpPr>
          <p:cNvPr id="4" name="Footer Placeholder 3">
            <a:extLst>
              <a:ext uri="{FF2B5EF4-FFF2-40B4-BE49-F238E27FC236}">
                <a16:creationId xmlns:a16="http://schemas.microsoft.com/office/drawing/2014/main" id="{D155941A-A24E-885D-E894-0326F4C4004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9D5E5B4-971F-FF6A-1B07-A5C85370552D}"/>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13960185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99F431F-E6DC-4137-3092-A30A0A3628EC}"/>
              </a:ext>
            </a:extLst>
          </p:cNvPr>
          <p:cNvSpPr>
            <a:spLocks noGrp="1"/>
          </p:cNvSpPr>
          <p:nvPr>
            <p:ph type="dt" sz="half" idx="10"/>
          </p:nvPr>
        </p:nvSpPr>
        <p:spPr/>
        <p:txBody>
          <a:bodyPr/>
          <a:lstStyle/>
          <a:p>
            <a:fld id="{E80C50CD-E178-4744-9B35-B2F624D6C5E9}" type="datetimeFigureOut">
              <a:rPr lang="en-US" smtClean="0"/>
              <a:t>12/12/2025</a:t>
            </a:fld>
            <a:endParaRPr lang="en-US"/>
          </a:p>
        </p:txBody>
      </p:sp>
      <p:sp>
        <p:nvSpPr>
          <p:cNvPr id="3" name="Footer Placeholder 2">
            <a:extLst>
              <a:ext uri="{FF2B5EF4-FFF2-40B4-BE49-F238E27FC236}">
                <a16:creationId xmlns:a16="http://schemas.microsoft.com/office/drawing/2014/main" id="{06AC814B-67B4-C70F-FA51-6205D5E2CB8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1EAA9C9-D895-DD20-1089-EA75EA428951}"/>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10105254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B50562-884C-9053-70C1-3B72A0B45EA6}"/>
              </a:ext>
            </a:extLst>
          </p:cNvPr>
          <p:cNvSpPr>
            <a:spLocks noGrp="1"/>
          </p:cNvSpPr>
          <p:nvPr>
            <p:ph type="title"/>
          </p:nvPr>
        </p:nvSpPr>
        <p:spPr>
          <a:xfrm>
            <a:off x="521208" y="978408"/>
            <a:ext cx="5020056" cy="2459736"/>
          </a:xfrm>
        </p:spPr>
        <p:txBody>
          <a:bodyPr anchor="t">
            <a:noAutofit/>
          </a:bodyPr>
          <a:lstStyle>
            <a:lvl1pPr>
              <a:defRPr sz="4400"/>
            </a:lvl1pPr>
          </a:lstStyle>
          <a:p>
            <a:r>
              <a:rPr lang="en-US" dirty="0"/>
              <a:t>Click to edit Master title style</a:t>
            </a:r>
          </a:p>
        </p:txBody>
      </p:sp>
      <p:sp>
        <p:nvSpPr>
          <p:cNvPr id="3" name="Content Placeholder 2">
            <a:extLst>
              <a:ext uri="{FF2B5EF4-FFF2-40B4-BE49-F238E27FC236}">
                <a16:creationId xmlns:a16="http://schemas.microsoft.com/office/drawing/2014/main" id="{0318F509-68F0-39D5-1A8B-CE246715AE46}"/>
              </a:ext>
            </a:extLst>
          </p:cNvPr>
          <p:cNvSpPr>
            <a:spLocks noGrp="1"/>
          </p:cNvSpPr>
          <p:nvPr>
            <p:ph idx="1"/>
          </p:nvPr>
        </p:nvSpPr>
        <p:spPr>
          <a:xfrm>
            <a:off x="6519672" y="987424"/>
            <a:ext cx="5166360" cy="5358384"/>
          </a:xfrm>
        </p:spPr>
        <p:txBody>
          <a:bodyPr>
            <a:normAutofit/>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F158E37C-27CE-3A84-FC74-BDCCD8A9A3EC}"/>
              </a:ext>
            </a:extLst>
          </p:cNvPr>
          <p:cNvSpPr>
            <a:spLocks noGrp="1"/>
          </p:cNvSpPr>
          <p:nvPr>
            <p:ph type="body" sz="half" idx="2"/>
          </p:nvPr>
        </p:nvSpPr>
        <p:spPr>
          <a:xfrm>
            <a:off x="521208" y="3575304"/>
            <a:ext cx="5020056" cy="2770632"/>
          </a:xfrm>
        </p:spPr>
        <p:txBody>
          <a:bodyPr>
            <a:normAutofit/>
          </a:bodyPr>
          <a:lstStyle>
            <a:lvl1pPr marL="0" indent="0">
              <a:buNone/>
              <a:defRPr sz="2200" i="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2A95F79-E23E-11D2-40BF-66ED340195DB}"/>
              </a:ext>
            </a:extLst>
          </p:cNvPr>
          <p:cNvSpPr>
            <a:spLocks noGrp="1"/>
          </p:cNvSpPr>
          <p:nvPr>
            <p:ph type="dt" sz="half" idx="10"/>
          </p:nvPr>
        </p:nvSpPr>
        <p:spPr/>
        <p:txBody>
          <a:bodyPr/>
          <a:lstStyle/>
          <a:p>
            <a:fld id="{E80C50CD-E178-4744-9B35-B2F624D6C5E9}" type="datetimeFigureOut">
              <a:rPr lang="en-US" smtClean="0"/>
              <a:t>12/12/2025</a:t>
            </a:fld>
            <a:endParaRPr lang="en-US"/>
          </a:p>
        </p:txBody>
      </p:sp>
      <p:sp>
        <p:nvSpPr>
          <p:cNvPr id="6" name="Footer Placeholder 5">
            <a:extLst>
              <a:ext uri="{FF2B5EF4-FFF2-40B4-BE49-F238E27FC236}">
                <a16:creationId xmlns:a16="http://schemas.microsoft.com/office/drawing/2014/main" id="{4457F7FC-06F3-3D89-5D1A-4EC4B1D7355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554ACD5-6E0B-5713-DC9A-41E9D62AB12D}"/>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4052739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5B2D45-7CDB-D38C-2AAE-273F797674E1}"/>
              </a:ext>
            </a:extLst>
          </p:cNvPr>
          <p:cNvSpPr>
            <a:spLocks noGrp="1"/>
          </p:cNvSpPr>
          <p:nvPr>
            <p:ph type="title"/>
          </p:nvPr>
        </p:nvSpPr>
        <p:spPr>
          <a:xfrm>
            <a:off x="521208" y="978408"/>
            <a:ext cx="5020056" cy="2459736"/>
          </a:xfrm>
        </p:spPr>
        <p:txBody>
          <a:bodyPr anchor="t">
            <a:noAutofit/>
          </a:bodyPr>
          <a:lstStyle>
            <a:lvl1pPr>
              <a:defRPr sz="4400"/>
            </a:lvl1pPr>
          </a:lstStyle>
          <a:p>
            <a:r>
              <a:rPr lang="en-US" dirty="0"/>
              <a:t>Click to edit Master title style</a:t>
            </a:r>
          </a:p>
        </p:txBody>
      </p:sp>
      <p:sp>
        <p:nvSpPr>
          <p:cNvPr id="3" name="Picture Placeholder 2">
            <a:extLst>
              <a:ext uri="{FF2B5EF4-FFF2-40B4-BE49-F238E27FC236}">
                <a16:creationId xmlns:a16="http://schemas.microsoft.com/office/drawing/2014/main" id="{CCBF0855-1744-56E4-B115-3A3C5EA7834B}"/>
              </a:ext>
            </a:extLst>
          </p:cNvPr>
          <p:cNvSpPr>
            <a:spLocks noGrp="1"/>
          </p:cNvSpPr>
          <p:nvPr>
            <p:ph type="pic" idx="1"/>
          </p:nvPr>
        </p:nvSpPr>
        <p:spPr>
          <a:xfrm>
            <a:off x="6519672" y="987424"/>
            <a:ext cx="5166360" cy="535838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85E8A1D-28AE-4A19-BD96-401D4822A53D}"/>
              </a:ext>
            </a:extLst>
          </p:cNvPr>
          <p:cNvSpPr>
            <a:spLocks noGrp="1"/>
          </p:cNvSpPr>
          <p:nvPr>
            <p:ph type="body" sz="half" idx="2"/>
          </p:nvPr>
        </p:nvSpPr>
        <p:spPr>
          <a:xfrm>
            <a:off x="521208" y="3575304"/>
            <a:ext cx="5020056" cy="2770632"/>
          </a:xfrm>
        </p:spPr>
        <p:txBody>
          <a:bodyPr>
            <a:normAutofit/>
          </a:bodyPr>
          <a:lstStyle>
            <a:lvl1pPr marL="0" indent="0">
              <a:buNone/>
              <a:defRPr sz="2200" i="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7327DDB-CE95-4C89-DFC5-7DDBFC24E89C}"/>
              </a:ext>
            </a:extLst>
          </p:cNvPr>
          <p:cNvSpPr>
            <a:spLocks noGrp="1"/>
          </p:cNvSpPr>
          <p:nvPr>
            <p:ph type="dt" sz="half" idx="10"/>
          </p:nvPr>
        </p:nvSpPr>
        <p:spPr/>
        <p:txBody>
          <a:bodyPr/>
          <a:lstStyle/>
          <a:p>
            <a:fld id="{E80C50CD-E178-4744-9B35-B2F624D6C5E9}" type="datetimeFigureOut">
              <a:rPr lang="en-US" smtClean="0"/>
              <a:t>12/12/2025</a:t>
            </a:fld>
            <a:endParaRPr lang="en-US"/>
          </a:p>
        </p:txBody>
      </p:sp>
      <p:sp>
        <p:nvSpPr>
          <p:cNvPr id="6" name="Footer Placeholder 5">
            <a:extLst>
              <a:ext uri="{FF2B5EF4-FFF2-40B4-BE49-F238E27FC236}">
                <a16:creationId xmlns:a16="http://schemas.microsoft.com/office/drawing/2014/main" id="{0522C835-F3B5-943C-FFC4-D5BA9666AF3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8709891-6E3C-ADED-01DD-15FCED37AF4A}"/>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458279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C36771-E72D-FAD8-771E-3E196DD2E1C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B5BB827-257D-60D9-792F-E6959004297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CE5D2E7-C856-F78A-E88C-375474982A5F}"/>
              </a:ext>
            </a:extLst>
          </p:cNvPr>
          <p:cNvSpPr>
            <a:spLocks noGrp="1"/>
          </p:cNvSpPr>
          <p:nvPr>
            <p:ph type="dt" sz="half" idx="10"/>
          </p:nvPr>
        </p:nvSpPr>
        <p:spPr/>
        <p:txBody>
          <a:bodyPr/>
          <a:lstStyle/>
          <a:p>
            <a:fld id="{E80C50CD-E178-4744-9B35-B2F624D6C5E9}" type="datetimeFigureOut">
              <a:rPr lang="en-US" smtClean="0"/>
              <a:t>12/12/2025</a:t>
            </a:fld>
            <a:endParaRPr lang="en-US"/>
          </a:p>
        </p:txBody>
      </p:sp>
      <p:sp>
        <p:nvSpPr>
          <p:cNvPr id="5" name="Footer Placeholder 4">
            <a:extLst>
              <a:ext uri="{FF2B5EF4-FFF2-40B4-BE49-F238E27FC236}">
                <a16:creationId xmlns:a16="http://schemas.microsoft.com/office/drawing/2014/main" id="{0FDAB289-9591-51C9-9E3C-B6F2ACC6A62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7FE037C-790D-7442-8E43-D2740B3952B1}"/>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34369790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2635151-A38B-3766-6A32-FF1DF7687D9F}"/>
              </a:ext>
            </a:extLst>
          </p:cNvPr>
          <p:cNvSpPr>
            <a:spLocks noGrp="1"/>
          </p:cNvSpPr>
          <p:nvPr>
            <p:ph type="title" orient="vert"/>
          </p:nvPr>
        </p:nvSpPr>
        <p:spPr>
          <a:xfrm>
            <a:off x="8659368" y="978408"/>
            <a:ext cx="2551176" cy="5367528"/>
          </a:xfrm>
        </p:spPr>
        <p:txBody>
          <a:bodyPr vert="eaVert"/>
          <a:lstStyle/>
          <a:p>
            <a:r>
              <a:rPr lang="en-US" dirty="0"/>
              <a:t>Click to edit Master title style</a:t>
            </a:r>
          </a:p>
        </p:txBody>
      </p:sp>
      <p:sp>
        <p:nvSpPr>
          <p:cNvPr id="3" name="Vertical Text Placeholder 2">
            <a:extLst>
              <a:ext uri="{FF2B5EF4-FFF2-40B4-BE49-F238E27FC236}">
                <a16:creationId xmlns:a16="http://schemas.microsoft.com/office/drawing/2014/main" id="{33D132D1-640C-FB9A-AD6F-D845738349F6}"/>
              </a:ext>
            </a:extLst>
          </p:cNvPr>
          <p:cNvSpPr>
            <a:spLocks noGrp="1"/>
          </p:cNvSpPr>
          <p:nvPr>
            <p:ph type="body" orient="vert" idx="1"/>
          </p:nvPr>
        </p:nvSpPr>
        <p:spPr>
          <a:xfrm>
            <a:off x="521208" y="978408"/>
            <a:ext cx="8010144" cy="5367528"/>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6955F80A-4BA7-8ED8-9A62-B92194272620}"/>
              </a:ext>
            </a:extLst>
          </p:cNvPr>
          <p:cNvSpPr>
            <a:spLocks noGrp="1"/>
          </p:cNvSpPr>
          <p:nvPr>
            <p:ph type="dt" sz="half" idx="10"/>
          </p:nvPr>
        </p:nvSpPr>
        <p:spPr/>
        <p:txBody>
          <a:bodyPr/>
          <a:lstStyle/>
          <a:p>
            <a:fld id="{E80C50CD-E178-4744-9B35-B2F624D6C5E9}" type="datetimeFigureOut">
              <a:rPr lang="en-US" smtClean="0"/>
              <a:t>12/12/2025</a:t>
            </a:fld>
            <a:endParaRPr lang="en-US"/>
          </a:p>
        </p:txBody>
      </p:sp>
      <p:sp>
        <p:nvSpPr>
          <p:cNvPr id="5" name="Footer Placeholder 4">
            <a:extLst>
              <a:ext uri="{FF2B5EF4-FFF2-40B4-BE49-F238E27FC236}">
                <a16:creationId xmlns:a16="http://schemas.microsoft.com/office/drawing/2014/main" id="{85E38113-D55A-A1A0-D1FE-53C95860FB6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919DDB-F89D-4B2D-21A2-82AF1D1023E4}"/>
              </a:ext>
            </a:extLst>
          </p:cNvPr>
          <p:cNvSpPr>
            <a:spLocks noGrp="1"/>
          </p:cNvSpPr>
          <p:nvPr>
            <p:ph type="sldNum" sz="quarter" idx="12"/>
          </p:nvPr>
        </p:nvSpPr>
        <p:spPr/>
        <p:txBody>
          <a:bodyPr/>
          <a:lstStyle/>
          <a:p>
            <a:fld id="{148CC95F-0247-41B6-91CF-DC97C76A7088}" type="slidenum">
              <a:rPr lang="en-US" smtClean="0"/>
              <a:t>‹#›</a:t>
            </a:fld>
            <a:endParaRPr lang="en-US"/>
          </a:p>
        </p:txBody>
      </p:sp>
      <p:sp>
        <p:nvSpPr>
          <p:cNvPr id="7" name="Rectangle 6">
            <a:extLst>
              <a:ext uri="{FF2B5EF4-FFF2-40B4-BE49-F238E27FC236}">
                <a16:creationId xmlns:a16="http://schemas.microsoft.com/office/drawing/2014/main" id="{262572D8-D485-1DB1-34B1-C35C61C89940}"/>
              </a:ext>
            </a:extLst>
          </p:cNvPr>
          <p:cNvSpPr/>
          <p:nvPr/>
        </p:nvSpPr>
        <p:spPr>
          <a:xfrm rot="5400000">
            <a:off x="8936623" y="3585018"/>
            <a:ext cx="5325734"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451356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31A28D7-6581-4956-AAE3-9104804DF55B}"/>
              </a:ext>
            </a:extLst>
          </p:cNvPr>
          <p:cNvSpPr>
            <a:spLocks noGrp="1"/>
          </p:cNvSpPr>
          <p:nvPr>
            <p:ph type="title"/>
          </p:nvPr>
        </p:nvSpPr>
        <p:spPr>
          <a:xfrm>
            <a:off x="521208" y="978408"/>
            <a:ext cx="11155680" cy="1463040"/>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F3CFCCA4-57A4-08A1-FC45-D2BBA66FABFA}"/>
              </a:ext>
            </a:extLst>
          </p:cNvPr>
          <p:cNvSpPr>
            <a:spLocks noGrp="1"/>
          </p:cNvSpPr>
          <p:nvPr>
            <p:ph type="body" idx="1"/>
          </p:nvPr>
        </p:nvSpPr>
        <p:spPr>
          <a:xfrm>
            <a:off x="521208" y="2578608"/>
            <a:ext cx="11155680" cy="376732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B0FAA0F4-2442-8D45-3C3D-1B8F55C8683A}"/>
              </a:ext>
            </a:extLst>
          </p:cNvPr>
          <p:cNvSpPr>
            <a:spLocks noGrp="1"/>
          </p:cNvSpPr>
          <p:nvPr>
            <p:ph type="dt" sz="half" idx="2"/>
          </p:nvPr>
        </p:nvSpPr>
        <p:spPr>
          <a:xfrm>
            <a:off x="521208" y="6419088"/>
            <a:ext cx="2743200" cy="365125"/>
          </a:xfrm>
          <a:prstGeom prst="rect">
            <a:avLst/>
          </a:prstGeom>
        </p:spPr>
        <p:txBody>
          <a:bodyPr vert="horz" lIns="91440" tIns="45720" rIns="91440" bIns="45720" rtlCol="0" anchor="ctr"/>
          <a:lstStyle>
            <a:lvl1pPr algn="l">
              <a:defRPr sz="900">
                <a:solidFill>
                  <a:schemeClr val="tx1"/>
                </a:solidFill>
              </a:defRPr>
            </a:lvl1pPr>
          </a:lstStyle>
          <a:p>
            <a:fld id="{E80C50CD-E178-4744-9B35-B2F624D6C5E9}" type="datetimeFigureOut">
              <a:rPr lang="en-US" smtClean="0"/>
              <a:pPr/>
              <a:t>12/12/2025</a:t>
            </a:fld>
            <a:endParaRPr lang="en-US"/>
          </a:p>
        </p:txBody>
      </p:sp>
      <p:sp>
        <p:nvSpPr>
          <p:cNvPr id="5" name="Footer Placeholder 4">
            <a:extLst>
              <a:ext uri="{FF2B5EF4-FFF2-40B4-BE49-F238E27FC236}">
                <a16:creationId xmlns:a16="http://schemas.microsoft.com/office/drawing/2014/main" id="{9E03785E-FB42-1D54-92AC-D0A61A8FABD4}"/>
              </a:ext>
            </a:extLst>
          </p:cNvPr>
          <p:cNvSpPr>
            <a:spLocks noGrp="1"/>
          </p:cNvSpPr>
          <p:nvPr>
            <p:ph type="ftr" sz="quarter" idx="3"/>
          </p:nvPr>
        </p:nvSpPr>
        <p:spPr>
          <a:xfrm>
            <a:off x="521208" y="100584"/>
            <a:ext cx="4114800" cy="365125"/>
          </a:xfrm>
          <a:prstGeom prst="rect">
            <a:avLst/>
          </a:prstGeom>
        </p:spPr>
        <p:txBody>
          <a:bodyPr vert="horz" lIns="91440" tIns="45720" rIns="91440" bIns="45720" rtlCol="0" anchor="ctr"/>
          <a:lstStyle>
            <a:lvl1pPr algn="l">
              <a:defRPr sz="9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BCC9CF34-1274-DB45-4809-90E5D244A9AE}"/>
              </a:ext>
            </a:extLst>
          </p:cNvPr>
          <p:cNvSpPr>
            <a:spLocks noGrp="1"/>
          </p:cNvSpPr>
          <p:nvPr>
            <p:ph type="sldNum" sz="quarter" idx="4"/>
          </p:nvPr>
        </p:nvSpPr>
        <p:spPr>
          <a:xfrm>
            <a:off x="11457432" y="6419088"/>
            <a:ext cx="640080" cy="365125"/>
          </a:xfrm>
          <a:prstGeom prst="rect">
            <a:avLst/>
          </a:prstGeom>
        </p:spPr>
        <p:txBody>
          <a:bodyPr vert="horz" lIns="91440" tIns="45720" rIns="91440" bIns="45720" rtlCol="0" anchor="ctr"/>
          <a:lstStyle>
            <a:lvl1pPr algn="r">
              <a:defRPr sz="900">
                <a:solidFill>
                  <a:schemeClr val="tx1"/>
                </a:solidFill>
              </a:defRPr>
            </a:lvl1pPr>
          </a:lstStyle>
          <a:p>
            <a:fld id="{148CC95F-0247-41B6-91CF-DC97C76A7088}" type="slidenum">
              <a:rPr lang="en-US" smtClean="0"/>
              <a:pPr/>
              <a:t>‹#›</a:t>
            </a:fld>
            <a:endParaRPr lang="en-US"/>
          </a:p>
        </p:txBody>
      </p:sp>
      <p:sp>
        <p:nvSpPr>
          <p:cNvPr id="7" name="Freeform: Shape 6">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3077872222"/>
      </p:ext>
    </p:extLst>
  </p:cSld>
  <p:clrMap bg1="lt1" tx1="dk1" bg2="lt2" tx2="dk2" accent1="accent1" accent2="accent2" accent3="accent3" accent4="accent4" accent5="accent5" accent6="accent6" hlink="hlink" folHlink="folHlink"/>
  <p:sldLayoutIdLst>
    <p:sldLayoutId id="2147483683" r:id="rId1"/>
    <p:sldLayoutId id="2147483682" r:id="rId2"/>
    <p:sldLayoutId id="2147483681" r:id="rId3"/>
    <p:sldLayoutId id="2147483680" r:id="rId4"/>
    <p:sldLayoutId id="2147483679" r:id="rId5"/>
    <p:sldLayoutId id="2147483678" r:id="rId6"/>
    <p:sldLayoutId id="2147483677" r:id="rId7"/>
    <p:sldLayoutId id="2147483676" r:id="rId8"/>
    <p:sldLayoutId id="2147483675" r:id="rId9"/>
    <p:sldLayoutId id="2147483674" r:id="rId10"/>
    <p:sldLayoutId id="2147483673" r:id="rId11"/>
  </p:sldLayoutIdLst>
  <p:txStyles>
    <p:titleStyle>
      <a:lvl1pPr algn="l" defTabSz="914400" rtl="0" eaLnBrk="1" latinLnBrk="0" hangingPunct="1">
        <a:lnSpc>
          <a:spcPct val="10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23.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3E93247-6229-44AB-A550-739E971E6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pic>
        <p:nvPicPr>
          <p:cNvPr id="4" name="Picture 3" descr="Wood human figure">
            <a:extLst>
              <a:ext uri="{FF2B5EF4-FFF2-40B4-BE49-F238E27FC236}">
                <a16:creationId xmlns:a16="http://schemas.microsoft.com/office/drawing/2014/main" id="{13203B37-A18D-BE83-503F-6C66A0B202AB}"/>
              </a:ext>
            </a:extLst>
          </p:cNvPr>
          <p:cNvPicPr>
            <a:picLocks noChangeAspect="1"/>
          </p:cNvPicPr>
          <p:nvPr/>
        </p:nvPicPr>
        <p:blipFill>
          <a:blip r:embed="rId2"/>
          <a:srcRect l="2840" r="6245" b="23272"/>
          <a:stretch>
            <a:fillRect/>
          </a:stretch>
        </p:blipFill>
        <p:spPr>
          <a:xfrm>
            <a:off x="20" y="10"/>
            <a:ext cx="12191979" cy="6857990"/>
          </a:xfrm>
          <a:prstGeom prst="rect">
            <a:avLst/>
          </a:prstGeom>
        </p:spPr>
      </p:pic>
      <p:sp>
        <p:nvSpPr>
          <p:cNvPr id="11" name="Rectangle 10">
            <a:extLst>
              <a:ext uri="{FF2B5EF4-FFF2-40B4-BE49-F238E27FC236}">
                <a16:creationId xmlns:a16="http://schemas.microsoft.com/office/drawing/2014/main" id="{AAB476BF-4EE2-5243-CABB-6CC72C39BF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5507179" y="173181"/>
            <a:ext cx="6858002" cy="6511640"/>
          </a:xfrm>
          <a:prstGeom prst="rect">
            <a:avLst/>
          </a:prstGeom>
          <a:gradFill>
            <a:gsLst>
              <a:gs pos="0">
                <a:schemeClr val="bg1">
                  <a:alpha val="0"/>
                </a:schemeClr>
              </a:gs>
              <a:gs pos="46000">
                <a:schemeClr val="bg1">
                  <a:alpha val="30000"/>
                </a:schemeClr>
              </a:gs>
              <a:gs pos="26000">
                <a:schemeClr val="bg1">
                  <a:alpha val="17000"/>
                </a:schemeClr>
              </a:gs>
              <a:gs pos="100000">
                <a:schemeClr val="bg1">
                  <a:alpha val="45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sp>
        <p:nvSpPr>
          <p:cNvPr id="2" name="Title 1"/>
          <p:cNvSpPr>
            <a:spLocks noGrp="1"/>
          </p:cNvSpPr>
          <p:nvPr>
            <p:ph type="ctrTitle"/>
          </p:nvPr>
        </p:nvSpPr>
        <p:spPr>
          <a:xfrm>
            <a:off x="7306780" y="978409"/>
            <a:ext cx="4496529" cy="3678268"/>
          </a:xfrm>
        </p:spPr>
        <p:txBody>
          <a:bodyPr anchor="t">
            <a:normAutofit/>
          </a:bodyPr>
          <a:lstStyle/>
          <a:p>
            <a:pPr>
              <a:lnSpc>
                <a:spcPct val="90000"/>
              </a:lnSpc>
            </a:pPr>
            <a:r>
              <a:rPr lang="en-US" sz="6000"/>
              <a:t>What Remedy Did You Ask For?</a:t>
            </a:r>
          </a:p>
        </p:txBody>
      </p:sp>
      <p:sp>
        <p:nvSpPr>
          <p:cNvPr id="3" name="Subtitle 2"/>
          <p:cNvSpPr>
            <a:spLocks noGrp="1"/>
          </p:cNvSpPr>
          <p:nvPr>
            <p:ph type="subTitle" idx="1"/>
          </p:nvPr>
        </p:nvSpPr>
        <p:spPr>
          <a:xfrm>
            <a:off x="7303288" y="4729138"/>
            <a:ext cx="4488812" cy="1150453"/>
          </a:xfrm>
        </p:spPr>
        <p:txBody>
          <a:bodyPr vert="horz" lIns="91440" tIns="45720" rIns="91440" bIns="45720" rtlCol="0" anchor="b">
            <a:normAutofit/>
          </a:bodyPr>
          <a:lstStyle/>
          <a:p>
            <a:r>
              <a:rPr lang="en-US" dirty="0"/>
              <a:t>A guide to additional remedies you might want to ask for.</a:t>
            </a:r>
          </a:p>
        </p:txBody>
      </p:sp>
      <p:sp>
        <p:nvSpPr>
          <p:cNvPr id="13" name="Rectangle 12">
            <a:extLst>
              <a:ext uri="{FF2B5EF4-FFF2-40B4-BE49-F238E27FC236}">
                <a16:creationId xmlns:a16="http://schemas.microsoft.com/office/drawing/2014/main" id="{20D28EA4-6F96-F7C6-1D07-5BA5C27387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06781" y="508090"/>
            <a:ext cx="4492754"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
        <p:nvSpPr>
          <p:cNvPr id="15" name="Rectangle 14">
            <a:extLst>
              <a:ext uri="{FF2B5EF4-FFF2-40B4-BE49-F238E27FC236}">
                <a16:creationId xmlns:a16="http://schemas.microsoft.com/office/drawing/2014/main" id="{FDFF93C5-0576-D227-80A7-4CFBA8791A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10119" y="6209925"/>
            <a:ext cx="4492754"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Tree>
    <p:extLst>
      <p:ext uri="{BB962C8B-B14F-4D97-AF65-F5344CB8AC3E}">
        <p14:creationId xmlns:p14="http://schemas.microsoft.com/office/powerpoint/2010/main" val="109857222"/>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E17AA97-89A7-45C1-B813-BFF6C23D79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33AC4FE1-D370-43A6-96C5-076716BB1E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A3D569D-D3A6-49CA-A483-291E95DACA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62168" y="612648"/>
            <a:ext cx="5021183"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E6A0CFB-2F1B-6292-4DD1-46379FE200B9}"/>
              </a:ext>
            </a:extLst>
          </p:cNvPr>
          <p:cNvSpPr>
            <a:spLocks noGrp="1"/>
          </p:cNvSpPr>
          <p:nvPr>
            <p:ph type="title"/>
          </p:nvPr>
        </p:nvSpPr>
        <p:spPr>
          <a:xfrm>
            <a:off x="521208" y="978408"/>
            <a:ext cx="5020056" cy="5376672"/>
          </a:xfrm>
        </p:spPr>
        <p:txBody>
          <a:bodyPr>
            <a:normAutofit/>
          </a:bodyPr>
          <a:lstStyle/>
          <a:p>
            <a:r>
              <a:rPr lang="en-US" dirty="0"/>
              <a:t>What is a remedy and why does it matter?</a:t>
            </a:r>
          </a:p>
        </p:txBody>
      </p:sp>
      <p:sp>
        <p:nvSpPr>
          <p:cNvPr id="3" name="Content Placeholder 2">
            <a:extLst>
              <a:ext uri="{FF2B5EF4-FFF2-40B4-BE49-F238E27FC236}">
                <a16:creationId xmlns:a16="http://schemas.microsoft.com/office/drawing/2014/main" id="{66A28C4D-D250-4860-5A5D-5AD754D46486}"/>
              </a:ext>
            </a:extLst>
          </p:cNvPr>
          <p:cNvSpPr>
            <a:spLocks noGrp="1"/>
          </p:cNvSpPr>
          <p:nvPr>
            <p:ph idx="1"/>
          </p:nvPr>
        </p:nvSpPr>
        <p:spPr>
          <a:xfrm>
            <a:off x="6665976" y="1042416"/>
            <a:ext cx="5010912" cy="5312664"/>
          </a:xfrm>
        </p:spPr>
        <p:txBody>
          <a:bodyPr vert="horz" lIns="91440" tIns="45720" rIns="91440" bIns="45720" rtlCol="0">
            <a:normAutofit/>
          </a:bodyPr>
          <a:lstStyle/>
          <a:p>
            <a:r>
              <a:rPr lang="en-US" dirty="0"/>
              <a:t>A remedy, in simple terms, can be described as what we are seeking in a grievance to fix the identified issue/ violation.</a:t>
            </a:r>
          </a:p>
          <a:p>
            <a:r>
              <a:rPr lang="en-US" dirty="0"/>
              <a:t>What we put down for the remedy helps guide the Agency on what we are seeking to remedy the violation to a satisfactory level for the employee. A remedy can simply define things such as removing AWOL, approving leave, or making an employee whole (we will cover this in a bit.) But, it can also be used as a deterrent to bad behaviors. For example, you could request an apology letter sent to the employee from the management responsible for the violation. This request would help to reduce our cases because management hates to admit wrong, especially in writing.</a:t>
            </a:r>
          </a:p>
          <a:p>
            <a:endParaRPr lang="en-US" dirty="0"/>
          </a:p>
        </p:txBody>
      </p:sp>
    </p:spTree>
    <p:extLst>
      <p:ext uri="{BB962C8B-B14F-4D97-AF65-F5344CB8AC3E}">
        <p14:creationId xmlns:p14="http://schemas.microsoft.com/office/powerpoint/2010/main" val="236374146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prestige"/>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EE42DCE-4A4F-44C4-84E5-261B3BEEF1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CDA20DDE-943B-FFBE-B8EF-DBB5958F3AB7}"/>
              </a:ext>
            </a:extLst>
          </p:cNvPr>
          <p:cNvSpPr>
            <a:spLocks noGrp="1"/>
          </p:cNvSpPr>
          <p:nvPr>
            <p:ph type="title"/>
          </p:nvPr>
        </p:nvSpPr>
        <p:spPr>
          <a:xfrm>
            <a:off x="521208" y="978408"/>
            <a:ext cx="6281928" cy="1463040"/>
          </a:xfrm>
        </p:spPr>
        <p:txBody>
          <a:bodyPr>
            <a:normAutofit/>
          </a:bodyPr>
          <a:lstStyle/>
          <a:p>
            <a:r>
              <a:rPr lang="en-US" dirty="0"/>
              <a:t>Why is this course important?</a:t>
            </a:r>
          </a:p>
        </p:txBody>
      </p:sp>
      <p:sp>
        <p:nvSpPr>
          <p:cNvPr id="12" name="Rectangle 11">
            <a:extLst>
              <a:ext uri="{FF2B5EF4-FFF2-40B4-BE49-F238E27FC236}">
                <a16:creationId xmlns:a16="http://schemas.microsoft.com/office/drawing/2014/main" id="{887F59F2-5FBC-40CD-AD35-376AECE49E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6281928"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9B16FFDA-7702-E4D3-E1FA-6EFFD5D138C3}"/>
              </a:ext>
            </a:extLst>
          </p:cNvPr>
          <p:cNvSpPr>
            <a:spLocks noGrp="1"/>
          </p:cNvSpPr>
          <p:nvPr>
            <p:ph idx="1"/>
          </p:nvPr>
        </p:nvSpPr>
        <p:spPr>
          <a:xfrm>
            <a:off x="521208" y="2578608"/>
            <a:ext cx="6281928" cy="3767328"/>
          </a:xfrm>
        </p:spPr>
        <p:txBody>
          <a:bodyPr vert="horz" lIns="91440" tIns="45720" rIns="91440" bIns="45720" rtlCol="0">
            <a:normAutofit/>
          </a:bodyPr>
          <a:lstStyle/>
          <a:p>
            <a:r>
              <a:rPr lang="en-US" dirty="0"/>
              <a:t>This course is designed with one thing in mind. How can we have a deeper impact to cause change with our cases in a positive way. The goal is to reduce our cases, correct managements behaviors, and create new ways for the Agency to have to meet our growing demands for change in an environment not conducive of positive influence. This course will help every steward think creatively when filing grievances to help deter management from continually breaking the rules, laws, and regulations they are intended to uphold.</a:t>
            </a:r>
          </a:p>
        </p:txBody>
      </p:sp>
      <p:pic>
        <p:nvPicPr>
          <p:cNvPr id="7" name="Graphic 6" descr="Light Bulb and Gear">
            <a:extLst>
              <a:ext uri="{FF2B5EF4-FFF2-40B4-BE49-F238E27FC236}">
                <a16:creationId xmlns:a16="http://schemas.microsoft.com/office/drawing/2014/main" id="{D70DEBB7-D891-5011-8C50-34548B058FE4}"/>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317668" y="1994644"/>
            <a:ext cx="4356461" cy="4356461"/>
          </a:xfrm>
          <a:prstGeom prst="rect">
            <a:avLst/>
          </a:prstGeom>
        </p:spPr>
      </p:pic>
    </p:spTree>
    <p:extLst>
      <p:ext uri="{BB962C8B-B14F-4D97-AF65-F5344CB8AC3E}">
        <p14:creationId xmlns:p14="http://schemas.microsoft.com/office/powerpoint/2010/main" val="2179465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Rectangle 8">
            <a:extLst>
              <a:ext uri="{FF2B5EF4-FFF2-40B4-BE49-F238E27FC236}">
                <a16:creationId xmlns:a16="http://schemas.microsoft.com/office/drawing/2014/main" id="{AA083F47-750E-A41F-1E5A-EFB054507C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userDrawn="1">
            <p:extLst>
              <p:ext uri="{386F3935-93C4-4BCD-93E2-E3B085C9AB24}">
                <p16:designElem xmlns:p16="http://schemas.microsoft.com/office/powerpoint/2015/main" val="1"/>
              </p:ext>
            </p:extLst>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EA67E988-5919-57BB-C7DE-D3EAD38A30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6209925"/>
            <a:ext cx="11155680" cy="45719"/>
          </a:xfrm>
          <a:custGeom>
            <a:avLst/>
            <a:gdLst/>
            <a:ahLst/>
            <a:cxnLst/>
            <a:rect l="l" t="t" r="r" b="b"/>
            <a:pathLst>
              <a:path w="8715708" h="45719">
                <a:moveTo>
                  <a:pt x="0" y="0"/>
                </a:moveTo>
                <a:lnTo>
                  <a:pt x="3694525" y="0"/>
                </a:lnTo>
                <a:lnTo>
                  <a:pt x="5021183" y="0"/>
                </a:lnTo>
                <a:lnTo>
                  <a:pt x="8715708" y="0"/>
                </a:lnTo>
                <a:lnTo>
                  <a:pt x="8715708" y="45719"/>
                </a:lnTo>
                <a:lnTo>
                  <a:pt x="5021183" y="45719"/>
                </a:lnTo>
                <a:lnTo>
                  <a:pt x="3694525" y="45719"/>
                </a:lnTo>
                <a:lnTo>
                  <a:pt x="0" y="4571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13" name="Rectangle 12">
            <a:extLst>
              <a:ext uri="{FF2B5EF4-FFF2-40B4-BE49-F238E27FC236}">
                <a16:creationId xmlns:a16="http://schemas.microsoft.com/office/drawing/2014/main" id="{E20BB609-EF92-42DB-836C-0699A590B5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9DFC00F-586A-7300-54A3-6598A34E1E92}"/>
              </a:ext>
            </a:extLst>
          </p:cNvPr>
          <p:cNvSpPr>
            <a:spLocks noGrp="1"/>
          </p:cNvSpPr>
          <p:nvPr>
            <p:ph type="title"/>
          </p:nvPr>
        </p:nvSpPr>
        <p:spPr>
          <a:xfrm>
            <a:off x="517870" y="978408"/>
            <a:ext cx="8107790" cy="3431580"/>
          </a:xfrm>
        </p:spPr>
        <p:txBody>
          <a:bodyPr vert="horz" lIns="91440" tIns="45720" rIns="91440" bIns="45720" rtlCol="0" anchor="t">
            <a:normAutofit/>
          </a:bodyPr>
          <a:lstStyle/>
          <a:p>
            <a:pPr>
              <a:lnSpc>
                <a:spcPct val="90000"/>
              </a:lnSpc>
            </a:pPr>
            <a:r>
              <a:rPr lang="en-US" sz="6100"/>
              <a:t>Let's go over some common Remedies you may see regularly.</a:t>
            </a:r>
          </a:p>
        </p:txBody>
      </p:sp>
      <p:sp>
        <p:nvSpPr>
          <p:cNvPr id="15" name="Rectangle 14">
            <a:extLst>
              <a:ext uri="{FF2B5EF4-FFF2-40B4-BE49-F238E27FC236}">
                <a16:creationId xmlns:a16="http://schemas.microsoft.com/office/drawing/2014/main" id="{B2C335F7-F61C-4EB4-80F2-4B1438FE66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8107790"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20011C4F-7FF0-7357-C559-B7679DC276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6209925"/>
            <a:ext cx="8101950" cy="45719"/>
          </a:xfrm>
          <a:custGeom>
            <a:avLst/>
            <a:gdLst>
              <a:gd name="connsiteX0" fmla="*/ 0 w 8715708"/>
              <a:gd name="connsiteY0" fmla="*/ 0 h 45719"/>
              <a:gd name="connsiteX1" fmla="*/ 3694525 w 8715708"/>
              <a:gd name="connsiteY1" fmla="*/ 0 h 45719"/>
              <a:gd name="connsiteX2" fmla="*/ 5021183 w 8715708"/>
              <a:gd name="connsiteY2" fmla="*/ 0 h 45719"/>
              <a:gd name="connsiteX3" fmla="*/ 8715708 w 8715708"/>
              <a:gd name="connsiteY3" fmla="*/ 0 h 45719"/>
              <a:gd name="connsiteX4" fmla="*/ 8715708 w 8715708"/>
              <a:gd name="connsiteY4" fmla="*/ 45719 h 45719"/>
              <a:gd name="connsiteX5" fmla="*/ 5021183 w 8715708"/>
              <a:gd name="connsiteY5" fmla="*/ 45719 h 45719"/>
              <a:gd name="connsiteX6" fmla="*/ 3694525 w 8715708"/>
              <a:gd name="connsiteY6" fmla="*/ 45719 h 45719"/>
              <a:gd name="connsiteX7" fmla="*/ 0 w 8715708"/>
              <a:gd name="connsiteY7" fmla="*/ 45719 h 45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715708" h="45719">
                <a:moveTo>
                  <a:pt x="0" y="0"/>
                </a:moveTo>
                <a:lnTo>
                  <a:pt x="3694525" y="0"/>
                </a:lnTo>
                <a:lnTo>
                  <a:pt x="5021183" y="0"/>
                </a:lnTo>
                <a:lnTo>
                  <a:pt x="8715708" y="0"/>
                </a:lnTo>
                <a:lnTo>
                  <a:pt x="8715708" y="45719"/>
                </a:lnTo>
                <a:lnTo>
                  <a:pt x="5021183" y="45719"/>
                </a:lnTo>
                <a:lnTo>
                  <a:pt x="3694525" y="45719"/>
                </a:lnTo>
                <a:lnTo>
                  <a:pt x="0" y="4571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879999281"/>
      </p:ext>
    </p:extLst>
  </p:cSld>
  <p:clrMapOvr>
    <a:masterClrMapping/>
  </p:clrMapOvr>
  <p:transition spd="slow">
    <p:push dir="u"/>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FC357E-6F44-E877-46B9-16088F64DBC2}"/>
              </a:ext>
            </a:extLst>
          </p:cNvPr>
          <p:cNvSpPr>
            <a:spLocks noGrp="1"/>
          </p:cNvSpPr>
          <p:nvPr>
            <p:ph type="title"/>
          </p:nvPr>
        </p:nvSpPr>
        <p:spPr/>
        <p:txBody>
          <a:bodyPr>
            <a:normAutofit fontScale="90000"/>
          </a:bodyPr>
          <a:lstStyle/>
          <a:p>
            <a:r>
              <a:rPr lang="en-US" dirty="0"/>
              <a:t>“The Agency shall remove AWOL and replace with the requested leave or LWOP.”</a:t>
            </a:r>
          </a:p>
        </p:txBody>
      </p:sp>
      <p:sp>
        <p:nvSpPr>
          <p:cNvPr id="3" name="Content Placeholder 2">
            <a:extLst>
              <a:ext uri="{FF2B5EF4-FFF2-40B4-BE49-F238E27FC236}">
                <a16:creationId xmlns:a16="http://schemas.microsoft.com/office/drawing/2014/main" id="{6D2ED620-C481-DA93-1BD9-662A2591C38E}"/>
              </a:ext>
            </a:extLst>
          </p:cNvPr>
          <p:cNvSpPr>
            <a:spLocks noGrp="1"/>
          </p:cNvSpPr>
          <p:nvPr>
            <p:ph idx="1"/>
          </p:nvPr>
        </p:nvSpPr>
        <p:spPr/>
        <p:txBody>
          <a:bodyPr vert="horz" lIns="91440" tIns="45720" rIns="91440" bIns="45720" rtlCol="0" anchor="t">
            <a:normAutofit/>
          </a:bodyPr>
          <a:lstStyle/>
          <a:p>
            <a:r>
              <a:rPr lang="en-US" dirty="0"/>
              <a:t>Why:</a:t>
            </a:r>
          </a:p>
          <a:p>
            <a:pPr lvl="1">
              <a:buFont typeface="Courier New" panose="020B0604020202020204" pitchFamily="34" charset="0"/>
              <a:buChar char="o"/>
            </a:pPr>
            <a:r>
              <a:rPr lang="en-US" dirty="0"/>
              <a:t>Removes the improperly applied AWOL against and employee and applies the leave that was requested prior.</a:t>
            </a:r>
          </a:p>
          <a:p>
            <a:r>
              <a:rPr lang="en-US" dirty="0"/>
              <a:t>Best for:</a:t>
            </a:r>
          </a:p>
          <a:p>
            <a:pPr lvl="1">
              <a:buFont typeface="Courier New" panose="020B0604020202020204" pitchFamily="34" charset="0"/>
              <a:buChar char="o"/>
            </a:pPr>
            <a:r>
              <a:rPr lang="en-US" dirty="0"/>
              <a:t>AWOL</a:t>
            </a:r>
          </a:p>
        </p:txBody>
      </p:sp>
    </p:spTree>
    <p:extLst>
      <p:ext uri="{BB962C8B-B14F-4D97-AF65-F5344CB8AC3E}">
        <p14:creationId xmlns:p14="http://schemas.microsoft.com/office/powerpoint/2010/main" val="150169023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DD143B-B4FA-E928-AC7B-2569D780BA48}"/>
              </a:ext>
            </a:extLst>
          </p:cNvPr>
          <p:cNvSpPr>
            <a:spLocks noGrp="1"/>
          </p:cNvSpPr>
          <p:nvPr>
            <p:ph type="title"/>
          </p:nvPr>
        </p:nvSpPr>
        <p:spPr/>
        <p:txBody>
          <a:bodyPr vert="horz" lIns="91440" tIns="45720" rIns="91440" bIns="45720" rtlCol="0" anchor="t">
            <a:noAutofit/>
          </a:bodyPr>
          <a:lstStyle/>
          <a:p>
            <a:r>
              <a:rPr lang="en-US" sz="3600" dirty="0"/>
              <a:t>“Raise or lower CJE's to reflect an accurate representation of the employee's performance.”</a:t>
            </a:r>
          </a:p>
        </p:txBody>
      </p:sp>
      <p:sp>
        <p:nvSpPr>
          <p:cNvPr id="3" name="Content Placeholder 2">
            <a:extLst>
              <a:ext uri="{FF2B5EF4-FFF2-40B4-BE49-F238E27FC236}">
                <a16:creationId xmlns:a16="http://schemas.microsoft.com/office/drawing/2014/main" id="{DDA96073-B0DC-4DC0-4C6A-1378E644CFEB}"/>
              </a:ext>
            </a:extLst>
          </p:cNvPr>
          <p:cNvSpPr>
            <a:spLocks noGrp="1"/>
          </p:cNvSpPr>
          <p:nvPr>
            <p:ph idx="1"/>
          </p:nvPr>
        </p:nvSpPr>
        <p:spPr/>
        <p:txBody>
          <a:bodyPr vert="horz" lIns="91440" tIns="45720" rIns="91440" bIns="45720" rtlCol="0" anchor="t">
            <a:normAutofit/>
          </a:bodyPr>
          <a:lstStyle/>
          <a:p>
            <a:r>
              <a:rPr lang="en-US" dirty="0">
                <a:ea typeface="+mn-lt"/>
                <a:cs typeface="+mn-lt"/>
              </a:rPr>
              <a:t>Why:</a:t>
            </a:r>
          </a:p>
          <a:p>
            <a:pPr lvl="1">
              <a:buFont typeface="Courier New" panose="020B0604020202020204" pitchFamily="34" charset="0"/>
              <a:buChar char="o"/>
            </a:pPr>
            <a:r>
              <a:rPr lang="en-US" dirty="0">
                <a:ea typeface="+mn-lt"/>
                <a:cs typeface="+mn-lt"/>
              </a:rPr>
              <a:t>Requests that the CJE's be raised (not lowered, this is specific for a reason.) It also states that this should be reflection upon the performance of the employee.</a:t>
            </a:r>
            <a:endParaRPr lang="en-US" dirty="0"/>
          </a:p>
          <a:p>
            <a:r>
              <a:rPr lang="en-US" dirty="0">
                <a:ea typeface="+mn-lt"/>
                <a:cs typeface="+mn-lt"/>
              </a:rPr>
              <a:t>Best for:</a:t>
            </a:r>
          </a:p>
          <a:p>
            <a:pPr lvl="1">
              <a:buFont typeface="Courier New" panose="020B0604020202020204" pitchFamily="34" charset="0"/>
              <a:buChar char="o"/>
            </a:pPr>
            <a:r>
              <a:rPr lang="en-US" dirty="0"/>
              <a:t>Annual Appraisal, unfair rating</a:t>
            </a:r>
          </a:p>
        </p:txBody>
      </p:sp>
    </p:spTree>
    <p:extLst>
      <p:ext uri="{BB962C8B-B14F-4D97-AF65-F5344CB8AC3E}">
        <p14:creationId xmlns:p14="http://schemas.microsoft.com/office/powerpoint/2010/main" val="4260116997"/>
      </p:ext>
    </p:extLst>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75EAFFD-4A47-DD53-4F76-BD457E18BF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
        <p:nvSpPr>
          <p:cNvPr id="2" name="Title 1">
            <a:extLst>
              <a:ext uri="{FF2B5EF4-FFF2-40B4-BE49-F238E27FC236}">
                <a16:creationId xmlns:a16="http://schemas.microsoft.com/office/drawing/2014/main" id="{A9FDEC21-0963-C11F-C5AF-D5BF057390E2}"/>
              </a:ext>
            </a:extLst>
          </p:cNvPr>
          <p:cNvSpPr>
            <a:spLocks noGrp="1"/>
          </p:cNvSpPr>
          <p:nvPr>
            <p:ph type="title"/>
          </p:nvPr>
        </p:nvSpPr>
        <p:spPr>
          <a:xfrm>
            <a:off x="521208" y="978408"/>
            <a:ext cx="3200400" cy="2432304"/>
          </a:xfrm>
        </p:spPr>
        <p:txBody>
          <a:bodyPr anchor="b">
            <a:normAutofit/>
          </a:bodyPr>
          <a:lstStyle/>
          <a:p>
            <a:pPr>
              <a:lnSpc>
                <a:spcPct val="90000"/>
              </a:lnSpc>
            </a:pPr>
            <a:r>
              <a:rPr lang="en-US" sz="3400"/>
              <a:t>Woah! Woah! Woah, Trainer! Did someone point out the issues?</a:t>
            </a:r>
          </a:p>
        </p:txBody>
      </p:sp>
      <p:sp>
        <p:nvSpPr>
          <p:cNvPr id="11" name="Freeform: Shape 10">
            <a:extLst>
              <a:ext uri="{FF2B5EF4-FFF2-40B4-BE49-F238E27FC236}">
                <a16:creationId xmlns:a16="http://schemas.microsoft.com/office/drawing/2014/main" id="{7CC1FECC-9CA4-341C-7E20-4728C51473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
        <p:nvSpPr>
          <p:cNvPr id="3" name="Content Placeholder 2">
            <a:extLst>
              <a:ext uri="{FF2B5EF4-FFF2-40B4-BE49-F238E27FC236}">
                <a16:creationId xmlns:a16="http://schemas.microsoft.com/office/drawing/2014/main" id="{C8FB4916-2B6B-B749-81A1-398646341B2B}"/>
              </a:ext>
            </a:extLst>
          </p:cNvPr>
          <p:cNvSpPr>
            <a:spLocks noGrp="1"/>
          </p:cNvSpPr>
          <p:nvPr>
            <p:ph idx="1"/>
          </p:nvPr>
        </p:nvSpPr>
        <p:spPr>
          <a:xfrm>
            <a:off x="521208" y="3538728"/>
            <a:ext cx="3200400" cy="2816352"/>
          </a:xfrm>
          <a:solidFill>
            <a:schemeClr val="accent6">
              <a:lumMod val="20000"/>
              <a:lumOff val="80000"/>
            </a:schemeClr>
          </a:solidFill>
        </p:spPr>
        <p:txBody>
          <a:bodyPr vert="horz" lIns="91440" tIns="45720" rIns="91440" bIns="45720" rtlCol="0">
            <a:normAutofit/>
          </a:bodyPr>
          <a:lstStyle/>
          <a:p>
            <a:pPr marL="0" indent="0">
              <a:buNone/>
            </a:pPr>
            <a:r>
              <a:rPr lang="en-US" dirty="0"/>
              <a:t>Did you catch the issues with the first 2 examples? If not, let's take a second to determine what the issue is.</a:t>
            </a:r>
          </a:p>
        </p:txBody>
      </p:sp>
      <p:pic>
        <p:nvPicPr>
          <p:cNvPr id="4" name="Picture 3" descr="A cartoon cat holding a sign&#10;&#10;AI-generated content may be incorrect.">
            <a:extLst>
              <a:ext uri="{FF2B5EF4-FFF2-40B4-BE49-F238E27FC236}">
                <a16:creationId xmlns:a16="http://schemas.microsoft.com/office/drawing/2014/main" id="{7F6F24B6-ABF2-84DD-79A2-012D7B8C3441}"/>
              </a:ext>
            </a:extLst>
          </p:cNvPr>
          <p:cNvPicPr>
            <a:picLocks noChangeAspect="1"/>
          </p:cNvPicPr>
          <p:nvPr/>
        </p:nvPicPr>
        <p:blipFill>
          <a:blip r:embed="rId2"/>
          <a:srcRect r="-1" b="28657"/>
          <a:stretch>
            <a:fillRect/>
          </a:stretch>
        </p:blipFill>
        <p:spPr>
          <a:xfrm>
            <a:off x="4136609" y="970929"/>
            <a:ext cx="7534183" cy="5375076"/>
          </a:xfrm>
          <a:prstGeom prst="rect">
            <a:avLst/>
          </a:prstGeom>
        </p:spPr>
      </p:pic>
    </p:spTree>
    <p:extLst>
      <p:ext uri="{BB962C8B-B14F-4D97-AF65-F5344CB8AC3E}">
        <p14:creationId xmlns:p14="http://schemas.microsoft.com/office/powerpoint/2010/main" val="27328600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1AAE7B-F19E-152F-CCFD-06D686ECCC51}"/>
              </a:ext>
            </a:extLst>
          </p:cNvPr>
          <p:cNvSpPr>
            <a:spLocks noGrp="1"/>
          </p:cNvSpPr>
          <p:nvPr>
            <p:ph type="title"/>
          </p:nvPr>
        </p:nvSpPr>
        <p:spPr/>
        <p:txBody>
          <a:bodyPr/>
          <a:lstStyle/>
          <a:p>
            <a:r>
              <a:rPr lang="en-US" sz="4000" dirty="0"/>
              <a:t>“The Agency shall remove AWOL and replace with the requested leave or LWOP.”</a:t>
            </a:r>
            <a:endParaRPr lang="en-US" dirty="0"/>
          </a:p>
        </p:txBody>
      </p:sp>
      <p:sp>
        <p:nvSpPr>
          <p:cNvPr id="3" name="Content Placeholder 2">
            <a:extLst>
              <a:ext uri="{FF2B5EF4-FFF2-40B4-BE49-F238E27FC236}">
                <a16:creationId xmlns:a16="http://schemas.microsoft.com/office/drawing/2014/main" id="{7C9B9575-2F2B-3C2C-ED3E-D1C2688B7635}"/>
              </a:ext>
            </a:extLst>
          </p:cNvPr>
          <p:cNvSpPr>
            <a:spLocks noGrp="1"/>
          </p:cNvSpPr>
          <p:nvPr>
            <p:ph idx="1"/>
          </p:nvPr>
        </p:nvSpPr>
        <p:spPr>
          <a:solidFill>
            <a:schemeClr val="accent6">
              <a:lumMod val="20000"/>
              <a:lumOff val="80000"/>
            </a:schemeClr>
          </a:solidFill>
        </p:spPr>
        <p:txBody>
          <a:bodyPr vert="horz" lIns="91440" tIns="45720" rIns="91440" bIns="45720" rtlCol="0" anchor="t">
            <a:normAutofit/>
          </a:bodyPr>
          <a:lstStyle/>
          <a:p>
            <a:r>
              <a:rPr lang="en-US" dirty="0"/>
              <a:t>Should we request this with LWOP?</a:t>
            </a:r>
          </a:p>
          <a:p>
            <a:pPr lvl="1">
              <a:buFont typeface="Courier New" panose="020B0604020202020204" pitchFamily="34" charset="0"/>
              <a:buChar char="o"/>
            </a:pPr>
            <a:r>
              <a:rPr lang="en-US" dirty="0"/>
              <a:t>Short answer, no we should not. This is us giving management the ability to dip out from paying for the leave requested. A better solution would be to wait till the meeting with management, and if warranted, you could suggest something like "Since you do not want to issue the leave the employee requested, would you at least consider LWOP instead of AWOL?" There is no harm in this, as it was determined prior to offering a no-payment option that a payment option would not be considered.</a:t>
            </a:r>
          </a:p>
        </p:txBody>
      </p:sp>
    </p:spTree>
    <p:extLst>
      <p:ext uri="{BB962C8B-B14F-4D97-AF65-F5344CB8AC3E}">
        <p14:creationId xmlns:p14="http://schemas.microsoft.com/office/powerpoint/2010/main" val="32584897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19C888-1C86-56AB-9248-700071E58A96}"/>
              </a:ext>
            </a:extLst>
          </p:cNvPr>
          <p:cNvSpPr>
            <a:spLocks noGrp="1"/>
          </p:cNvSpPr>
          <p:nvPr>
            <p:ph type="title"/>
          </p:nvPr>
        </p:nvSpPr>
        <p:spPr/>
        <p:txBody>
          <a:bodyPr/>
          <a:lstStyle/>
          <a:p>
            <a:r>
              <a:rPr lang="en-US" sz="3600" dirty="0"/>
              <a:t>“Raise or lower CJE's to reflect an accurate representation of the employee's performance.”</a:t>
            </a:r>
          </a:p>
        </p:txBody>
      </p:sp>
      <p:sp>
        <p:nvSpPr>
          <p:cNvPr id="3" name="Content Placeholder 2">
            <a:extLst>
              <a:ext uri="{FF2B5EF4-FFF2-40B4-BE49-F238E27FC236}">
                <a16:creationId xmlns:a16="http://schemas.microsoft.com/office/drawing/2014/main" id="{5B531693-E3A5-2FBA-AC09-2DD431BAF9F0}"/>
              </a:ext>
            </a:extLst>
          </p:cNvPr>
          <p:cNvSpPr>
            <a:spLocks noGrp="1"/>
          </p:cNvSpPr>
          <p:nvPr>
            <p:ph idx="1"/>
          </p:nvPr>
        </p:nvSpPr>
        <p:spPr>
          <a:solidFill>
            <a:schemeClr val="accent6">
              <a:lumMod val="20000"/>
              <a:lumOff val="80000"/>
            </a:schemeClr>
          </a:solidFill>
        </p:spPr>
        <p:txBody>
          <a:bodyPr vert="horz" lIns="91440" tIns="45720" rIns="91440" bIns="45720" rtlCol="0" anchor="t">
            <a:normAutofit/>
          </a:bodyPr>
          <a:lstStyle/>
          <a:p>
            <a:r>
              <a:rPr lang="en-US" dirty="0"/>
              <a:t>Should we ask for all CJE's to be raised like this?</a:t>
            </a:r>
          </a:p>
          <a:p>
            <a:pPr lvl="1">
              <a:buFont typeface="Courier New" panose="020B0604020202020204" pitchFamily="34" charset="0"/>
              <a:buChar char="o"/>
            </a:pPr>
            <a:r>
              <a:rPr lang="en-US" dirty="0"/>
              <a:t>Short answer, no. We should be specific and explain exactly what we want and why. Instead of stating "Raise CJE's", get specific and state something like this "Raise CJE 1A, 1B, 3A, 4B, 4C, 5A, 5B, 5C." This is very specific and these are the only CJE's we want management to look at, the rest were determined to be fine or un-approvable for a higher score.</a:t>
            </a:r>
          </a:p>
          <a:p>
            <a:r>
              <a:rPr lang="en-US" dirty="0"/>
              <a:t>Should we ask for the CJE's to be lowered?</a:t>
            </a:r>
          </a:p>
          <a:p>
            <a:pPr lvl="1">
              <a:buFont typeface="Courier New" panose="020B0604020202020204" pitchFamily="34" charset="0"/>
              <a:buChar char="o"/>
            </a:pPr>
            <a:r>
              <a:rPr lang="en-US" dirty="0"/>
              <a:t>Short answer, no. Why would we ever want to ask for the remedy to be less than we started with? Including "or lower" in this remedy sets us up to potentially cause harm to an employee. We do not want to give management the choice on what to raise or what to lower, remember they had this option already and it led to this grievance. Just do not do this!</a:t>
            </a:r>
          </a:p>
        </p:txBody>
      </p:sp>
    </p:spTree>
    <p:extLst>
      <p:ext uri="{BB962C8B-B14F-4D97-AF65-F5344CB8AC3E}">
        <p14:creationId xmlns:p14="http://schemas.microsoft.com/office/powerpoint/2010/main" val="26667966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20C04C-695B-3A7A-4DC1-6E8ECA1FD458}"/>
              </a:ext>
            </a:extLst>
          </p:cNvPr>
          <p:cNvSpPr>
            <a:spLocks noGrp="1"/>
          </p:cNvSpPr>
          <p:nvPr>
            <p:ph type="title"/>
          </p:nvPr>
        </p:nvSpPr>
        <p:spPr/>
        <p:txBody>
          <a:bodyPr>
            <a:normAutofit fontScale="90000"/>
          </a:bodyPr>
          <a:lstStyle/>
          <a:p>
            <a:r>
              <a:rPr lang="en-US" dirty="0"/>
              <a:t>Wait, why are you showing us something the wrong way when you should be teaching us the right way to do things??</a:t>
            </a:r>
          </a:p>
        </p:txBody>
      </p:sp>
      <p:sp>
        <p:nvSpPr>
          <p:cNvPr id="3" name="Content Placeholder 2">
            <a:extLst>
              <a:ext uri="{FF2B5EF4-FFF2-40B4-BE49-F238E27FC236}">
                <a16:creationId xmlns:a16="http://schemas.microsoft.com/office/drawing/2014/main" id="{5DA812E2-3686-714A-342C-0BCDE984C7E4}"/>
              </a:ext>
            </a:extLst>
          </p:cNvPr>
          <p:cNvSpPr>
            <a:spLocks noGrp="1"/>
          </p:cNvSpPr>
          <p:nvPr>
            <p:ph idx="1"/>
          </p:nvPr>
        </p:nvSpPr>
        <p:spPr>
          <a:xfrm>
            <a:off x="521208" y="3086608"/>
            <a:ext cx="11155680" cy="3259328"/>
          </a:xfrm>
          <a:solidFill>
            <a:schemeClr val="accent6">
              <a:lumMod val="20000"/>
              <a:lumOff val="80000"/>
            </a:schemeClr>
          </a:solidFill>
        </p:spPr>
        <p:txBody>
          <a:bodyPr vert="horz" lIns="91440" tIns="45720" rIns="91440" bIns="45720" rtlCol="0" anchor="t">
            <a:normAutofit/>
          </a:bodyPr>
          <a:lstStyle/>
          <a:p>
            <a:r>
              <a:rPr lang="en-US" dirty="0"/>
              <a:t>You're right. As a trainer, I should be ensuring I am giving all the accurate information I can. However, this subject needs and requires that you think outside of the box. How am I expected to teach you that if you trust everything that is given to you, even by me... the trainer. So, moving forward, be sure to ask yourself, is this the strongest it can be. No matter who it is telling you. Speak freely when you have a suggestion or a question, we may just stumble upon the greatest remedy possible.</a:t>
            </a:r>
          </a:p>
        </p:txBody>
      </p:sp>
      <p:pic>
        <p:nvPicPr>
          <p:cNvPr id="5" name="Picture 4" descr="A cartoon of a cat sitting in a box&#10;&#10;AI-generated content may be incorrect.">
            <a:extLst>
              <a:ext uri="{FF2B5EF4-FFF2-40B4-BE49-F238E27FC236}">
                <a16:creationId xmlns:a16="http://schemas.microsoft.com/office/drawing/2014/main" id="{1CC39975-FF11-97BC-2F57-B56610D891F1}"/>
              </a:ext>
            </a:extLst>
          </p:cNvPr>
          <p:cNvPicPr>
            <a:picLocks noChangeAspect="1"/>
          </p:cNvPicPr>
          <p:nvPr/>
        </p:nvPicPr>
        <p:blipFill>
          <a:blip r:embed="rId2"/>
          <a:stretch>
            <a:fillRect/>
          </a:stretch>
        </p:blipFill>
        <p:spPr>
          <a:xfrm>
            <a:off x="9755717" y="4284133"/>
            <a:ext cx="2438400" cy="2438400"/>
          </a:xfrm>
          <a:prstGeom prst="rect">
            <a:avLst/>
          </a:prstGeom>
        </p:spPr>
      </p:pic>
    </p:spTree>
    <p:extLst>
      <p:ext uri="{BB962C8B-B14F-4D97-AF65-F5344CB8AC3E}">
        <p14:creationId xmlns:p14="http://schemas.microsoft.com/office/powerpoint/2010/main" val="14419329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E17AA97-89A7-45C1-B813-BFF6C23D79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33AC4FE1-D370-43A6-96C5-076716BB1E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A3D569D-D3A6-49CA-A483-291E95DACA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62168" y="612648"/>
            <a:ext cx="5021183"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3A867FE-C1F3-D086-A550-9A350D0F1F3D}"/>
              </a:ext>
            </a:extLst>
          </p:cNvPr>
          <p:cNvSpPr>
            <a:spLocks noGrp="1"/>
          </p:cNvSpPr>
          <p:nvPr>
            <p:ph type="title"/>
          </p:nvPr>
        </p:nvSpPr>
        <p:spPr>
          <a:xfrm>
            <a:off x="521208" y="978408"/>
            <a:ext cx="5020056" cy="5376672"/>
          </a:xfrm>
        </p:spPr>
        <p:txBody>
          <a:bodyPr vert="horz" lIns="91440" tIns="45720" rIns="91440" bIns="45720" rtlCol="0">
            <a:normAutofit/>
          </a:bodyPr>
          <a:lstStyle/>
          <a:p>
            <a:r>
              <a:rPr lang="en-US" sz="4100"/>
              <a:t>“The Agency shall reinstate any leave the employee was required to use as a result of management’s improper action.”</a:t>
            </a:r>
            <a:br>
              <a:rPr lang="en-US" sz="4100"/>
            </a:br>
            <a:endParaRPr lang="en-US" sz="4100"/>
          </a:p>
        </p:txBody>
      </p:sp>
      <p:sp>
        <p:nvSpPr>
          <p:cNvPr id="3" name="Content Placeholder 2">
            <a:extLst>
              <a:ext uri="{FF2B5EF4-FFF2-40B4-BE49-F238E27FC236}">
                <a16:creationId xmlns:a16="http://schemas.microsoft.com/office/drawing/2014/main" id="{BB0EBFD9-2219-CFE4-8CF4-EBF4A08F06B5}"/>
              </a:ext>
            </a:extLst>
          </p:cNvPr>
          <p:cNvSpPr>
            <a:spLocks noGrp="1"/>
          </p:cNvSpPr>
          <p:nvPr>
            <p:ph idx="1"/>
          </p:nvPr>
        </p:nvSpPr>
        <p:spPr>
          <a:xfrm>
            <a:off x="6665976" y="1042416"/>
            <a:ext cx="5010912" cy="5312664"/>
          </a:xfrm>
        </p:spPr>
        <p:txBody>
          <a:bodyPr vert="horz" lIns="91440" tIns="45720" rIns="91440" bIns="45720" rtlCol="0">
            <a:normAutofit/>
          </a:bodyPr>
          <a:lstStyle/>
          <a:p>
            <a:r>
              <a:rPr lang="en-US" dirty="0"/>
              <a:t>Why:</a:t>
            </a:r>
          </a:p>
          <a:p>
            <a:pPr lvl="1">
              <a:buFont typeface="Courier New" panose="020B0604020202020204" pitchFamily="34" charset="0"/>
              <a:buChar char="o"/>
            </a:pPr>
            <a:r>
              <a:rPr lang="en-US" dirty="0"/>
              <a:t>Fixes situations where leave was burned due to management errors.</a:t>
            </a:r>
            <a:endParaRPr lang="en-US"/>
          </a:p>
          <a:p>
            <a:r>
              <a:rPr lang="en-US" dirty="0"/>
              <a:t>Best for:</a:t>
            </a:r>
          </a:p>
          <a:p>
            <a:pPr lvl="1">
              <a:buFont typeface="Courier New" panose="020B0604020202020204" pitchFamily="34" charset="0"/>
              <a:buChar char="o"/>
            </a:pPr>
            <a:r>
              <a:rPr lang="en-US" dirty="0"/>
              <a:t>AWOL, leave misuse.</a:t>
            </a:r>
          </a:p>
        </p:txBody>
      </p:sp>
    </p:spTree>
    <p:extLst>
      <p:ext uri="{BB962C8B-B14F-4D97-AF65-F5344CB8AC3E}">
        <p14:creationId xmlns:p14="http://schemas.microsoft.com/office/powerpoint/2010/main" val="3465996415"/>
      </p:ext>
    </p:extLst>
  </p:cSld>
  <p:clrMapOvr>
    <a:masterClrMapping/>
  </p:clrMapOvr>
  <p:transition spd="med">
    <p:pull/>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653AE3C-AC4F-907C-B473-B9A30D2150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
        <p:nvSpPr>
          <p:cNvPr id="10" name="Rectangle 9">
            <a:extLst>
              <a:ext uri="{FF2B5EF4-FFF2-40B4-BE49-F238E27FC236}">
                <a16:creationId xmlns:a16="http://schemas.microsoft.com/office/drawing/2014/main" id="{DC81933E-93BD-38CE-3C98-D10B2844C5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1" y="508090"/>
            <a:ext cx="3412998"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
        <p:nvSpPr>
          <p:cNvPr id="12" name="Rectangle 11">
            <a:extLst>
              <a:ext uri="{FF2B5EF4-FFF2-40B4-BE49-F238E27FC236}">
                <a16:creationId xmlns:a16="http://schemas.microsoft.com/office/drawing/2014/main" id="{5B3B7A5C-39EE-77A0-28F9-DF51372312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36008" y="611650"/>
            <a:ext cx="7031736"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
        <p:nvSpPr>
          <p:cNvPr id="2" name="Title 1">
            <a:extLst>
              <a:ext uri="{FF2B5EF4-FFF2-40B4-BE49-F238E27FC236}">
                <a16:creationId xmlns:a16="http://schemas.microsoft.com/office/drawing/2014/main" id="{66EBCB5B-BA29-D18E-7AAB-0109D20A4D0D}"/>
              </a:ext>
            </a:extLst>
          </p:cNvPr>
          <p:cNvSpPr>
            <a:spLocks noGrp="1"/>
          </p:cNvSpPr>
          <p:nvPr>
            <p:ph type="title"/>
          </p:nvPr>
        </p:nvSpPr>
        <p:spPr>
          <a:xfrm>
            <a:off x="521208" y="1037023"/>
            <a:ext cx="3899173" cy="5318057"/>
          </a:xfrm>
        </p:spPr>
        <p:txBody>
          <a:bodyPr vert="horz" lIns="91440" tIns="45720" rIns="91440" bIns="45720" rtlCol="0">
            <a:normAutofit fontScale="90000"/>
          </a:bodyPr>
          <a:lstStyle/>
          <a:p>
            <a:r>
              <a:rPr lang="en-US" sz="3700" dirty="0">
                <a:latin typeface="Bierstadt"/>
              </a:rPr>
              <a:t>“</a:t>
            </a:r>
            <a:r>
              <a:rPr lang="en-US" sz="3700" dirty="0">
                <a:ea typeface="+mj-lt"/>
                <a:cs typeface="+mj-lt"/>
              </a:rPr>
              <a:t>The Agency shall make the grievant whole, to include restoring all pay, leave, and benefits the employee would have received but for the violation.</a:t>
            </a:r>
            <a:r>
              <a:rPr lang="en-US" sz="3700" dirty="0">
                <a:latin typeface="Bierstadt"/>
              </a:rPr>
              <a:t>”</a:t>
            </a:r>
          </a:p>
        </p:txBody>
      </p:sp>
      <p:sp>
        <p:nvSpPr>
          <p:cNvPr id="3" name="Content Placeholder 2">
            <a:extLst>
              <a:ext uri="{FF2B5EF4-FFF2-40B4-BE49-F238E27FC236}">
                <a16:creationId xmlns:a16="http://schemas.microsoft.com/office/drawing/2014/main" id="{7575A24C-CBF9-3A8A-9BC1-6ADB3EFB653F}"/>
              </a:ext>
            </a:extLst>
          </p:cNvPr>
          <p:cNvSpPr>
            <a:spLocks noGrp="1"/>
          </p:cNvSpPr>
          <p:nvPr>
            <p:ph idx="1"/>
          </p:nvPr>
        </p:nvSpPr>
        <p:spPr>
          <a:xfrm>
            <a:off x="4636008" y="1042416"/>
            <a:ext cx="7031736" cy="5312664"/>
          </a:xfrm>
        </p:spPr>
        <p:txBody>
          <a:bodyPr vert="horz" lIns="91440" tIns="45720" rIns="91440" bIns="45720" rtlCol="0" anchor="t">
            <a:normAutofit/>
          </a:bodyPr>
          <a:lstStyle/>
          <a:p>
            <a:r>
              <a:rPr lang="en-US" dirty="0"/>
              <a:t>Why:</a:t>
            </a:r>
          </a:p>
          <a:p>
            <a:pPr lvl="1">
              <a:buFont typeface="Courier New" panose="020B0604020202020204" pitchFamily="34" charset="0"/>
              <a:buChar char="o"/>
            </a:pPr>
            <a:r>
              <a:rPr lang="en-US" dirty="0"/>
              <a:t>Core make-whole remedy. This restores an employees pay, leave, and any benefits owed to them had the violation not taken place.</a:t>
            </a:r>
          </a:p>
          <a:p>
            <a:r>
              <a:rPr lang="en-US" dirty="0"/>
              <a:t>Best for:</a:t>
            </a:r>
          </a:p>
          <a:p>
            <a:pPr lvl="1">
              <a:buFont typeface="Courier New" panose="020B0604020202020204" pitchFamily="34" charset="0"/>
              <a:buChar char="o"/>
            </a:pPr>
            <a:r>
              <a:rPr lang="en-US" dirty="0"/>
              <a:t>AWOL, leave denials, pay errors.</a:t>
            </a:r>
          </a:p>
        </p:txBody>
      </p:sp>
    </p:spTree>
    <p:extLst>
      <p:ext uri="{BB962C8B-B14F-4D97-AF65-F5344CB8AC3E}">
        <p14:creationId xmlns:p14="http://schemas.microsoft.com/office/powerpoint/2010/main" val="38850957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Freeform: Shape 17">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9" name="Freeform: Shape 18">
            <a:extLst>
              <a:ext uri="{FF2B5EF4-FFF2-40B4-BE49-F238E27FC236}">
                <a16:creationId xmlns:a16="http://schemas.microsoft.com/office/drawing/2014/main" id="{EA67E988-5919-57BB-C7DE-D3EAD38A30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6209925"/>
            <a:ext cx="11155680" cy="45719"/>
          </a:xfrm>
          <a:custGeom>
            <a:avLst/>
            <a:gdLst/>
            <a:ahLst/>
            <a:cxnLst/>
            <a:rect l="l" t="t" r="r" b="b"/>
            <a:pathLst>
              <a:path w="8715708" h="45719">
                <a:moveTo>
                  <a:pt x="0" y="0"/>
                </a:moveTo>
                <a:lnTo>
                  <a:pt x="3694525" y="0"/>
                </a:lnTo>
                <a:lnTo>
                  <a:pt x="5021183" y="0"/>
                </a:lnTo>
                <a:lnTo>
                  <a:pt x="8715708" y="0"/>
                </a:lnTo>
                <a:lnTo>
                  <a:pt x="8715708" y="45719"/>
                </a:lnTo>
                <a:lnTo>
                  <a:pt x="5021183" y="45719"/>
                </a:lnTo>
                <a:lnTo>
                  <a:pt x="3694525" y="45719"/>
                </a:lnTo>
                <a:lnTo>
                  <a:pt x="0" y="4571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20" name="Rectangle 19">
            <a:extLst>
              <a:ext uri="{FF2B5EF4-FFF2-40B4-BE49-F238E27FC236}">
                <a16:creationId xmlns:a16="http://schemas.microsoft.com/office/drawing/2014/main" id="{B7E2F724-2FB3-4D1D-A730-739B8654C0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1" name="Picture 20" descr="Plastic containers in bright colors">
            <a:extLst>
              <a:ext uri="{FF2B5EF4-FFF2-40B4-BE49-F238E27FC236}">
                <a16:creationId xmlns:a16="http://schemas.microsoft.com/office/drawing/2014/main" id="{EB9E57DC-DEC0-82DF-EF4C-3BFA801D94BB}"/>
              </a:ext>
            </a:extLst>
          </p:cNvPr>
          <p:cNvPicPr>
            <a:picLocks noChangeAspect="1"/>
          </p:cNvPicPr>
          <p:nvPr/>
        </p:nvPicPr>
        <p:blipFill>
          <a:blip r:embed="rId2">
            <a:alphaModFix amt="40000"/>
          </a:blip>
          <a:srcRect t="8900" r="-2" b="6764"/>
          <a:stretch>
            <a:fillRect/>
          </a:stretch>
        </p:blipFill>
        <p:spPr>
          <a:xfrm>
            <a:off x="-2" y="-2"/>
            <a:ext cx="12192001" cy="6858001"/>
          </a:xfrm>
          <a:prstGeom prst="rect">
            <a:avLst/>
          </a:prstGeom>
        </p:spPr>
      </p:pic>
      <p:sp>
        <p:nvSpPr>
          <p:cNvPr id="2" name="Title 1">
            <a:extLst>
              <a:ext uri="{FF2B5EF4-FFF2-40B4-BE49-F238E27FC236}">
                <a16:creationId xmlns:a16="http://schemas.microsoft.com/office/drawing/2014/main" id="{D91E2FEC-EFE5-4DAF-6DB4-76CF1E528538}"/>
              </a:ext>
            </a:extLst>
          </p:cNvPr>
          <p:cNvSpPr>
            <a:spLocks noGrp="1"/>
          </p:cNvSpPr>
          <p:nvPr>
            <p:ph type="title"/>
          </p:nvPr>
        </p:nvSpPr>
        <p:spPr>
          <a:xfrm>
            <a:off x="517870" y="978407"/>
            <a:ext cx="8481931" cy="3290107"/>
          </a:xfrm>
        </p:spPr>
        <p:txBody>
          <a:bodyPr vert="horz" lIns="91440" tIns="45720" rIns="91440" bIns="45720" rtlCol="0" anchor="t">
            <a:normAutofit/>
          </a:bodyPr>
          <a:lstStyle/>
          <a:p>
            <a:pPr>
              <a:lnSpc>
                <a:spcPct val="90000"/>
              </a:lnSpc>
            </a:pPr>
            <a:r>
              <a:rPr lang="en-US" sz="3800" dirty="0">
                <a:solidFill>
                  <a:srgbClr val="FFFFFF"/>
                </a:solidFill>
              </a:rPr>
              <a:t>Now let's review some additional remedies as a class that you could ask for to help deter reoccurrence from the same area.</a:t>
            </a:r>
          </a:p>
        </p:txBody>
      </p:sp>
      <p:sp>
        <p:nvSpPr>
          <p:cNvPr id="22" name="Rectangle 21">
            <a:extLst>
              <a:ext uri="{FF2B5EF4-FFF2-40B4-BE49-F238E27FC236}">
                <a16:creationId xmlns:a16="http://schemas.microsoft.com/office/drawing/2014/main" id="{B2C335F7-F61C-4EB4-80F2-4B1438FE66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5021183" cy="149279"/>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3393355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5="http://schemas.microsoft.com/office/powerpoint/2012/main">
    <mc:Choice Requires="p15">
      <p:transition xmlns:p14="http://schemas.microsoft.com/office/powerpoint/2010/main" spd="slow" p14:dur="3250">
        <p15:prstTrans prst="origami"/>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F420BC5C-C418-4843-B04B-6918968D09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8A92F446-587A-43BA-21D6-21533D73BC1E}"/>
              </a:ext>
            </a:extLst>
          </p:cNvPr>
          <p:cNvSpPr>
            <a:spLocks noGrp="1"/>
          </p:cNvSpPr>
          <p:nvPr>
            <p:ph type="title"/>
          </p:nvPr>
        </p:nvSpPr>
        <p:spPr>
          <a:xfrm>
            <a:off x="521208" y="978408"/>
            <a:ext cx="3154680" cy="4069080"/>
          </a:xfrm>
        </p:spPr>
        <p:txBody>
          <a:bodyPr vert="horz" lIns="91440" tIns="45720" rIns="91440" bIns="45720" rtlCol="0">
            <a:normAutofit/>
          </a:bodyPr>
          <a:lstStyle/>
          <a:p>
            <a:pPr>
              <a:lnSpc>
                <a:spcPct val="90000"/>
              </a:lnSpc>
            </a:pPr>
            <a:r>
              <a:rPr lang="en-US" sz="2500" dirty="0"/>
              <a:t>"The Agency shall provide the responsible management official with formal training on the violated contract provisions to ensure future compliance."</a:t>
            </a:r>
          </a:p>
        </p:txBody>
      </p:sp>
      <p:sp>
        <p:nvSpPr>
          <p:cNvPr id="26" name="Rectangle 25">
            <a:extLst>
              <a:ext uri="{FF2B5EF4-FFF2-40B4-BE49-F238E27FC236}">
                <a16:creationId xmlns:a16="http://schemas.microsoft.com/office/drawing/2014/main" id="{04E511C3-750B-AA87-AE51-0FA2069EA0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11155680"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20" name="Content Placeholder 2">
            <a:extLst>
              <a:ext uri="{FF2B5EF4-FFF2-40B4-BE49-F238E27FC236}">
                <a16:creationId xmlns:a16="http://schemas.microsoft.com/office/drawing/2014/main" id="{6FE3F5BA-66B4-6F65-D805-35494D5D8F39}"/>
              </a:ext>
            </a:extLst>
          </p:cNvPr>
          <p:cNvGraphicFramePr>
            <a:graphicFrameLocks noGrp="1"/>
          </p:cNvGraphicFramePr>
          <p:nvPr>
            <p:ph idx="1"/>
            <p:extLst>
              <p:ext uri="{D42A27DB-BD31-4B8C-83A1-F6EECF244321}">
                <p14:modId xmlns:p14="http://schemas.microsoft.com/office/powerpoint/2010/main" val="4005470621"/>
              </p:ext>
            </p:extLst>
          </p:nvPr>
        </p:nvGraphicFramePr>
        <p:xfrm>
          <a:off x="4187952" y="978408"/>
          <a:ext cx="7488936" cy="52395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996227284"/>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4E17AA97-89A7-45C1-B813-BFF6C23D79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0D511FAF-945F-D50A-029C-85318AE69103}"/>
              </a:ext>
            </a:extLst>
          </p:cNvPr>
          <p:cNvSpPr>
            <a:spLocks noGrp="1"/>
          </p:cNvSpPr>
          <p:nvPr>
            <p:ph type="title"/>
          </p:nvPr>
        </p:nvSpPr>
        <p:spPr>
          <a:xfrm>
            <a:off x="521208" y="978408"/>
            <a:ext cx="4032504" cy="3364992"/>
          </a:xfrm>
        </p:spPr>
        <p:txBody>
          <a:bodyPr>
            <a:normAutofit/>
          </a:bodyPr>
          <a:lstStyle/>
          <a:p>
            <a:pPr>
              <a:lnSpc>
                <a:spcPct val="90000"/>
              </a:lnSpc>
            </a:pPr>
            <a:r>
              <a:rPr lang="en-US" sz="2800" b="0">
                <a:ea typeface="+mj-lt"/>
                <a:cs typeface="+mj-lt"/>
              </a:rPr>
              <a:t>"The Agency shall issue a written clarification of the applicable policy to all employees and supervisors within the work unit to prevent recurrence."</a:t>
            </a:r>
            <a:endParaRPr lang="en-US" sz="2800"/>
          </a:p>
        </p:txBody>
      </p:sp>
      <p:sp>
        <p:nvSpPr>
          <p:cNvPr id="24" name="Rectangle 23">
            <a:extLst>
              <a:ext uri="{FF2B5EF4-FFF2-40B4-BE49-F238E27FC236}">
                <a16:creationId xmlns:a16="http://schemas.microsoft.com/office/drawing/2014/main" id="{33AC4FE1-D370-43A6-96C5-076716BB1E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4032504"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4A3D569D-D3A6-49CA-A483-291E95DACA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65776" y="611650"/>
            <a:ext cx="6620256"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25" name="Content Placeholder 2">
            <a:extLst>
              <a:ext uri="{FF2B5EF4-FFF2-40B4-BE49-F238E27FC236}">
                <a16:creationId xmlns:a16="http://schemas.microsoft.com/office/drawing/2014/main" id="{4D825791-0221-4F60-2F29-E4FC1A539AA7}"/>
              </a:ext>
            </a:extLst>
          </p:cNvPr>
          <p:cNvGraphicFramePr>
            <a:graphicFrameLocks noGrp="1"/>
          </p:cNvGraphicFramePr>
          <p:nvPr>
            <p:ph idx="1"/>
            <p:extLst>
              <p:ext uri="{D42A27DB-BD31-4B8C-83A1-F6EECF244321}">
                <p14:modId xmlns:p14="http://schemas.microsoft.com/office/powerpoint/2010/main" val="3251407903"/>
              </p:ext>
            </p:extLst>
          </p:nvPr>
        </p:nvGraphicFramePr>
        <p:xfrm>
          <a:off x="5065776" y="978408"/>
          <a:ext cx="6620256" cy="537667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141478018"/>
      </p:ext>
    </p:extLst>
  </p:cSld>
  <p:clrMapOvr>
    <a:masterClrMapping/>
  </p:clrMapOvr>
  <p:transition spd="slow">
    <p:wipe/>
  </p:transition>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EF92585-7A99-6108-9663-8C59032742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
        <p:nvSpPr>
          <p:cNvPr id="2" name="Title 1">
            <a:extLst>
              <a:ext uri="{FF2B5EF4-FFF2-40B4-BE49-F238E27FC236}">
                <a16:creationId xmlns:a16="http://schemas.microsoft.com/office/drawing/2014/main" id="{9C639142-949C-4DD8-AE47-DE30A5C8783E}"/>
              </a:ext>
            </a:extLst>
          </p:cNvPr>
          <p:cNvSpPr>
            <a:spLocks noGrp="1"/>
          </p:cNvSpPr>
          <p:nvPr>
            <p:ph type="title"/>
          </p:nvPr>
        </p:nvSpPr>
        <p:spPr>
          <a:xfrm>
            <a:off x="950976" y="2240280"/>
            <a:ext cx="4389120" cy="2468880"/>
          </a:xfrm>
        </p:spPr>
        <p:txBody>
          <a:bodyPr>
            <a:normAutofit/>
          </a:bodyPr>
          <a:lstStyle/>
          <a:p>
            <a:pPr>
              <a:lnSpc>
                <a:spcPct val="90000"/>
              </a:lnSpc>
            </a:pPr>
            <a:r>
              <a:rPr lang="en-US" sz="2800" b="0">
                <a:ea typeface="+mj-lt"/>
                <a:cs typeface="+mj-lt"/>
              </a:rPr>
              <a:t>"The Agency shall conduct a review of similar actions taken within the past six months and correct any comparable violations identified."</a:t>
            </a:r>
            <a:endParaRPr lang="en-US" sz="2800"/>
          </a:p>
        </p:txBody>
      </p:sp>
      <p:sp>
        <p:nvSpPr>
          <p:cNvPr id="3" name="Content Placeholder 2">
            <a:extLst>
              <a:ext uri="{FF2B5EF4-FFF2-40B4-BE49-F238E27FC236}">
                <a16:creationId xmlns:a16="http://schemas.microsoft.com/office/drawing/2014/main" id="{010E7C5F-1B78-AFCE-2C8C-74ACE071BB3A}"/>
              </a:ext>
            </a:extLst>
          </p:cNvPr>
          <p:cNvSpPr>
            <a:spLocks noGrp="1"/>
          </p:cNvSpPr>
          <p:nvPr>
            <p:ph idx="1"/>
          </p:nvPr>
        </p:nvSpPr>
        <p:spPr>
          <a:xfrm>
            <a:off x="5870448" y="2331720"/>
            <a:ext cx="5266944" cy="3447288"/>
          </a:xfrm>
        </p:spPr>
        <p:txBody>
          <a:bodyPr vert="horz" lIns="91440" tIns="45720" rIns="91440" bIns="45720" rtlCol="0">
            <a:normAutofit/>
          </a:bodyPr>
          <a:lstStyle/>
          <a:p>
            <a:pPr marL="0" indent="0">
              <a:buNone/>
            </a:pPr>
            <a:r>
              <a:rPr lang="en-US" b="1" dirty="0">
                <a:ea typeface="+mn-lt"/>
                <a:cs typeface="+mn-lt"/>
              </a:rPr>
              <a:t>Why include it:</a:t>
            </a:r>
            <a:r>
              <a:rPr lang="en-US" dirty="0">
                <a:ea typeface="+mn-lt"/>
                <a:cs typeface="+mn-lt"/>
              </a:rPr>
              <a:t> Exposes patterns of abuse and forces management to fix more than one incident.</a:t>
            </a:r>
          </a:p>
          <a:p>
            <a:pPr marL="0" indent="0">
              <a:buNone/>
            </a:pPr>
            <a:r>
              <a:rPr lang="en-US" b="1" dirty="0">
                <a:ea typeface="+mn-lt"/>
                <a:cs typeface="+mn-lt"/>
              </a:rPr>
              <a:t>Best used in:</a:t>
            </a:r>
            <a:r>
              <a:rPr lang="en-US" dirty="0">
                <a:ea typeface="+mn-lt"/>
                <a:cs typeface="+mn-lt"/>
              </a:rPr>
              <a:t> Timekeeping abuse, schedule manipulation, leave denials, misapplied discipline.</a:t>
            </a:r>
            <a:endParaRPr lang="en-US"/>
          </a:p>
        </p:txBody>
      </p:sp>
    </p:spTree>
    <p:extLst>
      <p:ext uri="{BB962C8B-B14F-4D97-AF65-F5344CB8AC3E}">
        <p14:creationId xmlns:p14="http://schemas.microsoft.com/office/powerpoint/2010/main" val="2934318509"/>
      </p:ext>
    </p:extLst>
  </p:cSld>
  <p:clrMapOvr>
    <a:masterClrMapping/>
  </p:clrMapOvr>
  <p:transition spd="slow">
    <p:push dir="u"/>
  </p:transition>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653AE3C-AC4F-907C-B473-B9A30D2150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
        <p:nvSpPr>
          <p:cNvPr id="10" name="Rectangle 9">
            <a:extLst>
              <a:ext uri="{FF2B5EF4-FFF2-40B4-BE49-F238E27FC236}">
                <a16:creationId xmlns:a16="http://schemas.microsoft.com/office/drawing/2014/main" id="{DC81933E-93BD-38CE-3C98-D10B2844C5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1" y="508090"/>
            <a:ext cx="4288536"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
        <p:nvSpPr>
          <p:cNvPr id="12" name="Rectangle 11">
            <a:extLst>
              <a:ext uri="{FF2B5EF4-FFF2-40B4-BE49-F238E27FC236}">
                <a16:creationId xmlns:a16="http://schemas.microsoft.com/office/drawing/2014/main" id="{AB1E35EA-FB9C-AE5F-4AB8-1B3D59CC95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22976" y="611650"/>
            <a:ext cx="6144768"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
        <p:nvSpPr>
          <p:cNvPr id="2" name="Title 1">
            <a:extLst>
              <a:ext uri="{FF2B5EF4-FFF2-40B4-BE49-F238E27FC236}">
                <a16:creationId xmlns:a16="http://schemas.microsoft.com/office/drawing/2014/main" id="{616AC5A7-C94F-558E-2C10-FF876A6F2D87}"/>
              </a:ext>
            </a:extLst>
          </p:cNvPr>
          <p:cNvSpPr>
            <a:spLocks noGrp="1"/>
          </p:cNvSpPr>
          <p:nvPr>
            <p:ph type="title"/>
          </p:nvPr>
        </p:nvSpPr>
        <p:spPr>
          <a:xfrm>
            <a:off x="521208" y="978408"/>
            <a:ext cx="4288536" cy="5376672"/>
          </a:xfrm>
        </p:spPr>
        <p:txBody>
          <a:bodyPr>
            <a:normAutofit/>
          </a:bodyPr>
          <a:lstStyle/>
          <a:p>
            <a:pPr>
              <a:lnSpc>
                <a:spcPct val="90000"/>
              </a:lnSpc>
            </a:pPr>
            <a:r>
              <a:rPr lang="en-US" sz="3700" b="0">
                <a:ea typeface="+mj-lt"/>
                <a:cs typeface="+mj-lt"/>
              </a:rPr>
              <a:t>"The Agency shall meet with the Union within thirty days to establish corrective procedures designed to prevent the violation from happening again."</a:t>
            </a:r>
            <a:endParaRPr lang="en-US" sz="3700"/>
          </a:p>
        </p:txBody>
      </p:sp>
      <p:sp>
        <p:nvSpPr>
          <p:cNvPr id="3" name="Content Placeholder 2">
            <a:extLst>
              <a:ext uri="{FF2B5EF4-FFF2-40B4-BE49-F238E27FC236}">
                <a16:creationId xmlns:a16="http://schemas.microsoft.com/office/drawing/2014/main" id="{1D9439C9-734E-B413-9439-B821961DA3C0}"/>
              </a:ext>
            </a:extLst>
          </p:cNvPr>
          <p:cNvSpPr>
            <a:spLocks noGrp="1"/>
          </p:cNvSpPr>
          <p:nvPr>
            <p:ph idx="1"/>
          </p:nvPr>
        </p:nvSpPr>
        <p:spPr>
          <a:xfrm>
            <a:off x="5522976" y="1042416"/>
            <a:ext cx="6144768" cy="5312664"/>
          </a:xfrm>
        </p:spPr>
        <p:txBody>
          <a:bodyPr vert="horz" lIns="91440" tIns="45720" rIns="91440" bIns="45720" rtlCol="0">
            <a:normAutofit/>
          </a:bodyPr>
          <a:lstStyle/>
          <a:p>
            <a:pPr marL="0" indent="0">
              <a:buNone/>
            </a:pPr>
            <a:r>
              <a:rPr lang="en-US" b="1" dirty="0">
                <a:ea typeface="+mn-lt"/>
                <a:cs typeface="+mn-lt"/>
              </a:rPr>
              <a:t>Why include it:</a:t>
            </a:r>
            <a:r>
              <a:rPr lang="en-US" dirty="0">
                <a:ea typeface="+mn-lt"/>
                <a:cs typeface="+mn-lt"/>
              </a:rPr>
              <a:t> Gives the Union influence in shaping long-term solutions.</a:t>
            </a:r>
          </a:p>
          <a:p>
            <a:pPr marL="0" indent="0">
              <a:buNone/>
            </a:pPr>
            <a:r>
              <a:rPr lang="en-US" b="1" dirty="0">
                <a:ea typeface="+mn-lt"/>
                <a:cs typeface="+mn-lt"/>
              </a:rPr>
              <a:t>Best used in:</a:t>
            </a:r>
            <a:r>
              <a:rPr lang="en-US" dirty="0">
                <a:ea typeface="+mn-lt"/>
                <a:cs typeface="+mn-lt"/>
              </a:rPr>
              <a:t> Chronic issues impacting groups (AWOL patterns, unfair metrics, ongoing harassment).</a:t>
            </a:r>
            <a:endParaRPr lang="en-US"/>
          </a:p>
        </p:txBody>
      </p:sp>
    </p:spTree>
    <p:extLst>
      <p:ext uri="{BB962C8B-B14F-4D97-AF65-F5344CB8AC3E}">
        <p14:creationId xmlns:p14="http://schemas.microsoft.com/office/powerpoint/2010/main" val="4047927467"/>
      </p:ext>
    </p:extLst>
  </p:cSld>
  <p:clrMapOvr>
    <a:masterClrMapping/>
  </p:clrMapOvr>
  <p:transition spd="slow">
    <p:wheel spokes="1"/>
  </p:transition>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EE42DCE-4A4F-44C4-84E5-261B3BEEF1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2B30C57B-9A2E-4893-8F52-C27516D1625C}"/>
              </a:ext>
            </a:extLst>
          </p:cNvPr>
          <p:cNvSpPr>
            <a:spLocks noGrp="1"/>
          </p:cNvSpPr>
          <p:nvPr>
            <p:ph type="title"/>
          </p:nvPr>
        </p:nvSpPr>
        <p:spPr>
          <a:xfrm>
            <a:off x="521208" y="978408"/>
            <a:ext cx="6281928" cy="1463040"/>
          </a:xfrm>
        </p:spPr>
        <p:txBody>
          <a:bodyPr>
            <a:normAutofit/>
          </a:bodyPr>
          <a:lstStyle/>
          <a:p>
            <a:pPr>
              <a:lnSpc>
                <a:spcPct val="90000"/>
              </a:lnSpc>
            </a:pPr>
            <a:r>
              <a:rPr lang="en-US" sz="2400" b="0">
                <a:ea typeface="+mj-lt"/>
                <a:cs typeface="+mj-lt"/>
              </a:rPr>
              <a:t>"The Agency shall elevate a summary of the violation and corrective actions to the next-level manager to ensure proper oversight."</a:t>
            </a:r>
            <a:endParaRPr lang="en-US" sz="2400"/>
          </a:p>
        </p:txBody>
      </p:sp>
      <p:sp>
        <p:nvSpPr>
          <p:cNvPr id="12" name="Rectangle 11">
            <a:extLst>
              <a:ext uri="{FF2B5EF4-FFF2-40B4-BE49-F238E27FC236}">
                <a16:creationId xmlns:a16="http://schemas.microsoft.com/office/drawing/2014/main" id="{887F59F2-5FBC-40CD-AD35-376AECE49E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6281928"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B632AED1-78C4-269A-0BC2-5A4F48E54D6A}"/>
              </a:ext>
            </a:extLst>
          </p:cNvPr>
          <p:cNvSpPr>
            <a:spLocks noGrp="1"/>
          </p:cNvSpPr>
          <p:nvPr>
            <p:ph idx="1"/>
          </p:nvPr>
        </p:nvSpPr>
        <p:spPr>
          <a:xfrm>
            <a:off x="521208" y="2578608"/>
            <a:ext cx="6281928" cy="3767328"/>
          </a:xfrm>
        </p:spPr>
        <p:txBody>
          <a:bodyPr vert="horz" lIns="91440" tIns="45720" rIns="91440" bIns="45720" rtlCol="0">
            <a:normAutofit/>
          </a:bodyPr>
          <a:lstStyle/>
          <a:p>
            <a:pPr marL="0" indent="0">
              <a:buNone/>
            </a:pPr>
            <a:r>
              <a:rPr lang="en-US" b="1" dirty="0">
                <a:ea typeface="+mn-lt"/>
                <a:cs typeface="+mn-lt"/>
              </a:rPr>
              <a:t>Why include it:</a:t>
            </a:r>
            <a:r>
              <a:rPr lang="en-US" dirty="0">
                <a:ea typeface="+mn-lt"/>
                <a:cs typeface="+mn-lt"/>
              </a:rPr>
              <a:t> Supervisors dislike higher-level eyes on their mistakes; great deterrent.</a:t>
            </a:r>
          </a:p>
          <a:p>
            <a:pPr marL="0" indent="0">
              <a:buNone/>
            </a:pPr>
            <a:r>
              <a:rPr lang="en-US" b="1" dirty="0">
                <a:ea typeface="+mn-lt"/>
                <a:cs typeface="+mn-lt"/>
              </a:rPr>
              <a:t>Best used in:</a:t>
            </a:r>
            <a:r>
              <a:rPr lang="en-US" dirty="0">
                <a:ea typeface="+mn-lt"/>
                <a:cs typeface="+mn-lt"/>
              </a:rPr>
              <a:t> Retaliation, bullying supervisors, repeat offenders.</a:t>
            </a:r>
            <a:endParaRPr lang="en-US"/>
          </a:p>
        </p:txBody>
      </p:sp>
      <p:pic>
        <p:nvPicPr>
          <p:cNvPr id="7" name="Graphic 6" descr="Laptop Secure">
            <a:extLst>
              <a:ext uri="{FF2B5EF4-FFF2-40B4-BE49-F238E27FC236}">
                <a16:creationId xmlns:a16="http://schemas.microsoft.com/office/drawing/2014/main" id="{1C58B77C-CC62-BCAD-7D74-D44957C24064}"/>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317668" y="1994644"/>
            <a:ext cx="4356461" cy="4356461"/>
          </a:xfrm>
          <a:prstGeom prst="rect">
            <a:avLst/>
          </a:prstGeom>
        </p:spPr>
      </p:pic>
    </p:spTree>
    <p:extLst>
      <p:ext uri="{BB962C8B-B14F-4D97-AF65-F5344CB8AC3E}">
        <p14:creationId xmlns:p14="http://schemas.microsoft.com/office/powerpoint/2010/main" val="217121121"/>
      </p:ext>
    </p:extLst>
  </p:cSld>
  <p:clrMapOvr>
    <a:masterClrMapping/>
  </p:clrMapOvr>
  <p:transition spd="slow">
    <p:push dir="u"/>
  </p:transition>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4213918-F1EB-4BCE-BE23-F5E9851EE0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010BA0EC-DAA6-5B5B-FEB5-641352553616}"/>
              </a:ext>
            </a:extLst>
          </p:cNvPr>
          <p:cNvSpPr>
            <a:spLocks noGrp="1"/>
          </p:cNvSpPr>
          <p:nvPr>
            <p:ph type="title"/>
          </p:nvPr>
        </p:nvSpPr>
        <p:spPr>
          <a:xfrm>
            <a:off x="521208" y="978408"/>
            <a:ext cx="11155680" cy="1463040"/>
          </a:xfrm>
        </p:spPr>
        <p:txBody>
          <a:bodyPr>
            <a:normAutofit/>
          </a:bodyPr>
          <a:lstStyle/>
          <a:p>
            <a:pPr>
              <a:lnSpc>
                <a:spcPct val="90000"/>
              </a:lnSpc>
            </a:pPr>
            <a:r>
              <a:rPr lang="en-US" sz="3100" b="0">
                <a:ea typeface="+mj-lt"/>
                <a:cs typeface="+mj-lt"/>
              </a:rPr>
              <a:t>"The Agency shall develop and distribute updated guidance to supervisors outlining proper procedures related to the issue in dispute."</a:t>
            </a:r>
            <a:endParaRPr lang="en-US" sz="3100"/>
          </a:p>
        </p:txBody>
      </p:sp>
      <p:sp>
        <p:nvSpPr>
          <p:cNvPr id="11" name="Rectangle 10">
            <a:extLst>
              <a:ext uri="{FF2B5EF4-FFF2-40B4-BE49-F238E27FC236}">
                <a16:creationId xmlns:a16="http://schemas.microsoft.com/office/drawing/2014/main" id="{2062E862-C7F7-4CA1-B929-D0B75F5E9F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5680"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DFD3D126-63A7-A8F0-FD63-0E1CBC075002}"/>
              </a:ext>
            </a:extLst>
          </p:cNvPr>
          <p:cNvGraphicFramePr>
            <a:graphicFrameLocks noGrp="1"/>
          </p:cNvGraphicFramePr>
          <p:nvPr>
            <p:ph idx="1"/>
            <p:extLst>
              <p:ext uri="{D42A27DB-BD31-4B8C-83A1-F6EECF244321}">
                <p14:modId xmlns:p14="http://schemas.microsoft.com/office/powerpoint/2010/main" val="2270497040"/>
              </p:ext>
            </p:extLst>
          </p:nvPr>
        </p:nvGraphicFramePr>
        <p:xfrm>
          <a:off x="520700" y="2578100"/>
          <a:ext cx="11156950" cy="37671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87049501"/>
      </p:ext>
    </p:extLst>
  </p:cSld>
  <p:clrMapOvr>
    <a:masterClrMapping/>
  </p:clrMapOvr>
  <p:transition spd="slow">
    <p:wipe/>
  </p:transition>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E17AA97-89A7-45C1-B813-BFF6C23D79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33AC4FE1-D370-43A6-96C5-076716BB1E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A3D569D-D3A6-49CA-A483-291E95DACA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62168" y="612648"/>
            <a:ext cx="5021183"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F1625E1-8E2E-BDD0-87C0-1E8970740A6F}"/>
              </a:ext>
            </a:extLst>
          </p:cNvPr>
          <p:cNvSpPr>
            <a:spLocks noGrp="1"/>
          </p:cNvSpPr>
          <p:nvPr>
            <p:ph type="title"/>
          </p:nvPr>
        </p:nvSpPr>
        <p:spPr>
          <a:xfrm>
            <a:off x="521208" y="978408"/>
            <a:ext cx="5020056" cy="5376672"/>
          </a:xfrm>
        </p:spPr>
        <p:txBody>
          <a:bodyPr>
            <a:normAutofit/>
          </a:bodyPr>
          <a:lstStyle/>
          <a:p>
            <a:pPr>
              <a:lnSpc>
                <a:spcPct val="90000"/>
              </a:lnSpc>
            </a:pPr>
            <a:r>
              <a:rPr lang="en-US" sz="4100" b="0">
                <a:ea typeface="+mj-lt"/>
                <a:cs typeface="+mj-lt"/>
              </a:rPr>
              <a:t>"The Agency shall implement safeguards or process changes identified by the Union and management to prevent the error from recurring."</a:t>
            </a:r>
            <a:endParaRPr lang="en-US" sz="4100"/>
          </a:p>
        </p:txBody>
      </p:sp>
      <p:sp>
        <p:nvSpPr>
          <p:cNvPr id="3" name="Content Placeholder 2">
            <a:extLst>
              <a:ext uri="{FF2B5EF4-FFF2-40B4-BE49-F238E27FC236}">
                <a16:creationId xmlns:a16="http://schemas.microsoft.com/office/drawing/2014/main" id="{CAC3CBD4-2A6D-5531-8AD0-BB79568BBC23}"/>
              </a:ext>
            </a:extLst>
          </p:cNvPr>
          <p:cNvSpPr>
            <a:spLocks noGrp="1"/>
          </p:cNvSpPr>
          <p:nvPr>
            <p:ph idx="1"/>
          </p:nvPr>
        </p:nvSpPr>
        <p:spPr>
          <a:xfrm>
            <a:off x="6665976" y="1042416"/>
            <a:ext cx="5010912" cy="5312664"/>
          </a:xfrm>
        </p:spPr>
        <p:txBody>
          <a:bodyPr vert="horz" lIns="91440" tIns="45720" rIns="91440" bIns="45720" rtlCol="0">
            <a:normAutofit/>
          </a:bodyPr>
          <a:lstStyle/>
          <a:p>
            <a:pPr marL="0" indent="0">
              <a:buNone/>
            </a:pPr>
            <a:r>
              <a:rPr lang="en-US" b="1" dirty="0">
                <a:ea typeface="+mn-lt"/>
                <a:cs typeface="+mn-lt"/>
              </a:rPr>
              <a:t>Why include it:</a:t>
            </a:r>
            <a:r>
              <a:rPr lang="en-US">
                <a:ea typeface="+mn-lt"/>
                <a:cs typeface="+mn-lt"/>
              </a:rPr>
              <a:t> Creates structural changes, not just fixes the single incident.</a:t>
            </a:r>
            <a:endParaRPr lang="en-US"/>
          </a:p>
          <a:p>
            <a:pPr marL="0" indent="0">
              <a:buNone/>
            </a:pPr>
            <a:r>
              <a:rPr lang="en-US" b="1" dirty="0">
                <a:ea typeface="+mn-lt"/>
                <a:cs typeface="+mn-lt"/>
              </a:rPr>
              <a:t>Best used in:</a:t>
            </a:r>
            <a:r>
              <a:rPr lang="en-US" dirty="0">
                <a:ea typeface="+mn-lt"/>
                <a:cs typeface="+mn-lt"/>
              </a:rPr>
              <a:t> System outages, AWOL during downtime, workload distribution issues.</a:t>
            </a:r>
            <a:endParaRPr lang="en-US"/>
          </a:p>
        </p:txBody>
      </p:sp>
    </p:spTree>
    <p:extLst>
      <p:ext uri="{BB962C8B-B14F-4D97-AF65-F5344CB8AC3E}">
        <p14:creationId xmlns:p14="http://schemas.microsoft.com/office/powerpoint/2010/main" val="2328976590"/>
      </p:ext>
    </p:extLst>
  </p:cSld>
  <p:clrMapOvr>
    <a:masterClrMapping/>
  </p:clrMapOvr>
  <mc:AlternateContent xmlns:mc="http://schemas.openxmlformats.org/markup-compatibility/2006" xmlns:p14="http://schemas.microsoft.com/office/powerpoint/2010/main">
    <mc:Choice Requires="p14">
      <p:transition spd="slow" p14:dur="1250">
        <p14:flip dir="r"/>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EEF92585-7A99-6108-9663-8C59032742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8249A6F0-238B-20BC-B078-0C54CC0CB6FD}"/>
              </a:ext>
            </a:extLst>
          </p:cNvPr>
          <p:cNvSpPr>
            <a:spLocks noGrp="1"/>
          </p:cNvSpPr>
          <p:nvPr>
            <p:ph type="title"/>
          </p:nvPr>
        </p:nvSpPr>
        <p:spPr>
          <a:xfrm>
            <a:off x="521208" y="978408"/>
            <a:ext cx="11155680" cy="1463040"/>
          </a:xfrm>
        </p:spPr>
        <p:txBody>
          <a:bodyPr>
            <a:normAutofit/>
          </a:bodyPr>
          <a:lstStyle/>
          <a:p>
            <a:r>
              <a:rPr lang="en-US" dirty="0"/>
              <a:t>Class Activity Time!!</a:t>
            </a:r>
          </a:p>
        </p:txBody>
      </p:sp>
      <p:sp>
        <p:nvSpPr>
          <p:cNvPr id="3" name="Content Placeholder 2">
            <a:extLst>
              <a:ext uri="{FF2B5EF4-FFF2-40B4-BE49-F238E27FC236}">
                <a16:creationId xmlns:a16="http://schemas.microsoft.com/office/drawing/2014/main" id="{1F35453F-8370-B9C0-A9A6-FDB74FE7BF8A}"/>
              </a:ext>
            </a:extLst>
          </p:cNvPr>
          <p:cNvSpPr>
            <a:spLocks noGrp="1"/>
          </p:cNvSpPr>
          <p:nvPr>
            <p:ph idx="1"/>
          </p:nvPr>
        </p:nvSpPr>
        <p:spPr>
          <a:xfrm>
            <a:off x="521208" y="2578608"/>
            <a:ext cx="11155680" cy="3767328"/>
          </a:xfrm>
        </p:spPr>
        <p:txBody>
          <a:bodyPr vert="horz" lIns="91440" tIns="45720" rIns="91440" bIns="45720" rtlCol="0">
            <a:normAutofit/>
          </a:bodyPr>
          <a:lstStyle/>
          <a:p>
            <a:pPr marL="0" indent="0">
              <a:buNone/>
            </a:pPr>
            <a:r>
              <a:rPr lang="en-US" dirty="0"/>
              <a:t>Write out for each different case, 3 extra remedies that you could add to a case to help encourage compliance moving forward.</a:t>
            </a:r>
          </a:p>
          <a:p>
            <a:pPr lvl="1">
              <a:buFont typeface="Courier New" panose="020B0604020202020204" pitchFamily="34" charset="0"/>
              <a:buChar char="o"/>
            </a:pPr>
            <a:r>
              <a:rPr lang="en-US" dirty="0"/>
              <a:t>AWOL (Annual Leave Denial)</a:t>
            </a:r>
          </a:p>
          <a:p>
            <a:pPr lvl="1">
              <a:buFont typeface="Courier New" panose="020B0604020202020204" pitchFamily="34" charset="0"/>
              <a:buChar char="o"/>
            </a:pPr>
            <a:r>
              <a:rPr lang="en-US" dirty="0"/>
              <a:t>Appraisal</a:t>
            </a:r>
          </a:p>
          <a:p>
            <a:pPr lvl="1">
              <a:buFont typeface="Courier New" panose="020B0604020202020204" pitchFamily="34" charset="0"/>
              <a:buChar char="o"/>
            </a:pPr>
            <a:r>
              <a:rPr lang="en-US" dirty="0"/>
              <a:t>Denial of Representational Rights</a:t>
            </a:r>
          </a:p>
          <a:p>
            <a:pPr lvl="1">
              <a:buFont typeface="Courier New" panose="020B0604020202020204" pitchFamily="34" charset="0"/>
              <a:buChar char="o"/>
            </a:pPr>
            <a:r>
              <a:rPr lang="en-US" dirty="0"/>
              <a:t>FMLA Interference</a:t>
            </a:r>
          </a:p>
        </p:txBody>
      </p:sp>
      <p:sp>
        <p:nvSpPr>
          <p:cNvPr id="19" name="Freeform: Shape 18">
            <a:extLst>
              <a:ext uri="{FF2B5EF4-FFF2-40B4-BE49-F238E27FC236}">
                <a16:creationId xmlns:a16="http://schemas.microsoft.com/office/drawing/2014/main" id="{C6D5B03A-B780-A698-DFA9-C9932F22DD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3149269147"/>
      </p:ext>
    </p:extLst>
  </p:cSld>
  <p:clrMapOvr>
    <a:masterClrMapping/>
  </p:clrMapOvr>
  <p:transition spd="slow">
    <p:cover/>
  </p:transition>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accent4">
            <a:lumMod val="40000"/>
            <a:lumOff val="60000"/>
          </a:schemeClr>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17D949E-564D-4503-A64E-D22FA3232C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9C6A0FF-EC9F-8806-25B9-80BAAB807CAC}"/>
              </a:ext>
            </a:extLst>
          </p:cNvPr>
          <p:cNvSpPr>
            <a:spLocks noGrp="1"/>
          </p:cNvSpPr>
          <p:nvPr>
            <p:ph type="title"/>
          </p:nvPr>
        </p:nvSpPr>
        <p:spPr>
          <a:xfrm>
            <a:off x="521208" y="978408"/>
            <a:ext cx="3154680" cy="4069080"/>
          </a:xfrm>
        </p:spPr>
        <p:txBody>
          <a:bodyPr>
            <a:normAutofit/>
          </a:bodyPr>
          <a:lstStyle/>
          <a:p>
            <a:r>
              <a:rPr lang="en-US" sz="4000"/>
              <a:t>Let's Share!!</a:t>
            </a:r>
          </a:p>
        </p:txBody>
      </p:sp>
      <p:sp>
        <p:nvSpPr>
          <p:cNvPr id="11" name="Rectangle 10">
            <a:extLst>
              <a:ext uri="{FF2B5EF4-FFF2-40B4-BE49-F238E27FC236}">
                <a16:creationId xmlns:a16="http://schemas.microsoft.com/office/drawing/2014/main" id="{2C8EEB27-9249-8B3A-C8C2-18F9DC4808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11155680"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18482CAC-96FF-EBE5-E97D-0BE2B8A51E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1208" y="6299535"/>
            <a:ext cx="11155680" cy="4646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073E3E19-3527-580D-20F8-C54710D36B99}"/>
              </a:ext>
            </a:extLst>
          </p:cNvPr>
          <p:cNvGraphicFramePr>
            <a:graphicFrameLocks noGrp="1"/>
          </p:cNvGraphicFramePr>
          <p:nvPr>
            <p:ph idx="1"/>
            <p:extLst>
              <p:ext uri="{D42A27DB-BD31-4B8C-83A1-F6EECF244321}">
                <p14:modId xmlns:p14="http://schemas.microsoft.com/office/powerpoint/2010/main" val="1351293763"/>
              </p:ext>
            </p:extLst>
          </p:nvPr>
        </p:nvGraphicFramePr>
        <p:xfrm>
          <a:off x="4389120" y="978408"/>
          <a:ext cx="7306056" cy="50109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074424105"/>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accent4">
            <a:lumMod val="40000"/>
            <a:lumOff val="60000"/>
          </a:schemeClr>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E17AA97-89A7-45C1-B813-BFF6C23D79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1003D51D-36A2-9C7A-B9C9-E251E4B54403}"/>
              </a:ext>
            </a:extLst>
          </p:cNvPr>
          <p:cNvSpPr>
            <a:spLocks noGrp="1"/>
          </p:cNvSpPr>
          <p:nvPr>
            <p:ph type="title"/>
          </p:nvPr>
        </p:nvSpPr>
        <p:spPr>
          <a:xfrm>
            <a:off x="521208" y="978408"/>
            <a:ext cx="4032504" cy="3364992"/>
          </a:xfrm>
        </p:spPr>
        <p:txBody>
          <a:bodyPr>
            <a:normAutofit/>
          </a:bodyPr>
          <a:lstStyle/>
          <a:p>
            <a:r>
              <a:rPr lang="en-US" dirty="0"/>
              <a:t>Ok, what now?</a:t>
            </a:r>
          </a:p>
        </p:txBody>
      </p:sp>
      <p:sp>
        <p:nvSpPr>
          <p:cNvPr id="11" name="Rectangle 10">
            <a:extLst>
              <a:ext uri="{FF2B5EF4-FFF2-40B4-BE49-F238E27FC236}">
                <a16:creationId xmlns:a16="http://schemas.microsoft.com/office/drawing/2014/main" id="{33AC4FE1-D370-43A6-96C5-076716BB1E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4032504"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4A3D569D-D3A6-49CA-A483-291E95DACA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65776" y="611650"/>
            <a:ext cx="6620256"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E97B5E74-D982-9855-08A6-57BE79B9C0B5}"/>
              </a:ext>
            </a:extLst>
          </p:cNvPr>
          <p:cNvGraphicFramePr>
            <a:graphicFrameLocks noGrp="1"/>
          </p:cNvGraphicFramePr>
          <p:nvPr>
            <p:ph idx="1"/>
            <p:extLst>
              <p:ext uri="{D42A27DB-BD31-4B8C-83A1-F6EECF244321}">
                <p14:modId xmlns:p14="http://schemas.microsoft.com/office/powerpoint/2010/main" val="1827132064"/>
              </p:ext>
            </p:extLst>
          </p:nvPr>
        </p:nvGraphicFramePr>
        <p:xfrm>
          <a:off x="5065776" y="978408"/>
          <a:ext cx="6620256" cy="537667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214467691"/>
      </p:ext>
    </p:extLst>
  </p:cSld>
  <p:clrMapOvr>
    <a:masterClrMapping/>
  </p:clrMapOvr>
  <p:transition spd="slow">
    <p:wipe/>
  </p:transition>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accent4">
            <a:lumMod val="40000"/>
            <a:lumOff val="6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6E3F5C-9506-6530-028D-6F6CDC4A7D54}"/>
              </a:ext>
            </a:extLst>
          </p:cNvPr>
          <p:cNvSpPr>
            <a:spLocks noGrp="1"/>
          </p:cNvSpPr>
          <p:nvPr>
            <p:ph type="title"/>
          </p:nvPr>
        </p:nvSpPr>
        <p:spPr/>
        <p:txBody>
          <a:bodyPr/>
          <a:lstStyle/>
          <a:p>
            <a:r>
              <a:rPr lang="en-US" dirty="0"/>
              <a:t>No harm in asking.</a:t>
            </a:r>
          </a:p>
        </p:txBody>
      </p:sp>
      <p:sp>
        <p:nvSpPr>
          <p:cNvPr id="3" name="Content Placeholder 2">
            <a:extLst>
              <a:ext uri="{FF2B5EF4-FFF2-40B4-BE49-F238E27FC236}">
                <a16:creationId xmlns:a16="http://schemas.microsoft.com/office/drawing/2014/main" id="{6182CA6F-9D19-1F54-3D2E-696D17B2ABF3}"/>
              </a:ext>
            </a:extLst>
          </p:cNvPr>
          <p:cNvSpPr>
            <a:spLocks noGrp="1"/>
          </p:cNvSpPr>
          <p:nvPr>
            <p:ph idx="1"/>
          </p:nvPr>
        </p:nvSpPr>
        <p:spPr/>
        <p:txBody>
          <a:bodyPr vert="horz" lIns="91440" tIns="45720" rIns="91440" bIns="45720" rtlCol="0" anchor="t">
            <a:normAutofit/>
          </a:bodyPr>
          <a:lstStyle/>
          <a:p>
            <a:r>
              <a:rPr lang="en-US" dirty="0"/>
              <a:t>Ask for the remedy, if we get it and it helps to deter non-compliance, what harm can come from asking? Simple answer, none. They can choose to not want to grant a remedy, but we might as well try. If nothing else, even if we make managers think twice because we are </a:t>
            </a:r>
            <a:r>
              <a:rPr lang="en-US" dirty="0" err="1"/>
              <a:t>includding</a:t>
            </a:r>
            <a:r>
              <a:rPr lang="en-US" dirty="0"/>
              <a:t> language to help prevent further issues through additional training, overview from a higher manager, etc...</a:t>
            </a:r>
          </a:p>
        </p:txBody>
      </p:sp>
    </p:spTree>
    <p:extLst>
      <p:ext uri="{BB962C8B-B14F-4D97-AF65-F5344CB8AC3E}">
        <p14:creationId xmlns:p14="http://schemas.microsoft.com/office/powerpoint/2010/main" val="108008589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sld>
</file>

<file path=ppt/theme/theme1.xml><?xml version="1.0" encoding="utf-8"?>
<a:theme xmlns:a="http://schemas.openxmlformats.org/drawingml/2006/main" name="GestaltVTI">
  <a:themeElements>
    <a:clrScheme name="Gestalt">
      <a:dk1>
        <a:srgbClr val="000000"/>
      </a:dk1>
      <a:lt1>
        <a:sysClr val="window" lastClr="FFFFFF"/>
      </a:lt1>
      <a:dk2>
        <a:srgbClr val="262626"/>
      </a:dk2>
      <a:lt2>
        <a:srgbClr val="F7F7F7"/>
      </a:lt2>
      <a:accent1>
        <a:srgbClr val="EBA000"/>
      </a:accent1>
      <a:accent2>
        <a:srgbClr val="00BAC8"/>
      </a:accent2>
      <a:accent3>
        <a:srgbClr val="E64823"/>
      </a:accent3>
      <a:accent4>
        <a:srgbClr val="4D5AFF"/>
      </a:accent4>
      <a:accent5>
        <a:srgbClr val="FE5D21"/>
      </a:accent5>
      <a:accent6>
        <a:srgbClr val="00C777"/>
      </a:accent6>
      <a:hlink>
        <a:srgbClr val="2998E3"/>
      </a:hlink>
      <a:folHlink>
        <a:srgbClr val="939393"/>
      </a:folHlink>
    </a:clrScheme>
    <a:fontScheme name="Gestalt">
      <a:majorFont>
        <a:latin typeface="Bierstadt"/>
        <a:ea typeface=""/>
        <a:cs typeface=""/>
      </a:majorFont>
      <a:minorFont>
        <a:latin typeface="Bierstad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GestaltVTI" id="{4F87C71D-53D1-4B71-BF97-FD0EA4B25665}" vid="{A110AFC4-8D8A-4C02-8885-7BA370B379B5}"/>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24</Slides>
  <Notes>0</Notes>
  <HiddenSlides>0</HiddenSlides>
  <MMClips>0</MMClips>
  <ScaleCrop>false</ScaleCrop>
  <HeadingPairs>
    <vt:vector size="4" baseType="variant">
      <vt:variant>
        <vt:lpstr>Theme</vt:lpstr>
      </vt:variant>
      <vt:variant>
        <vt:i4>1</vt:i4>
      </vt:variant>
      <vt:variant>
        <vt:lpstr>Slide Titles</vt:lpstr>
      </vt:variant>
      <vt:variant>
        <vt:i4>24</vt:i4>
      </vt:variant>
    </vt:vector>
  </HeadingPairs>
  <TitlesOfParts>
    <vt:vector size="25" baseType="lpstr">
      <vt:lpstr>GestaltVTI</vt:lpstr>
      <vt:lpstr>What Remedy Did You Ask For?</vt:lpstr>
      <vt:lpstr>What is a remedy and why does it matter?</vt:lpstr>
      <vt:lpstr>Why is this course important?</vt:lpstr>
      <vt:lpstr>Let's go over some common Remedies you may see regularly.</vt:lpstr>
      <vt:lpstr>“The Agency shall remove AWOL and replace with the requested leave or LWOP.”</vt:lpstr>
      <vt:lpstr>“Raise or lower CJE's to reflect an accurate representation of the employee's performance.”</vt:lpstr>
      <vt:lpstr>Woah! Woah! Woah, Trainer! Did someone point out the issues?</vt:lpstr>
      <vt:lpstr>“The Agency shall remove AWOL and replace with the requested leave or LWOP.”</vt:lpstr>
      <vt:lpstr>“Raise or lower CJE's to reflect an accurate representation of the employee's performance.”</vt:lpstr>
      <vt:lpstr>Wait, why are you showing us something the wrong way when you should be teaching us the right way to do things??</vt:lpstr>
      <vt:lpstr>“The Agency shall reinstate any leave the employee was required to use as a result of management’s improper action.” </vt:lpstr>
      <vt:lpstr>“The Agency shall make the grievant whole, to include restoring all pay, leave, and benefits the employee would have received but for the violation.”</vt:lpstr>
      <vt:lpstr>Now let's review some additional remedies as a class that you could ask for to help deter reoccurrence from the same area.</vt:lpstr>
      <vt:lpstr>"The Agency shall provide the responsible management official with formal training on the violated contract provisions to ensure future compliance."</vt:lpstr>
      <vt:lpstr>"The Agency shall issue a written clarification of the applicable policy to all employees and supervisors within the work unit to prevent recurrence."</vt:lpstr>
      <vt:lpstr>"The Agency shall conduct a review of similar actions taken within the past six months and correct any comparable violations identified."</vt:lpstr>
      <vt:lpstr>"The Agency shall meet with the Union within thirty days to establish corrective procedures designed to prevent the violation from happening again."</vt:lpstr>
      <vt:lpstr>"The Agency shall elevate a summary of the violation and corrective actions to the next-level manager to ensure proper oversight."</vt:lpstr>
      <vt:lpstr>"The Agency shall develop and distribute updated guidance to supervisors outlining proper procedures related to the issue in dispute."</vt:lpstr>
      <vt:lpstr>"The Agency shall implement safeguards or process changes identified by the Union and management to prevent the error from recurring."</vt:lpstr>
      <vt:lpstr>Class Activity Time!!</vt:lpstr>
      <vt:lpstr>Let's Share!!</vt:lpstr>
      <vt:lpstr>Ok, what now?</vt:lpstr>
      <vt:lpstr>No harm in asking.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481</cp:revision>
  <dcterms:created xsi:type="dcterms:W3CDTF">2025-11-26T16:01:41Z</dcterms:created>
  <dcterms:modified xsi:type="dcterms:W3CDTF">2025-12-12T16:42:46Z</dcterms:modified>
</cp:coreProperties>
</file>